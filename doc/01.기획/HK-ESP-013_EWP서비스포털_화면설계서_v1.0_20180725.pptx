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gif" ContentType="image/gif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948" r:id="rId1"/>
  </p:sldMasterIdLst>
  <p:notesMasterIdLst>
    <p:notesMasterId r:id="rId52"/>
  </p:notesMasterIdLst>
  <p:sldIdLst>
    <p:sldId id="330" r:id="rId2"/>
    <p:sldId id="331" r:id="rId3"/>
    <p:sldId id="315" r:id="rId4"/>
    <p:sldId id="332" r:id="rId5"/>
    <p:sldId id="333" r:id="rId6"/>
    <p:sldId id="335" r:id="rId7"/>
    <p:sldId id="336" r:id="rId8"/>
    <p:sldId id="337" r:id="rId9"/>
    <p:sldId id="334" r:id="rId10"/>
    <p:sldId id="362" r:id="rId11"/>
    <p:sldId id="363" r:id="rId12"/>
    <p:sldId id="339" r:id="rId13"/>
    <p:sldId id="364" r:id="rId14"/>
    <p:sldId id="365" r:id="rId15"/>
    <p:sldId id="340" r:id="rId16"/>
    <p:sldId id="342" r:id="rId17"/>
    <p:sldId id="366" r:id="rId18"/>
    <p:sldId id="341" r:id="rId19"/>
    <p:sldId id="367" r:id="rId20"/>
    <p:sldId id="344" r:id="rId21"/>
    <p:sldId id="345" r:id="rId22"/>
    <p:sldId id="369" r:id="rId23"/>
    <p:sldId id="346" r:id="rId24"/>
    <p:sldId id="370" r:id="rId25"/>
    <p:sldId id="371" r:id="rId26"/>
    <p:sldId id="347" r:id="rId27"/>
    <p:sldId id="349" r:id="rId28"/>
    <p:sldId id="348" r:id="rId29"/>
    <p:sldId id="372" r:id="rId30"/>
    <p:sldId id="373" r:id="rId31"/>
    <p:sldId id="351" r:id="rId32"/>
    <p:sldId id="350" r:id="rId33"/>
    <p:sldId id="374" r:id="rId34"/>
    <p:sldId id="379" r:id="rId35"/>
    <p:sldId id="376" r:id="rId36"/>
    <p:sldId id="377" r:id="rId37"/>
    <p:sldId id="375" r:id="rId38"/>
    <p:sldId id="355" r:id="rId39"/>
    <p:sldId id="368" r:id="rId40"/>
    <p:sldId id="380" r:id="rId41"/>
    <p:sldId id="381" r:id="rId42"/>
    <p:sldId id="356" r:id="rId43"/>
    <p:sldId id="357" r:id="rId44"/>
    <p:sldId id="358" r:id="rId45"/>
    <p:sldId id="359" r:id="rId46"/>
    <p:sldId id="360" r:id="rId47"/>
    <p:sldId id="343" r:id="rId48"/>
    <p:sldId id="361" r:id="rId49"/>
    <p:sldId id="382" r:id="rId50"/>
    <p:sldId id="338" r:id="rId51"/>
  </p:sldIdLst>
  <p:sldSz cx="9906000" cy="6858000" type="A4"/>
  <p:notesSz cx="6805613" cy="99393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663" userDrawn="1">
          <p15:clr>
            <a:srgbClr val="A4A3A4"/>
          </p15:clr>
        </p15:guide>
        <p15:guide id="2" pos="308" userDrawn="1">
          <p15:clr>
            <a:srgbClr val="A4A3A4"/>
          </p15:clr>
        </p15:guide>
        <p15:guide id="3" pos="498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9933"/>
    <a:srgbClr val="CCECFF"/>
    <a:srgbClr val="0099FF"/>
    <a:srgbClr val="353760"/>
    <a:srgbClr val="0066FF"/>
    <a:srgbClr val="FF0000"/>
    <a:srgbClr val="FF6600"/>
    <a:srgbClr val="008080"/>
    <a:srgbClr val="6699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0084" autoAdjust="0"/>
    <p:restoredTop sz="97442" autoAdjust="0"/>
  </p:normalViewPr>
  <p:slideViewPr>
    <p:cSldViewPr>
      <p:cViewPr varScale="1">
        <p:scale>
          <a:sx n="135" d="100"/>
          <a:sy n="135" d="100"/>
        </p:scale>
        <p:origin x="624" y="114"/>
      </p:cViewPr>
      <p:guideLst>
        <p:guide orient="horz" pos="663"/>
        <p:guide pos="308"/>
        <p:guide pos="49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notesViewPr>
    <p:cSldViewPr>
      <p:cViewPr varScale="1">
        <p:scale>
          <a:sx n="81" d="100"/>
          <a:sy n="81" d="100"/>
        </p:scale>
        <p:origin x="2334" y="10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9575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4450" y="0"/>
            <a:ext cx="2949575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BEA7093-58B2-4FDF-8F49-8AF83CC55B51}" type="datetimeFigureOut">
              <a:rPr lang="ko-KR" altLang="en-US" smtClean="0"/>
              <a:pPr/>
              <a:t>2018-07-25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712788" y="746125"/>
            <a:ext cx="5381625" cy="3725863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1038" y="4721225"/>
            <a:ext cx="5443537" cy="4471988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40863"/>
            <a:ext cx="2949575" cy="4968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4450" y="9440863"/>
            <a:ext cx="2949575" cy="4968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884046E-A8C5-48C1-8A0A-C37BBB40AD6E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7265666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21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ko-KR" altLang="ko-KR">
              <a:latin typeface="Arial" pitchFamily="34" charset="0"/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머리글 개체 틀 4"/>
          <p:cNvSpPr>
            <a:spLocks noGrp="1"/>
          </p:cNvSpPr>
          <p:nvPr>
            <p:ph type="hd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69941324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1987" name="슬라이드 노트 개체 틀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ko-KR" altLang="en-US"/>
          </a:p>
        </p:txBody>
      </p:sp>
      <p:sp>
        <p:nvSpPr>
          <p:cNvPr id="41988" name="슬라이드 번호 개체 틀 3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A23BE2C-2CF6-4163-9A53-6ABC355E8F0A}" type="slidenum">
              <a:rPr lang="en-US" altLang="ko-KR" smtClean="0"/>
              <a:pPr/>
              <a:t>2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09141560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282134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7322972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6588209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6381771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8883575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0167672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5013306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5097365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5993916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0767784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8017423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5990343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0233347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6088743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8459484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5008824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351872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7544478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7546344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4479542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6890779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7153697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6516050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531752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76564057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5588998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74074012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8286561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94853376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9751047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7513357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59673767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14882824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4955348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0920651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9784258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7241255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8290056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239969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3279098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64583737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90334385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5296229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85952331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1883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8215479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84039150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884046E-A8C5-48C1-8A0A-C37BBB40AD6E}" type="slidenum">
              <a:rPr lang="ko-KR" altLang="en-US" smtClean="0"/>
              <a:pPr/>
              <a:t>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2356599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 userDrawn="1"/>
        </p:nvSpPr>
        <p:spPr>
          <a:xfrm>
            <a:off x="6969224" y="6525344"/>
            <a:ext cx="2252220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800" dirty="0"/>
              <a:t>Copyright 2015 INSIGHTLAB. All Right Reserved</a:t>
            </a:r>
            <a:endParaRPr lang="ko-KR" altLang="en-US" sz="800"/>
          </a:p>
        </p:txBody>
      </p:sp>
      <p:grpSp>
        <p:nvGrpSpPr>
          <p:cNvPr id="7" name="Group 4"/>
          <p:cNvGrpSpPr>
            <a:grpSpLocks/>
          </p:cNvGrpSpPr>
          <p:nvPr/>
        </p:nvGrpSpPr>
        <p:grpSpPr bwMode="auto">
          <a:xfrm>
            <a:off x="0" y="2699395"/>
            <a:ext cx="9906000" cy="1224677"/>
            <a:chOff x="2400" y="942"/>
            <a:chExt cx="4320" cy="834"/>
          </a:xfrm>
        </p:grpSpPr>
        <p:sp>
          <p:nvSpPr>
            <p:cNvPr id="13" name="Line 5"/>
            <p:cNvSpPr>
              <a:spLocks noChangeShapeType="1"/>
            </p:cNvSpPr>
            <p:nvPr/>
          </p:nvSpPr>
          <p:spPr bwMode="auto">
            <a:xfrm>
              <a:off x="2400" y="1536"/>
              <a:ext cx="4320" cy="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" name="Line 6"/>
            <p:cNvSpPr>
              <a:spLocks noChangeShapeType="1"/>
            </p:cNvSpPr>
            <p:nvPr/>
          </p:nvSpPr>
          <p:spPr bwMode="auto">
            <a:xfrm>
              <a:off x="2400" y="1776"/>
              <a:ext cx="4320" cy="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" name="Line 5"/>
            <p:cNvSpPr>
              <a:spLocks noChangeShapeType="1"/>
            </p:cNvSpPr>
            <p:nvPr/>
          </p:nvSpPr>
          <p:spPr bwMode="auto">
            <a:xfrm>
              <a:off x="2400" y="942"/>
              <a:ext cx="4320" cy="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413271" y="3681961"/>
            <a:ext cx="2376000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lvl1pPr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40481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808038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212850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161766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0748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5320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29892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4464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dist">
              <a:spcBef>
                <a:spcPct val="50000"/>
              </a:spcBef>
            </a:pPr>
            <a:r>
              <a:rPr lang="en-US" altLang="ko-KR" sz="900" b="1">
                <a:latin typeface="+mn-lt"/>
              </a:rPr>
              <a:t>WEBSITE STORY BOARD </a:t>
            </a:r>
          </a:p>
        </p:txBody>
      </p:sp>
      <p:sp>
        <p:nvSpPr>
          <p:cNvPr id="3" name="텍스트 개체 틀 2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1394221" y="2818220"/>
            <a:ext cx="7812000" cy="615553"/>
          </a:xfrm>
          <a:prstGeom prst="rect">
            <a:avLst/>
          </a:prstGeom>
        </p:spPr>
        <p:txBody>
          <a:bodyPr wrap="none" lIns="0" tIns="0" rIns="0" bIns="0" anchor="t">
            <a:noAutofit/>
          </a:bodyPr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4000" b="0" smtClean="0">
                <a:latin typeface="+mj-ea"/>
                <a:ea typeface="+mj-ea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ko-KR" altLang="en-US"/>
              <a:t>프로젝트 제목</a:t>
            </a:r>
          </a:p>
        </p:txBody>
      </p:sp>
      <p:sp>
        <p:nvSpPr>
          <p:cNvPr id="36" name="텍스트 개체 틀 2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4680096" y="3681961"/>
            <a:ext cx="756000" cy="138499"/>
          </a:xfrm>
          <a:prstGeom prst="rect">
            <a:avLst/>
          </a:prstGeom>
        </p:spPr>
        <p:txBody>
          <a:bodyPr wrap="none" lIns="0" tIns="0" rIns="0" bIns="0" anchor="t">
            <a:noAutofit/>
          </a:bodyPr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900" b="1" smtClean="0">
                <a:latin typeface="+mn-lt"/>
                <a:ea typeface="+mj-ea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/>
              <a:t>YYYY/MM/DD</a:t>
            </a:r>
            <a:endParaRPr lang="ko-KR" altLang="en-US"/>
          </a:p>
        </p:txBody>
      </p:sp>
      <p:sp>
        <p:nvSpPr>
          <p:cNvPr id="37" name="Text Box 7"/>
          <p:cNvSpPr txBox="1">
            <a:spLocks noChangeArrowheads="1"/>
          </p:cNvSpPr>
          <p:nvPr userDrawn="1"/>
        </p:nvSpPr>
        <p:spPr bwMode="auto">
          <a:xfrm>
            <a:off x="4036380" y="3681961"/>
            <a:ext cx="636393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lvl1pPr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40481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808038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212850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161766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0748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5320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29892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4464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>
              <a:spcBef>
                <a:spcPct val="50000"/>
              </a:spcBef>
            </a:pPr>
            <a:r>
              <a:rPr lang="en-US" altLang="ko-KR" sz="900" b="1">
                <a:latin typeface="+mn-lt"/>
              </a:rPr>
              <a:t>|    </a:t>
            </a:r>
            <a:r>
              <a:rPr lang="ko-KR" altLang="en-US" sz="900" b="1">
                <a:latin typeface="+mn-lt"/>
              </a:rPr>
              <a:t>작성일  </a:t>
            </a:r>
            <a:r>
              <a:rPr lang="en-US" altLang="ko-KR" sz="900" b="1">
                <a:latin typeface="+mn-lt"/>
              </a:rPr>
              <a:t>: </a:t>
            </a:r>
          </a:p>
        </p:txBody>
      </p:sp>
      <p:sp>
        <p:nvSpPr>
          <p:cNvPr id="38" name="텍스트 개체 틀 2"/>
          <p:cNvSpPr>
            <a:spLocks noGrp="1"/>
          </p:cNvSpPr>
          <p:nvPr>
            <p:ph type="body" sz="quarter" idx="12" hasCustomPrompt="1"/>
          </p:nvPr>
        </p:nvSpPr>
        <p:spPr>
          <a:xfrm>
            <a:off x="6271515" y="3681961"/>
            <a:ext cx="756000" cy="138499"/>
          </a:xfrm>
          <a:prstGeom prst="rect">
            <a:avLst/>
          </a:prstGeom>
        </p:spPr>
        <p:txBody>
          <a:bodyPr wrap="none" lIns="0" tIns="0" rIns="0" bIns="0" anchor="t">
            <a:noAutofit/>
          </a:bodyPr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900" b="1" smtClean="0">
                <a:latin typeface="+mn-lt"/>
                <a:ea typeface="+mj-ea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/>
              <a:t>0.X</a:t>
            </a:r>
            <a:endParaRPr lang="ko-KR" altLang="en-US"/>
          </a:p>
        </p:txBody>
      </p:sp>
      <p:sp>
        <p:nvSpPr>
          <p:cNvPr id="40" name="Text Box 7"/>
          <p:cNvSpPr txBox="1">
            <a:spLocks noChangeArrowheads="1"/>
          </p:cNvSpPr>
          <p:nvPr userDrawn="1"/>
        </p:nvSpPr>
        <p:spPr bwMode="auto">
          <a:xfrm>
            <a:off x="5534397" y="3681961"/>
            <a:ext cx="718145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lvl1pPr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40481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808038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212850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1617663" defTabSz="808038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0748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5320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29892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446463" defTabSz="808038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l">
              <a:spcBef>
                <a:spcPct val="50000"/>
              </a:spcBef>
            </a:pPr>
            <a:r>
              <a:rPr lang="en-US" altLang="ko-KR" sz="900" b="1">
                <a:latin typeface="+mn-lt"/>
              </a:rPr>
              <a:t>|    Version  : </a:t>
            </a:r>
          </a:p>
        </p:txBody>
      </p:sp>
      <p:pic>
        <p:nvPicPr>
          <p:cNvPr id="21" name="Picture 8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269559" y="6469286"/>
            <a:ext cx="1584176" cy="235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6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540892765"/>
              </p:ext>
            </p:extLst>
          </p:nvPr>
        </p:nvGraphicFramePr>
        <p:xfrm>
          <a:off x="19050" y="30163"/>
          <a:ext cx="9855736" cy="679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79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054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4482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>
                          <a:solidFill>
                            <a:schemeClr val="bg1"/>
                          </a:solidFill>
                          <a:latin typeface="돋움" pitchFamily="50" charset="-127"/>
                          <a:ea typeface="돋움" pitchFamily="50" charset="-127"/>
                        </a:rPr>
                        <a:t>메뉴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>
                          <a:solidFill>
                            <a:schemeClr val="bg1"/>
                          </a:solidFill>
                          <a:latin typeface="돋움" pitchFamily="50" charset="-127"/>
                          <a:ea typeface="돋움" pitchFamily="50" charset="-127"/>
                        </a:rPr>
                        <a:t>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i="0">
                          <a:solidFill>
                            <a:schemeClr val="bg1"/>
                          </a:solidFill>
                          <a:latin typeface="Arial" pitchFamily="34" charset="0"/>
                          <a:ea typeface="돋움" pitchFamily="50" charset="-127"/>
                          <a:cs typeface="Arial" pitchFamily="34" charset="0"/>
                        </a:rPr>
                        <a:t>화면설명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72000">
                <a:tc gridSpan="4">
                  <a:txBody>
                    <a:bodyPr/>
                    <a:lstStyle/>
                    <a:p>
                      <a:pPr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 gridSpan="4">
                  <a:txBody>
                    <a:bodyPr/>
                    <a:lstStyle/>
                    <a:p>
                      <a:pPr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>
                          <a:solidFill>
                            <a:schemeClr val="bg1"/>
                          </a:solidFill>
                          <a:latin typeface="돋움" pitchFamily="50" charset="-127"/>
                          <a:ea typeface="돋움" pitchFamily="50" charset="-127"/>
                        </a:rPr>
                        <a:t>-      -</a:t>
                      </a:r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067440" y="6645875"/>
            <a:ext cx="213767" cy="138499"/>
          </a:xfrm>
          <a:prstGeom prst="rect">
            <a:avLst/>
          </a:prstGeom>
        </p:spPr>
        <p:txBody>
          <a:bodyPr wrap="none" lIns="36000" tIns="0" rIns="36000" bIns="0" anchor="ctr" anchorCtr="0">
            <a:spAutoFit/>
          </a:bodyPr>
          <a:lstStyle>
            <a:lvl1pPr algn="ctr">
              <a:defRPr sz="900" b="1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9E41B634-5682-4388-99E7-FE44DCFD254B}" type="slidenum">
              <a:rPr lang="ko-KR" altLang="en-US" smtClean="0"/>
              <a:pPr>
                <a:defRPr/>
              </a:pPr>
              <a:t>‹#›</a:t>
            </a:fld>
            <a:endParaRPr lang="ko-KR" altLang="en-US"/>
          </a:p>
        </p:txBody>
      </p:sp>
      <p:sp>
        <p:nvSpPr>
          <p:cNvPr id="20" name="텍스트 개체 틀 19"/>
          <p:cNvSpPr>
            <a:spLocks noGrp="1"/>
          </p:cNvSpPr>
          <p:nvPr>
            <p:ph type="body" sz="quarter" idx="10"/>
          </p:nvPr>
        </p:nvSpPr>
        <p:spPr>
          <a:xfrm>
            <a:off x="6023595" y="63674"/>
            <a:ext cx="2376000" cy="13849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>
              <a:defRPr sz="900" b="0"/>
            </a:lvl1pPr>
          </a:lstStyle>
          <a:p>
            <a:pPr lvl="0"/>
            <a:endParaRPr lang="ko-KR" altLang="en-US"/>
          </a:p>
        </p:txBody>
      </p:sp>
      <p:sp>
        <p:nvSpPr>
          <p:cNvPr id="21" name="텍스트 개체 틀 19"/>
          <p:cNvSpPr>
            <a:spLocks noGrp="1"/>
          </p:cNvSpPr>
          <p:nvPr>
            <p:ph type="body" sz="quarter" idx="11"/>
          </p:nvPr>
        </p:nvSpPr>
        <p:spPr>
          <a:xfrm>
            <a:off x="606245" y="63674"/>
            <a:ext cx="4824000" cy="13849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>
              <a:defRPr sz="900" b="0"/>
            </a:lvl1pPr>
          </a:lstStyle>
          <a:p>
            <a:pPr lvl="0"/>
            <a:endParaRPr lang="ko-KR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 및 내용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9"/>
          <p:cNvSpPr/>
          <p:nvPr userDrawn="1"/>
        </p:nvSpPr>
        <p:spPr>
          <a:xfrm>
            <a:off x="9728423" y="0"/>
            <a:ext cx="180000" cy="48463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8"/>
          <p:cNvSpPr/>
          <p:nvPr userDrawn="1"/>
        </p:nvSpPr>
        <p:spPr>
          <a:xfrm>
            <a:off x="9728423" y="3933056"/>
            <a:ext cx="180000" cy="2924944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760526247"/>
              </p:ext>
            </p:extLst>
          </p:nvPr>
        </p:nvGraphicFramePr>
        <p:xfrm>
          <a:off x="19050" y="30163"/>
          <a:ext cx="9684000" cy="679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8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72000">
                <a:tc>
                  <a:txBody>
                    <a:bodyPr/>
                    <a:lstStyle/>
                    <a:p>
                      <a:pPr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900" b="0">
                        <a:solidFill>
                          <a:schemeClr val="bg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65981" y="49957"/>
            <a:ext cx="3959845" cy="161583"/>
          </a:xfrm>
          <a:prstGeom prst="rect">
            <a:avLst/>
          </a:prstGeom>
        </p:spPr>
        <p:txBody>
          <a:bodyPr lIns="0" tIns="0" rIns="0" bIns="0">
            <a:spAutoFit/>
          </a:bodyPr>
          <a:lstStyle>
            <a:lvl1pPr>
              <a:defRPr sz="1050">
                <a:solidFill>
                  <a:schemeClr val="bg1"/>
                </a:solidFill>
              </a:defRPr>
            </a:lvl1pPr>
          </a:lstStyle>
          <a:p>
            <a:pPr lvl="0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926466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1447801"/>
            <a:ext cx="8420100" cy="4321175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defRPr sz="8800" b="0" cap="all" spc="-80" baseline="0">
                <a:solidFill>
                  <a:schemeClr val="tx1"/>
                </a:solidFill>
              </a:defRPr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95300" y="228601"/>
            <a:ext cx="8420100" cy="106680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 b="0" cap="all" spc="120" baseline="0">
                <a:solidFill>
                  <a:schemeClr val="tx2"/>
                </a:solidFill>
                <a:latin typeface="+mj-lt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1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2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152718"/>
            <a:ext cx="6273800" cy="13716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766570" y="1574800"/>
            <a:ext cx="356616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14340" y="1574800"/>
            <a:ext cx="356616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152718"/>
            <a:ext cx="6273800" cy="13716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763268" y="1572768"/>
            <a:ext cx="3566160" cy="63976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buNone/>
              <a:defRPr sz="1800" b="0" cap="all" spc="100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763268" y="2259366"/>
            <a:ext cx="3566160" cy="3840480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517642" y="1572768"/>
            <a:ext cx="3566160" cy="63976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buNone/>
              <a:defRPr lang="en-US" sz="1800" b="0" kern="1200" cap="all" spc="100" baseline="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marL="0" lvl="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</a:pPr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517642" y="2259366"/>
            <a:ext cx="3566160" cy="3840480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152718"/>
            <a:ext cx="6273800" cy="13716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72971" y="1600200"/>
            <a:ext cx="5537729" cy="4480560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95300" y="1600200"/>
            <a:ext cx="3259006" cy="448056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>
          <a:xfrm>
            <a:off x="495300" y="152718"/>
            <a:ext cx="6273800" cy="13716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9751218" y="4846320"/>
            <a:ext cx="154782" cy="20116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-1" y="0"/>
            <a:ext cx="9750950" cy="484632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95300" y="5715000"/>
            <a:ext cx="8832850" cy="4572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>
          <a:xfrm>
            <a:off x="495300" y="4953000"/>
            <a:ext cx="8832850" cy="762000"/>
          </a:xfrm>
          <a:prstGeom prst="rect">
            <a:avLst/>
          </a:prstGeom>
        </p:spPr>
        <p:txBody>
          <a:bodyPr anchor="t">
            <a:normAutofit/>
          </a:bodyPr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10" name="Rectangle 9"/>
          <p:cNvSpPr/>
          <p:nvPr/>
        </p:nvSpPr>
        <p:spPr>
          <a:xfrm>
            <a:off x="9751218" y="0"/>
            <a:ext cx="154782" cy="484632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152718"/>
            <a:ext cx="6273800" cy="13716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95300" y="1752601"/>
            <a:ext cx="8255000" cy="43735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181850" y="274639"/>
            <a:ext cx="2228850" cy="5851525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95300" y="274639"/>
            <a:ext cx="652145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6172201"/>
            <a:ext cx="3714750" cy="304800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95300" y="6492876"/>
            <a:ext cx="3714750" cy="283845"/>
          </a:xfrm>
          <a:prstGeom prst="rect">
            <a:avLst/>
          </a:prstGeom>
        </p:spPr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 rot="16200000">
            <a:off x="8967814" y="5870284"/>
            <a:ext cx="1315721" cy="395552"/>
          </a:xfrm>
          <a:prstGeom prst="rect">
            <a:avLst/>
          </a:prstGeom>
        </p:spPr>
        <p:txBody>
          <a:bodyPr/>
          <a:lstStyle/>
          <a:p>
            <a:fld id="{ABFCFCC8-316A-47DE-A400-916B2561717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2375576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949" r:id="rId1"/>
    <p:sldLayoutId id="2147483950" r:id="rId2"/>
    <p:sldLayoutId id="2147483960" r:id="rId3"/>
    <p:sldLayoutId id="2147483951" r:id="rId4"/>
    <p:sldLayoutId id="2147483952" r:id="rId5"/>
    <p:sldLayoutId id="2147483953" r:id="rId6"/>
    <p:sldLayoutId id="2147483954" r:id="rId7"/>
    <p:sldLayoutId id="2147483955" r:id="rId8"/>
    <p:sldLayoutId id="2147483956" r:id="rId9"/>
    <p:sldLayoutId id="2147483957" r:id="rId10"/>
    <p:sldLayoutId id="2147483958" r:id="rId11"/>
    <p:sldLayoutId id="2147483959" r:id="rId12"/>
    <p:sldLayoutId id="2147483961" r:id="rId13"/>
  </p:sldLayoutIdLst>
  <p:hf hdr="0" ftr="0" dt="0"/>
  <p:txStyles>
    <p:titleStyle>
      <a:lvl1pPr algn="l" defTabSz="914400" rtl="0" eaLnBrk="1" latinLnBrk="1" hangingPunct="1">
        <a:spcBef>
          <a:spcPct val="0"/>
        </a:spcBef>
        <a:buNone/>
        <a:defRPr sz="3600" kern="1200" cap="all" spc="-60" baseline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1" hangingPunct="1">
        <a:spcBef>
          <a:spcPct val="20000"/>
        </a:spcBef>
        <a:spcAft>
          <a:spcPts val="600"/>
        </a:spcAft>
        <a:buFont typeface="Arial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indent="-18288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5.jpeg"/><Relationship Id="rId4" Type="http://schemas.openxmlformats.org/officeDocument/2006/relationships/image" Target="../media/image4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5" Type="http://schemas.openxmlformats.org/officeDocument/2006/relationships/image" Target="../media/image10.gif"/><Relationship Id="rId4" Type="http://schemas.openxmlformats.org/officeDocument/2006/relationships/image" Target="../media/image9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image" Target="../media/image17.pn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18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3" Type="http://schemas.openxmlformats.org/officeDocument/2006/relationships/image" Target="../media/image17.pn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18.png"/><Relationship Id="rId9" Type="http://schemas.openxmlformats.org/officeDocument/2006/relationships/image" Target="../media/image24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image" Target="../media/image17.pn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18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.png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.png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.png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.png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30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30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5" Type="http://schemas.openxmlformats.org/officeDocument/2006/relationships/image" Target="../media/image29.png"/><Relationship Id="rId4" Type="http://schemas.openxmlformats.org/officeDocument/2006/relationships/image" Target="../media/image26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5" Type="http://schemas.openxmlformats.org/officeDocument/2006/relationships/image" Target="../media/image29.png"/><Relationship Id="rId4" Type="http://schemas.openxmlformats.org/officeDocument/2006/relationships/image" Target="../media/image26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5" Type="http://schemas.openxmlformats.org/officeDocument/2006/relationships/image" Target="../media/image29.png"/><Relationship Id="rId4" Type="http://schemas.openxmlformats.org/officeDocument/2006/relationships/image" Target="../media/image26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31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31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31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32.gif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25.png"/><Relationship Id="rId7" Type="http://schemas.openxmlformats.org/officeDocument/2006/relationships/image" Target="../media/image33.jpe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7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32.gif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13" Type="http://schemas.openxmlformats.org/officeDocument/2006/relationships/image" Target="../media/image46.png"/><Relationship Id="rId3" Type="http://schemas.openxmlformats.org/officeDocument/2006/relationships/image" Target="../media/image25.png"/><Relationship Id="rId7" Type="http://schemas.openxmlformats.org/officeDocument/2006/relationships/image" Target="../media/image40.png"/><Relationship Id="rId12" Type="http://schemas.openxmlformats.org/officeDocument/2006/relationships/image" Target="../media/image45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.png"/><Relationship Id="rId11" Type="http://schemas.openxmlformats.org/officeDocument/2006/relationships/image" Target="../media/image44.png"/><Relationship Id="rId5" Type="http://schemas.openxmlformats.org/officeDocument/2006/relationships/image" Target="../media/image19.png"/><Relationship Id="rId15" Type="http://schemas.openxmlformats.org/officeDocument/2006/relationships/image" Target="../media/image48.png"/><Relationship Id="rId10" Type="http://schemas.openxmlformats.org/officeDocument/2006/relationships/image" Target="../media/image43.png"/><Relationship Id="rId4" Type="http://schemas.openxmlformats.org/officeDocument/2006/relationships/image" Target="../media/image26.png"/><Relationship Id="rId9" Type="http://schemas.openxmlformats.org/officeDocument/2006/relationships/image" Target="../media/image42.png"/><Relationship Id="rId14" Type="http://schemas.openxmlformats.org/officeDocument/2006/relationships/image" Target="../media/image47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.png"/><Relationship Id="rId3" Type="http://schemas.openxmlformats.org/officeDocument/2006/relationships/image" Target="../media/image25.png"/><Relationship Id="rId7" Type="http://schemas.openxmlformats.org/officeDocument/2006/relationships/image" Target="../media/image50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3" Type="http://schemas.openxmlformats.org/officeDocument/2006/relationships/image" Target="../media/image25.png"/><Relationship Id="rId7" Type="http://schemas.openxmlformats.org/officeDocument/2006/relationships/image" Target="../media/image36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.jpeg"/><Relationship Id="rId5" Type="http://schemas.openxmlformats.org/officeDocument/2006/relationships/image" Target="../media/image19.png"/><Relationship Id="rId10" Type="http://schemas.openxmlformats.org/officeDocument/2006/relationships/image" Target="../media/image49.png"/><Relationship Id="rId4" Type="http://schemas.openxmlformats.org/officeDocument/2006/relationships/image" Target="../media/image26.png"/><Relationship Id="rId9" Type="http://schemas.openxmlformats.org/officeDocument/2006/relationships/image" Target="../media/image38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5" Type="http://schemas.openxmlformats.org/officeDocument/2006/relationships/image" Target="../media/image29.png"/><Relationship Id="rId4" Type="http://schemas.openxmlformats.org/officeDocument/2006/relationships/image" Target="../media/image26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5" Type="http://schemas.openxmlformats.org/officeDocument/2006/relationships/image" Target="../media/image29.png"/><Relationship Id="rId4" Type="http://schemas.openxmlformats.org/officeDocument/2006/relationships/image" Target="../media/image26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5" Type="http://schemas.openxmlformats.org/officeDocument/2006/relationships/image" Target="../media/image29.png"/><Relationship Id="rId4" Type="http://schemas.openxmlformats.org/officeDocument/2006/relationships/image" Target="../media/image26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5" Type="http://schemas.openxmlformats.org/officeDocument/2006/relationships/image" Target="../media/image29.png"/><Relationship Id="rId4" Type="http://schemas.openxmlformats.org/officeDocument/2006/relationships/image" Target="../media/image26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50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.png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9.png"/><Relationship Id="rId4" Type="http://schemas.openxmlformats.org/officeDocument/2006/relationships/image" Target="../media/image26.png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Line 422">
            <a:extLst>
              <a:ext uri="{FF2B5EF4-FFF2-40B4-BE49-F238E27FC236}">
                <a16:creationId xmlns:a16="http://schemas.microsoft.com/office/drawing/2014/main" id="{22BA4FA9-8ABD-489B-86CA-7B858355A5B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976" y="2687638"/>
            <a:ext cx="9047163" cy="0"/>
          </a:xfrm>
          <a:prstGeom prst="line">
            <a:avLst/>
          </a:prstGeom>
          <a:noFill/>
          <a:ln w="317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Text Box 423">
            <a:extLst>
              <a:ext uri="{FF2B5EF4-FFF2-40B4-BE49-F238E27FC236}">
                <a16:creationId xmlns:a16="http://schemas.microsoft.com/office/drawing/2014/main" id="{0A891955-1C33-4136-B95E-012299335F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20975" y="2184402"/>
            <a:ext cx="6756400" cy="52322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 latinLnBrk="0">
              <a:spcBef>
                <a:spcPct val="50000"/>
              </a:spcBef>
            </a:pPr>
            <a:r>
              <a:rPr lang="ko-KR" altLang="en-US" sz="2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화면 설계서</a:t>
            </a:r>
          </a:p>
        </p:txBody>
      </p:sp>
      <p:sp>
        <p:nvSpPr>
          <p:cNvPr id="16" name="Text Box 425">
            <a:extLst>
              <a:ext uri="{FF2B5EF4-FFF2-40B4-BE49-F238E27FC236}">
                <a16:creationId xmlns:a16="http://schemas.microsoft.com/office/drawing/2014/main" id="{DB63DBB6-FE6F-487C-B5AB-10B426DC4D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0944" y="3818155"/>
            <a:ext cx="2128837" cy="27463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 latinLnBrk="0">
              <a:spcBef>
                <a:spcPct val="50000"/>
              </a:spcBef>
            </a:pPr>
            <a:r>
              <a: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Ver. 1.0</a:t>
            </a:r>
          </a:p>
        </p:txBody>
      </p:sp>
      <p:sp>
        <p:nvSpPr>
          <p:cNvPr id="17" name="Text Box 448">
            <a:extLst>
              <a:ext uri="{FF2B5EF4-FFF2-40B4-BE49-F238E27FC236}">
                <a16:creationId xmlns:a16="http://schemas.microsoft.com/office/drawing/2014/main" id="{D0B9ABB4-77B1-4097-BD78-549BE6983C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4119" y="4302851"/>
            <a:ext cx="1352550" cy="56630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 eaLnBrk="0" latinLnBrk="0" hangingPunct="0">
              <a:spcBef>
                <a:spcPct val="20000"/>
              </a:spcBef>
            </a:pPr>
            <a:r>
              <a:rPr kumimoji="0"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시스템명</a:t>
            </a:r>
            <a:r>
              <a:rPr kumimoji="0"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</a:p>
          <a:p>
            <a:pPr algn="r" eaLnBrk="0" latinLnBrk="0" hangingPunct="0">
              <a:spcBef>
                <a:spcPct val="20000"/>
              </a:spcBef>
            </a:pPr>
            <a:r>
              <a:rPr kumimoji="0"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단계명</a:t>
            </a:r>
            <a:r>
              <a:rPr kumimoji="0"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</a:p>
        </p:txBody>
      </p:sp>
      <p:sp>
        <p:nvSpPr>
          <p:cNvPr id="18" name="Text Box 453">
            <a:extLst>
              <a:ext uri="{FF2B5EF4-FFF2-40B4-BE49-F238E27FC236}">
                <a16:creationId xmlns:a16="http://schemas.microsoft.com/office/drawing/2014/main" id="{25373915-B57C-4199-8BAB-A203137148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0944" y="4302851"/>
            <a:ext cx="1982975" cy="56630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latinLnBrk="0" hangingPunct="0">
              <a:spcBef>
                <a:spcPct val="20000"/>
              </a:spcBef>
            </a:pPr>
            <a:r>
              <a:rPr kumimoji="0"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시스템 포털</a:t>
            </a:r>
            <a:endParaRPr kumimoji="0" lang="en-US" altLang="ko-KR" sz="1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eaLnBrk="0" latinLnBrk="0" hangingPunct="0">
              <a:spcBef>
                <a:spcPct val="20000"/>
              </a:spcBef>
            </a:pPr>
            <a:r>
              <a:rPr kumimoji="0"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설계</a:t>
            </a:r>
          </a:p>
        </p:txBody>
      </p:sp>
      <p:sp>
        <p:nvSpPr>
          <p:cNvPr id="19" name="Rectangle 4">
            <a:extLst>
              <a:ext uri="{FF2B5EF4-FFF2-40B4-BE49-F238E27FC236}">
                <a16:creationId xmlns:a16="http://schemas.microsoft.com/office/drawing/2014/main" id="{8034A1AE-18CB-44FE-A1A0-47B6A1F5E8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3934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Text Box 426">
            <a:extLst>
              <a:ext uri="{FF2B5EF4-FFF2-40B4-BE49-F238E27FC236}">
                <a16:creationId xmlns:a16="http://schemas.microsoft.com/office/drawing/2014/main" id="{9CBFF8BD-645C-44E8-AC5E-1919B3715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5480" y="1376363"/>
            <a:ext cx="72214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1pPr>
            <a:lvl2pPr marL="742950" indent="-285750" eaLnBrk="0" hangingPunct="0"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2pPr>
            <a:lvl3pPr marL="1143000" indent="-228600" eaLnBrk="0" hangingPunct="0"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3pPr>
            <a:lvl4pPr marL="1600200" indent="-228600" eaLnBrk="0" hangingPunct="0"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4pPr>
            <a:lvl5pPr marL="2057400" indent="-228600" eaLnBrk="0" hangingPunct="0"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pitchFamily="34" charset="0"/>
                <a:ea typeface="굴림" pitchFamily="50" charset="-127"/>
              </a:defRPr>
            </a:lvl9pPr>
          </a:lstStyle>
          <a:p>
            <a:pPr algn="r" eaLnBrk="1" latinLnBrk="0" hangingPunct="1">
              <a:spcBef>
                <a:spcPct val="50000"/>
              </a:spcBef>
            </a:pPr>
            <a:r>
              <a:rPr lang="ko-KR" altLang="en-US" sz="20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한국동서발전</a:t>
            </a:r>
            <a:r>
              <a:rPr lang="ko-KR" altLang="en-US" sz="2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서비스 포털 개발</a:t>
            </a:r>
          </a:p>
        </p:txBody>
      </p:sp>
      <p:pic>
        <p:nvPicPr>
          <p:cNvPr id="21" name="그림 20">
            <a:extLst>
              <a:ext uri="{FF2B5EF4-FFF2-40B4-BE49-F238E27FC236}">
                <a16:creationId xmlns:a16="http://schemas.microsoft.com/office/drawing/2014/main" id="{163582C6-624E-4114-B5C9-A89CDC7E19B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91456" y="6058287"/>
            <a:ext cx="1571625" cy="416715"/>
          </a:xfrm>
          <a:prstGeom prst="rect">
            <a:avLst/>
          </a:prstGeom>
        </p:spPr>
      </p:pic>
      <p:pic>
        <p:nvPicPr>
          <p:cNvPr id="22" name="그림 21">
            <a:extLst>
              <a:ext uri="{FF2B5EF4-FFF2-40B4-BE49-F238E27FC236}">
                <a16:creationId xmlns:a16="http://schemas.microsoft.com/office/drawing/2014/main" id="{9C64EEC2-E296-46A5-9D16-CC7E4F84C983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4488" y="5978612"/>
            <a:ext cx="1537438" cy="576063"/>
          </a:xfrm>
          <a:prstGeom prst="rect">
            <a:avLst/>
          </a:prstGeom>
        </p:spPr>
      </p:pic>
      <p:pic>
        <p:nvPicPr>
          <p:cNvPr id="23" name="그림 22" descr="ëìë°ì ì ëí ì´ë¯¸ì§ ê²ìê²°ê³¼">
            <a:extLst>
              <a:ext uri="{FF2B5EF4-FFF2-40B4-BE49-F238E27FC236}">
                <a16:creationId xmlns:a16="http://schemas.microsoft.com/office/drawing/2014/main" id="{77D27B3B-2BF2-4CFA-A5C9-D3758273B7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9482" y="193020"/>
            <a:ext cx="2962275" cy="3364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1F67DA71-532B-4323-91AD-23A132BEDA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2283513"/>
              </p:ext>
            </p:extLst>
          </p:nvPr>
        </p:nvGraphicFramePr>
        <p:xfrm>
          <a:off x="6681192" y="3300241"/>
          <a:ext cx="2715140" cy="400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5140">
                  <a:extLst>
                    <a:ext uri="{9D8B030D-6E8A-4147-A177-3AD203B41FA5}">
                      <a16:colId xmlns:a16="http://schemas.microsoft.com/office/drawing/2014/main" val="194916643"/>
                    </a:ext>
                  </a:extLst>
                </a:gridCol>
              </a:tblGrid>
              <a:tr h="374015">
                <a:tc>
                  <a:txBody>
                    <a:bodyPr/>
                    <a:lstStyle/>
                    <a:p>
                      <a:pPr algn="r" latinLnBrk="0">
                        <a:lnSpc>
                          <a:spcPct val="160000"/>
                        </a:lnSpc>
                        <a:spcAft>
                          <a:spcPts val="0"/>
                        </a:spcAft>
                      </a:pPr>
                      <a:r>
                        <a:rPr lang="ko-KR" sz="1900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문서 번호</a:t>
                      </a:r>
                      <a:r>
                        <a:rPr lang="en-US" sz="1900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: HK-ESP-013</a:t>
                      </a:r>
                      <a:endParaRPr lang="ko-KR" sz="1100" kern="1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8202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696318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 Box 148"/>
          <p:cNvSpPr txBox="1">
            <a:spLocks noChangeArrowheads="1"/>
          </p:cNvSpPr>
          <p:nvPr/>
        </p:nvSpPr>
        <p:spPr bwMode="auto">
          <a:xfrm>
            <a:off x="3729780" y="504109"/>
            <a:ext cx="285313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4" tIns="45711" rIns="91424" bIns="45711">
            <a:spAutoFit/>
          </a:bodyPr>
          <a:lstStyle>
            <a:lvl1pPr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1pPr>
            <a:lvl2pPr marL="742950" indent="-28575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2pPr>
            <a:lvl3pPr marL="11430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3pPr>
            <a:lvl4pPr marL="16002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4pPr>
            <a:lvl5pPr marL="20574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9pPr>
          </a:lstStyle>
          <a:p>
            <a:pPr algn="ctr" latinLnBrk="0"/>
            <a:r>
              <a:rPr kumimoji="0" lang="ko-KR" altLang="en-US" sz="1400" b="1" u="sng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개 정 이 </a:t>
            </a:r>
            <a:r>
              <a:rPr kumimoji="0" lang="ko-KR" altLang="en-US" sz="1400" b="1" u="sng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력</a:t>
            </a:r>
            <a:endParaRPr kumimoji="0" lang="ko-KR" altLang="en-US" sz="1400" b="1" u="sng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Text Box 289"/>
          <p:cNvSpPr txBox="1">
            <a:spLocks noChangeArrowheads="1"/>
          </p:cNvSpPr>
          <p:nvPr/>
        </p:nvSpPr>
        <p:spPr bwMode="auto">
          <a:xfrm>
            <a:off x="159492" y="5980122"/>
            <a:ext cx="55948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1pPr>
            <a:lvl2pPr marL="742950" indent="-28575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2pPr>
            <a:lvl3pPr marL="11430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3pPr>
            <a:lvl4pPr marL="16002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4pPr>
            <a:lvl5pPr marL="2057400" indent="-228600" eaLnBrk="0" hangingPunct="0"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" charset="0"/>
                <a:ea typeface="굴림" charset="-127"/>
              </a:defRPr>
            </a:lvl9pPr>
          </a:lstStyle>
          <a:p>
            <a:pPr eaLnBrk="1" latinLnBrk="0" hangingPunct="1"/>
            <a:r>
              <a:rPr lang="en-US" altLang="ko-KR" baseline="30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변경 사유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변경 내용이 이전 문서에 대해 최초작성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승인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 중 선택 기입</a:t>
            </a:r>
          </a:p>
          <a:p>
            <a:pPr eaLnBrk="1" latinLnBrk="0" hangingPunct="1"/>
            <a:r>
              <a:rPr lang="en-US" altLang="ko-KR" baseline="30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변경 내용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변경이 발생되는 위치와 변경 내용을 자세히 기록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절과 변경 내용을 기술한다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.) </a:t>
            </a:r>
          </a:p>
        </p:txBody>
      </p:sp>
      <p:graphicFrame>
        <p:nvGraphicFramePr>
          <p:cNvPr id="11" name="Group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2280713"/>
              </p:ext>
            </p:extLst>
          </p:nvPr>
        </p:nvGraphicFramePr>
        <p:xfrm>
          <a:off x="245482" y="947021"/>
          <a:ext cx="9430148" cy="4984236"/>
        </p:xfrm>
        <a:graphic>
          <a:graphicData uri="http://schemas.openxmlformats.org/drawingml/2006/table">
            <a:tbl>
              <a:tblPr/>
              <a:tblGrid>
                <a:gridCol w="8781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63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44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889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1542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368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90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버전</a:t>
                      </a:r>
                    </a:p>
                  </a:txBody>
                  <a:tcPr marL="99060" marR="9906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변경일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변경사유</a:t>
                      </a:r>
                      <a:r>
                        <a:rPr kumimoji="0" lang="en-US" altLang="ko-KR" sz="1100" b="1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변경내용</a:t>
                      </a:r>
                      <a:r>
                        <a:rPr kumimoji="0" lang="en-US" altLang="ko-KR" sz="1100" b="1" i="0" u="none" strike="noStrike" cap="none" normalizeH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작성자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승인자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Ver. 1.0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2018-07-17</a:t>
                      </a:r>
                    </a:p>
                  </a:txBody>
                  <a:tcPr marL="99060" marR="9906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최초작성</a:t>
                      </a: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산출물 최초작성</a:t>
                      </a: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김진오</a:t>
                      </a:r>
                      <a:endParaRPr kumimoji="1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548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1705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325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777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7500" marR="97500" marT="46800" marB="468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3" name="TextBox 2"/>
          <p:cNvSpPr txBox="1"/>
          <p:nvPr/>
        </p:nvSpPr>
        <p:spPr>
          <a:xfrm>
            <a:off x="99895" y="-3035"/>
            <a:ext cx="2225289" cy="2616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ko-KR" altLang="en-US" sz="11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한국동서발전</a:t>
            </a:r>
            <a:r>
              <a: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서비스 포털 개발</a:t>
            </a:r>
            <a:endParaRPr lang="ko-KR" altLang="en-US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37698" y="6125196"/>
            <a:ext cx="1798834" cy="7061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824950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3584673"/>
              </p:ext>
            </p:extLst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로그인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서비스 소개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ID/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비밀번호 찾기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서비스 소개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서비스 가입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FAQ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시작 페이지 디자인 시안 확정 후 변경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ewpsp_scr_001 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80" name="그림 79">
            <a:extLst>
              <a:ext uri="{FF2B5EF4-FFF2-40B4-BE49-F238E27FC236}">
                <a16:creationId xmlns:a16="http://schemas.microsoft.com/office/drawing/2014/main" id="{2DD3D857-4DF8-48EC-8B37-019254BB3C1B}"/>
              </a:ext>
            </a:extLst>
          </p:cNvPr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04598" y="276225"/>
            <a:ext cx="4876594" cy="6431287"/>
          </a:xfrm>
          <a:prstGeom prst="rect">
            <a:avLst/>
          </a:prstGeom>
        </p:spPr>
      </p:pic>
      <p:sp>
        <p:nvSpPr>
          <p:cNvPr id="226" name="타원형 설명선 225"/>
          <p:cNvSpPr/>
          <p:nvPr/>
        </p:nvSpPr>
        <p:spPr>
          <a:xfrm>
            <a:off x="2216696" y="296086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1696598" y="34751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3028293" y="34751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2242233" y="34751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3532681" y="34751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978285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소개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소개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5306107"/>
              </p:ext>
            </p:extLst>
          </p:nvPr>
        </p:nvGraphicFramePr>
        <p:xfrm>
          <a:off x="8469313" y="276225"/>
          <a:ext cx="1404000" cy="94752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동서발전 서비스 포털 서비스 소개 페이지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차후 서비스 소개 페이지 문구 및 디자인 변경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ewpsp_scr_002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99166D1-9A1B-4AB1-92D1-E1A827A965D2}"/>
              </a:ext>
            </a:extLst>
          </p:cNvPr>
          <p:cNvCxnSpPr/>
          <p:nvPr/>
        </p:nvCxnSpPr>
        <p:spPr>
          <a:xfrm>
            <a:off x="606245" y="980728"/>
            <a:ext cx="7227075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41319DB-F596-4B53-B2D4-630ECFE1571C}"/>
              </a:ext>
            </a:extLst>
          </p:cNvPr>
          <p:cNvCxnSpPr/>
          <p:nvPr/>
        </p:nvCxnSpPr>
        <p:spPr>
          <a:xfrm>
            <a:off x="606244" y="948924"/>
            <a:ext cx="2880000" cy="0"/>
          </a:xfrm>
          <a:prstGeom prst="line">
            <a:avLst/>
          </a:prstGeom>
          <a:ln w="635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BB058A8-3775-45DA-A9F4-37F4CB6D6AC8}"/>
              </a:ext>
            </a:extLst>
          </p:cNvPr>
          <p:cNvSpPr txBox="1"/>
          <p:nvPr/>
        </p:nvSpPr>
        <p:spPr>
          <a:xfrm>
            <a:off x="550587" y="620688"/>
            <a:ext cx="29786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한국 동서발전 서비스 포털 소개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F56F982A-3DD3-4399-B056-CE34B662B73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93790" y="1646912"/>
            <a:ext cx="1034388" cy="563623"/>
          </a:xfrm>
          <a:prstGeom prst="rect">
            <a:avLst/>
          </a:prstGeom>
        </p:spPr>
      </p:pic>
      <p:pic>
        <p:nvPicPr>
          <p:cNvPr id="1026" name="Picture 2" descr="http://www.pmgrow.co.kr/images/img_solution06_00.jpg">
            <a:extLst>
              <a:ext uri="{FF2B5EF4-FFF2-40B4-BE49-F238E27FC236}">
                <a16:creationId xmlns:a16="http://schemas.microsoft.com/office/drawing/2014/main" id="{2FD06EF1-FF8A-4926-AE10-BE38A9BD42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059" y="1544592"/>
            <a:ext cx="4373597" cy="18843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직사각형 10">
            <a:extLst>
              <a:ext uri="{FF2B5EF4-FFF2-40B4-BE49-F238E27FC236}">
                <a16:creationId xmlns:a16="http://schemas.microsoft.com/office/drawing/2014/main" id="{1A117772-3614-4985-99C9-9FF8C185B3B7}"/>
              </a:ext>
            </a:extLst>
          </p:cNvPr>
          <p:cNvSpPr/>
          <p:nvPr/>
        </p:nvSpPr>
        <p:spPr>
          <a:xfrm>
            <a:off x="793825" y="1185701"/>
            <a:ext cx="4519215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전력의 생산</a:t>
            </a:r>
            <a:r>
              <a:rPr lang="en-US" altLang="ko-KR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변환</a:t>
            </a:r>
            <a:r>
              <a:rPr lang="en-US" altLang="ko-KR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소비 등에 대한 모니터링이 가능한 통합관리 시스템</a:t>
            </a:r>
            <a:endParaRPr lang="ko-KR" altLang="en-US" sz="105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F0FEEF7-862B-445E-AA28-C620114C2F18}"/>
              </a:ext>
            </a:extLst>
          </p:cNvPr>
          <p:cNvSpPr/>
          <p:nvPr/>
        </p:nvSpPr>
        <p:spPr>
          <a:xfrm>
            <a:off x="4833286" y="2996296"/>
            <a:ext cx="432048" cy="252590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E4868A14-C9EB-4A25-819E-AC5177ECF900}"/>
              </a:ext>
            </a:extLst>
          </p:cNvPr>
          <p:cNvCxnSpPr>
            <a:cxnSpLocks/>
            <a:stCxn id="14" idx="0"/>
          </p:cNvCxnSpPr>
          <p:nvPr/>
        </p:nvCxnSpPr>
        <p:spPr>
          <a:xfrm flipV="1">
            <a:off x="5049310" y="2743706"/>
            <a:ext cx="0" cy="252590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연결선: 꺾임 27">
            <a:extLst>
              <a:ext uri="{FF2B5EF4-FFF2-40B4-BE49-F238E27FC236}">
                <a16:creationId xmlns:a16="http://schemas.microsoft.com/office/drawing/2014/main" id="{96C46539-E17D-4329-A713-0EA717D864EC}"/>
              </a:ext>
            </a:extLst>
          </p:cNvPr>
          <p:cNvCxnSpPr>
            <a:cxnSpLocks/>
            <a:stCxn id="14" idx="3"/>
            <a:endCxn id="8" idx="2"/>
          </p:cNvCxnSpPr>
          <p:nvPr/>
        </p:nvCxnSpPr>
        <p:spPr>
          <a:xfrm flipV="1">
            <a:off x="5265334" y="2210535"/>
            <a:ext cx="1145650" cy="912056"/>
          </a:xfrm>
          <a:prstGeom prst="bentConnector2">
            <a:avLst/>
          </a:prstGeom>
          <a:ln w="50800"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5" name="직선 화살표 연결선 224">
            <a:extLst>
              <a:ext uri="{FF2B5EF4-FFF2-40B4-BE49-F238E27FC236}">
                <a16:creationId xmlns:a16="http://schemas.microsoft.com/office/drawing/2014/main" id="{D6AFB2A1-72FE-42E2-9CF0-C29F487D9400}"/>
              </a:ext>
            </a:extLst>
          </p:cNvPr>
          <p:cNvCxnSpPr/>
          <p:nvPr/>
        </p:nvCxnSpPr>
        <p:spPr>
          <a:xfrm flipH="1">
            <a:off x="4358665" y="1916832"/>
            <a:ext cx="1535125" cy="0"/>
          </a:xfrm>
          <a:prstGeom prst="straightConnector1">
            <a:avLst/>
          </a:prstGeom>
          <a:ln w="50800"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TextBox 228">
            <a:extLst>
              <a:ext uri="{FF2B5EF4-FFF2-40B4-BE49-F238E27FC236}">
                <a16:creationId xmlns:a16="http://schemas.microsoft.com/office/drawing/2014/main" id="{C6F3F390-D5C3-451F-9C95-DA815B76962D}"/>
              </a:ext>
            </a:extLst>
          </p:cNvPr>
          <p:cNvSpPr txBox="1"/>
          <p:nvPr/>
        </p:nvSpPr>
        <p:spPr>
          <a:xfrm>
            <a:off x="875210" y="3429000"/>
            <a:ext cx="6552728" cy="4810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IoT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기기와 연계한 각각의 고객 사이트와 전체 사이트의 실시간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과거의 사용량과 미래의 예측량을 모니터링 하고 충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9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방전량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ESS 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서비스를 통한 실적 및 수익 정보를 조회할 수 있는 서비스 포털 서비스입니다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378050" y="460425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30F6D088-13C1-4FB2-99F7-66AE63AF2450}"/>
              </a:ext>
            </a:extLst>
          </p:cNvPr>
          <p:cNvCxnSpPr/>
          <p:nvPr/>
        </p:nvCxnSpPr>
        <p:spPr>
          <a:xfrm>
            <a:off x="550587" y="4005064"/>
            <a:ext cx="7227075" cy="0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4" descr="ê´ì ì ëí ì´ë¯¸ì§ ê²ìê²°ê³¼">
            <a:extLst>
              <a:ext uri="{FF2B5EF4-FFF2-40B4-BE49-F238E27FC236}">
                <a16:creationId xmlns:a16="http://schemas.microsoft.com/office/drawing/2014/main" id="{9625A501-3C29-4A5B-8108-02B96BED94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059" y="5108582"/>
            <a:ext cx="612000" cy="51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09BE390C-F378-49FD-AEC6-8BC572150E94}"/>
              </a:ext>
            </a:extLst>
          </p:cNvPr>
          <p:cNvSpPr/>
          <p:nvPr/>
        </p:nvSpPr>
        <p:spPr>
          <a:xfrm>
            <a:off x="1712640" y="4957009"/>
            <a:ext cx="5976664" cy="74090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</a:t>
            </a:r>
            <a:endParaRPr lang="en-US" altLang="ko-KR" sz="80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전력 사용량 현황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방전 현황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PV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발전량 현황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DR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실적 현황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사용량 구성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(DER)</a:t>
            </a: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장치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IOE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통신상태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PCS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운전상태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BMS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운전상태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PV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발전상태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알람 정보 확인 </a:t>
            </a:r>
            <a:r>
              <a:rPr lang="en-US" altLang="ko-KR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각 장치 별 알람 정보를 확인하고 처리상태를 점검</a:t>
            </a:r>
            <a:endParaRPr lang="en-US" altLang="ko-KR" sz="700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67" name="Picture 8" descr="ììµ ê´ë¦¬ì ëí ì´ë¯¸ì§ ê²ìê²°ê³¼">
            <a:extLst>
              <a:ext uri="{FF2B5EF4-FFF2-40B4-BE49-F238E27FC236}">
                <a16:creationId xmlns:a16="http://schemas.microsoft.com/office/drawing/2014/main" id="{796FBC84-5076-4B1F-A8DA-2F68225485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059" y="5929185"/>
            <a:ext cx="612000" cy="61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8" name="직사각형 67">
            <a:extLst>
              <a:ext uri="{FF2B5EF4-FFF2-40B4-BE49-F238E27FC236}">
                <a16:creationId xmlns:a16="http://schemas.microsoft.com/office/drawing/2014/main" id="{8824B4E9-4E4D-456F-A473-92FCF12C05DD}"/>
              </a:ext>
            </a:extLst>
          </p:cNvPr>
          <p:cNvSpPr/>
          <p:nvPr/>
        </p:nvSpPr>
        <p:spPr>
          <a:xfrm>
            <a:off x="1712640" y="5856444"/>
            <a:ext cx="5976664" cy="74090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수익정보 확인</a:t>
            </a:r>
            <a:endParaRPr lang="en-US" altLang="ko-KR" sz="80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요금 조회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각 항목 별 한전 요금 상세 조회</a:t>
            </a:r>
            <a:endParaRPr lang="en-US" altLang="ko-KR" sz="7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ESS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DR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PV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조회</a:t>
            </a:r>
            <a:endParaRPr lang="en-US" altLang="ko-KR" sz="7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 </a:t>
            </a:r>
            <a:r>
              <a:rPr lang="en-US" altLang="ko-KR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에너지 절감 수익 배분 청구 명세서 확인 및 출력</a:t>
            </a:r>
            <a:endParaRPr lang="en-US" altLang="ko-KR" sz="700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69" name="Picture 14" descr="íí©ì ëí ì´ë¯¸ì§ ê²ìê²°ê³¼">
            <a:extLst>
              <a:ext uri="{FF2B5EF4-FFF2-40B4-BE49-F238E27FC236}">
                <a16:creationId xmlns:a16="http://schemas.microsoft.com/office/drawing/2014/main" id="{9EE455C1-80F3-44E2-AE22-4A9ECA514F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059" y="4156637"/>
            <a:ext cx="612000" cy="61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0" name="직사각형 69">
            <a:extLst>
              <a:ext uri="{FF2B5EF4-FFF2-40B4-BE49-F238E27FC236}">
                <a16:creationId xmlns:a16="http://schemas.microsoft.com/office/drawing/2014/main" id="{8FCDE070-ED0C-4FDB-89C2-14B90F72FC3E}"/>
              </a:ext>
            </a:extLst>
          </p:cNvPr>
          <p:cNvSpPr/>
          <p:nvPr/>
        </p:nvSpPr>
        <p:spPr>
          <a:xfrm>
            <a:off x="1712640" y="4077072"/>
            <a:ext cx="5976664" cy="74090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에너지 현황 </a:t>
            </a:r>
            <a:r>
              <a:rPr lang="en-US" altLang="ko-KR" sz="8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en-US" altLang="ko-KR" sz="80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Main–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고객사 전체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고객사 그룹 별 현황 대시보드 화면</a:t>
            </a:r>
            <a:endParaRPr lang="en-US" altLang="ko-KR" sz="7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사이트 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Main – </a:t>
            </a:r>
            <a:r>
              <a:rPr lang="ko-KR" altLang="en-US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각 사이트 별 현황 대시보드 화면</a:t>
            </a:r>
            <a:r>
              <a: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전력관리 설정 </a:t>
            </a:r>
            <a:r>
              <a:rPr lang="en-US" altLang="ko-KR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한전계약 및 전력관리 정보를 설정</a:t>
            </a:r>
            <a:endParaRPr lang="en-US" altLang="ko-KR" sz="700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말풍선: 모서리가 둥근 사각형 71">
            <a:extLst>
              <a:ext uri="{FF2B5EF4-FFF2-40B4-BE49-F238E27FC236}">
                <a16:creationId xmlns:a16="http://schemas.microsoft.com/office/drawing/2014/main" id="{7CEF9C54-9107-497C-95C8-5A167245E890}"/>
              </a:ext>
            </a:extLst>
          </p:cNvPr>
          <p:cNvSpPr/>
          <p:nvPr/>
        </p:nvSpPr>
        <p:spPr>
          <a:xfrm>
            <a:off x="4583403" y="430781"/>
            <a:ext cx="1515308" cy="448699"/>
          </a:xfrm>
          <a:prstGeom prst="wedgeRoundRectCallout">
            <a:avLst>
              <a:gd name="adj1" fmla="val -48643"/>
              <a:gd name="adj2" fmla="val 138067"/>
              <a:gd name="adj3" fmla="val 16667"/>
            </a:avLst>
          </a:prstGeom>
          <a:solidFill>
            <a:schemeClr val="tx1">
              <a:lumMod val="75000"/>
              <a:lumOff val="25000"/>
            </a:schemeClr>
          </a:solidFill>
          <a:ln w="6350">
            <a:solidFill>
              <a:schemeClr val="accent1">
                <a:shade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포털 소개 내용 확정 후 업데이트 예정</a:t>
            </a:r>
          </a:p>
        </p:txBody>
      </p:sp>
    </p:spTree>
    <p:extLst>
      <p:ext uri="{BB962C8B-B14F-4D97-AF65-F5344CB8AC3E}">
        <p14:creationId xmlns:p14="http://schemas.microsoft.com/office/powerpoint/2010/main" val="27183932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" name="그림 87">
            <a:extLst>
              <a:ext uri="{FF2B5EF4-FFF2-40B4-BE49-F238E27FC236}">
                <a16:creationId xmlns:a16="http://schemas.microsoft.com/office/drawing/2014/main" id="{9026EC95-E5E4-4CAB-8059-1B95556821A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39915" y="3700804"/>
            <a:ext cx="90269" cy="1134000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AA14CB7B-8D6F-43D9-853B-371AB3BC260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39915" y="1761620"/>
            <a:ext cx="90269" cy="1134000"/>
          </a:xfrm>
          <a:prstGeom prst="rect">
            <a:avLst/>
          </a:prstGeom>
        </p:spPr>
      </p:pic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가입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이용약관 및 동의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이용약관 및 동의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1566049"/>
              </p:ext>
            </p:extLst>
          </p:nvPr>
        </p:nvGraphicFramePr>
        <p:xfrm>
          <a:off x="8469313" y="276225"/>
          <a:ext cx="1404000" cy="262310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이용약관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이용약관 전문보기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팝업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이용약관 동의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체크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정보수집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제공 및 활용 동의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정보수집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제공 및 활용 동의 전문보기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팝업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정보수집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제공 및 활용 동의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체크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428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단계로 이동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 입력 페이지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6245427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디자인 및 문구 확정 후 변경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이용약관 및 활용동의 전문 확정 후 반영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ewpsp_scr_003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6" name="타원형 설명선 225"/>
          <p:cNvSpPr/>
          <p:nvPr/>
        </p:nvSpPr>
        <p:spPr>
          <a:xfrm>
            <a:off x="3035830" y="517234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6237089" y="337926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6237089" y="144242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616142" y="33396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99166D1-9A1B-4AB1-92D1-E1A827A965D2}"/>
              </a:ext>
            </a:extLst>
          </p:cNvPr>
          <p:cNvCxnSpPr/>
          <p:nvPr/>
        </p:nvCxnSpPr>
        <p:spPr>
          <a:xfrm>
            <a:off x="606245" y="980728"/>
            <a:ext cx="7227075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41319DB-F596-4B53-B2D4-630ECFE1571C}"/>
              </a:ext>
            </a:extLst>
          </p:cNvPr>
          <p:cNvCxnSpPr/>
          <p:nvPr/>
        </p:nvCxnSpPr>
        <p:spPr>
          <a:xfrm>
            <a:off x="606244" y="948924"/>
            <a:ext cx="2880000" cy="0"/>
          </a:xfrm>
          <a:prstGeom prst="line">
            <a:avLst/>
          </a:prstGeom>
          <a:ln w="635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BB058A8-3775-45DA-A9F4-37F4CB6D6AC8}"/>
              </a:ext>
            </a:extLst>
          </p:cNvPr>
          <p:cNvSpPr txBox="1"/>
          <p:nvPr/>
        </p:nvSpPr>
        <p:spPr>
          <a:xfrm>
            <a:off x="550587" y="620688"/>
            <a:ext cx="29786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한국 동서발전 서비스 포털 가입</a:t>
            </a: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637489" y="141750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97A7BF9-6C8D-411D-9A20-B17D033E8638}"/>
              </a:ext>
            </a:extLst>
          </p:cNvPr>
          <p:cNvSpPr/>
          <p:nvPr/>
        </p:nvSpPr>
        <p:spPr>
          <a:xfrm>
            <a:off x="793825" y="1185701"/>
            <a:ext cx="5023271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105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한국 동서발전 서비스 포털 이용약관 및 정보이용 안내에 대한 동의를 해주세요</a:t>
            </a:r>
            <a:r>
              <a:rPr lang="en-US" altLang="ko-KR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105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27CEACE1-CCB2-4BA6-8256-ECC4C89E968F}"/>
              </a:ext>
            </a:extLst>
          </p:cNvPr>
          <p:cNvGrpSpPr/>
          <p:nvPr/>
        </p:nvGrpSpPr>
        <p:grpSpPr>
          <a:xfrm>
            <a:off x="920552" y="1484784"/>
            <a:ext cx="6048672" cy="1670992"/>
            <a:chOff x="920552" y="1484784"/>
            <a:chExt cx="6048672" cy="1670992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584B4092-3768-4BDB-8CA4-410E983BD00F}"/>
                </a:ext>
              </a:extLst>
            </p:cNvPr>
            <p:cNvSpPr/>
            <p:nvPr/>
          </p:nvSpPr>
          <p:spPr>
            <a:xfrm>
              <a:off x="920552" y="1484784"/>
              <a:ext cx="5976664" cy="25321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i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한국 동서발전 서비스 포털 이용약관</a:t>
              </a:r>
              <a:endParaRPr lang="en-US" altLang="ko-KR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2F4FCE6D-967E-432A-98EF-AC703CCAE25D}"/>
                </a:ext>
              </a:extLst>
            </p:cNvPr>
            <p:cNvSpPr/>
            <p:nvPr/>
          </p:nvSpPr>
          <p:spPr>
            <a:xfrm>
              <a:off x="1038132" y="1780918"/>
              <a:ext cx="1008112" cy="10409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 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목적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...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  <a:p>
              <a:pPr>
                <a:lnSpc>
                  <a:spcPct val="150000"/>
                </a:lnSpc>
              </a:pPr>
              <a:endPara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 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용어의 정의</a:t>
              </a: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27736110-361D-4A65-A205-C44EAB1F23AA}"/>
                </a:ext>
              </a:extLst>
            </p:cNvPr>
            <p:cNvSpPr txBox="1"/>
            <p:nvPr/>
          </p:nvSpPr>
          <p:spPr>
            <a:xfrm>
              <a:off x="6545215" y="1633501"/>
              <a:ext cx="360340" cy="92333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ko-KR" altLang="en-US" sz="6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전문보기</a:t>
              </a:r>
            </a:p>
          </p:txBody>
        </p:sp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7E6643A2-D238-497C-8C92-73A6E910B4E0}"/>
                </a:ext>
              </a:extLst>
            </p:cNvPr>
            <p:cNvGrpSpPr/>
            <p:nvPr/>
          </p:nvGrpSpPr>
          <p:grpSpPr>
            <a:xfrm>
              <a:off x="5968669" y="2940058"/>
              <a:ext cx="216000" cy="215444"/>
              <a:chOff x="5900481" y="2979446"/>
              <a:chExt cx="216000" cy="215444"/>
            </a:xfrm>
          </p:grpSpPr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6F4F868-E9A7-4A2A-97D8-56E5F48D09A0}"/>
                  </a:ext>
                </a:extLst>
              </p:cNvPr>
              <p:cNvSpPr txBox="1"/>
              <p:nvPr/>
            </p:nvSpPr>
            <p:spPr>
              <a:xfrm>
                <a:off x="5900481" y="2979446"/>
                <a:ext cx="216000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285750" indent="-285750">
                  <a:buFont typeface="Wingdings" panose="05000000000000000000" pitchFamily="2" charset="2"/>
                  <a:buChar char="ü"/>
                </a:pP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" name="직사각형 12">
                <a:extLst>
                  <a:ext uri="{FF2B5EF4-FFF2-40B4-BE49-F238E27FC236}">
                    <a16:creationId xmlns:a16="http://schemas.microsoft.com/office/drawing/2014/main" id="{2D568E02-E02C-4863-89D7-7C72100C4FD4}"/>
                  </a:ext>
                </a:extLst>
              </p:cNvPr>
              <p:cNvSpPr/>
              <p:nvPr/>
            </p:nvSpPr>
            <p:spPr>
              <a:xfrm>
                <a:off x="5969595" y="3014960"/>
                <a:ext cx="108000" cy="108000"/>
              </a:xfrm>
              <a:prstGeom prst="rect">
                <a:avLst/>
              </a:prstGeom>
              <a:noFill/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334D9E2-ED0F-45DD-A956-B2474E21C157}"/>
                </a:ext>
              </a:extLst>
            </p:cNvPr>
            <p:cNvSpPr txBox="1"/>
            <p:nvPr/>
          </p:nvSpPr>
          <p:spPr>
            <a:xfrm>
              <a:off x="6105128" y="2924944"/>
              <a:ext cx="864096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동의합니다</a:t>
              </a:r>
              <a:r>
                <a:rPr lang="en-US" altLang="ko-KR" sz="9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.</a:t>
              </a:r>
              <a:endParaRPr lang="ko-KR" altLang="en-US" sz="900" b="1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" name="직사각형 1">
              <a:extLst>
                <a:ext uri="{FF2B5EF4-FFF2-40B4-BE49-F238E27FC236}">
                  <a16:creationId xmlns:a16="http://schemas.microsoft.com/office/drawing/2014/main" id="{A728CC0A-D1ED-4387-A75E-C4D5CE867DB6}"/>
                </a:ext>
              </a:extLst>
            </p:cNvPr>
            <p:cNvSpPr/>
            <p:nvPr/>
          </p:nvSpPr>
          <p:spPr>
            <a:xfrm>
              <a:off x="956015" y="1761506"/>
              <a:ext cx="5976664" cy="1132683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92CB7056-9975-4CFB-AA1F-8CB1157B54DA}"/>
              </a:ext>
            </a:extLst>
          </p:cNvPr>
          <p:cNvGrpSpPr/>
          <p:nvPr/>
        </p:nvGrpSpPr>
        <p:grpSpPr>
          <a:xfrm>
            <a:off x="920552" y="3428999"/>
            <a:ext cx="6048672" cy="1670992"/>
            <a:chOff x="920552" y="1484784"/>
            <a:chExt cx="6048672" cy="1670992"/>
          </a:xfrm>
        </p:grpSpPr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CEDEF240-64DF-4297-A37A-A3F8736B9898}"/>
                </a:ext>
              </a:extLst>
            </p:cNvPr>
            <p:cNvSpPr/>
            <p:nvPr/>
          </p:nvSpPr>
          <p:spPr>
            <a:xfrm>
              <a:off x="956015" y="1761506"/>
              <a:ext cx="5976664" cy="1132683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A5538D44-2F9F-4E80-81A2-E2CEBAD7FCB2}"/>
                </a:ext>
              </a:extLst>
            </p:cNvPr>
            <p:cNvSpPr/>
            <p:nvPr/>
          </p:nvSpPr>
          <p:spPr>
            <a:xfrm>
              <a:off x="920552" y="1484784"/>
              <a:ext cx="5976664" cy="25321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i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정보 수집</a:t>
              </a:r>
              <a:r>
                <a:rPr lang="en-US" altLang="ko-KR" sz="800" b="1" i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800" b="1" i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제공 및 활용 동의</a:t>
              </a:r>
              <a:endParaRPr lang="en-US" altLang="ko-KR" sz="700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C2B1F7EF-CFF1-4AC4-8E23-9F2D22C55222}"/>
                </a:ext>
              </a:extLst>
            </p:cNvPr>
            <p:cNvSpPr/>
            <p:nvPr/>
          </p:nvSpPr>
          <p:spPr>
            <a:xfrm>
              <a:off x="1038132" y="1780918"/>
              <a:ext cx="1466596" cy="10409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1. </a:t>
              </a:r>
              <a:r>
                <a: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수집하는 정보 항목</a:t>
              </a:r>
              <a:endParaRPr lang="en-US" altLang="ko-KR" sz="7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...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BFFE1E7E-713A-4437-8E95-E960DE9FE3E1}"/>
                </a:ext>
              </a:extLst>
            </p:cNvPr>
            <p:cNvSpPr txBox="1"/>
            <p:nvPr/>
          </p:nvSpPr>
          <p:spPr>
            <a:xfrm>
              <a:off x="6545215" y="1633501"/>
              <a:ext cx="360340" cy="92333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ko-KR" altLang="en-US" sz="6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전문보기</a:t>
              </a:r>
            </a:p>
          </p:txBody>
        </p:sp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1C588D97-E1C5-4BA8-9D1D-A25CF8C55CE3}"/>
                </a:ext>
              </a:extLst>
            </p:cNvPr>
            <p:cNvGrpSpPr/>
            <p:nvPr/>
          </p:nvGrpSpPr>
          <p:grpSpPr>
            <a:xfrm>
              <a:off x="5968669" y="2940058"/>
              <a:ext cx="216000" cy="215444"/>
              <a:chOff x="5900481" y="2979446"/>
              <a:chExt cx="216000" cy="215444"/>
            </a:xfrm>
          </p:grpSpPr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157BC539-B7E2-4ED5-9B6F-154216B155FC}"/>
                  </a:ext>
                </a:extLst>
              </p:cNvPr>
              <p:cNvSpPr txBox="1"/>
              <p:nvPr/>
            </p:nvSpPr>
            <p:spPr>
              <a:xfrm>
                <a:off x="5900481" y="2979446"/>
                <a:ext cx="216000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285750" indent="-285750">
                  <a:buFont typeface="Wingdings" panose="05000000000000000000" pitchFamily="2" charset="2"/>
                  <a:buChar char="ü"/>
                </a:pP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7" name="직사각형 86">
                <a:extLst>
                  <a:ext uri="{FF2B5EF4-FFF2-40B4-BE49-F238E27FC236}">
                    <a16:creationId xmlns:a16="http://schemas.microsoft.com/office/drawing/2014/main" id="{4F07EE42-F116-4E3D-85D8-6711737EB763}"/>
                  </a:ext>
                </a:extLst>
              </p:cNvPr>
              <p:cNvSpPr/>
              <p:nvPr/>
            </p:nvSpPr>
            <p:spPr>
              <a:xfrm>
                <a:off x="5969595" y="3014960"/>
                <a:ext cx="108000" cy="108000"/>
              </a:xfrm>
              <a:prstGeom prst="rect">
                <a:avLst/>
              </a:prstGeom>
              <a:noFill/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627A9B-F5FB-41FC-BB09-45B2914D99C9}"/>
                </a:ext>
              </a:extLst>
            </p:cNvPr>
            <p:cNvSpPr txBox="1"/>
            <p:nvPr/>
          </p:nvSpPr>
          <p:spPr>
            <a:xfrm>
              <a:off x="6105128" y="2924944"/>
              <a:ext cx="864096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동의합니다</a:t>
              </a:r>
              <a:r>
                <a:rPr lang="en-US" altLang="ko-KR" sz="900" b="1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.</a:t>
              </a:r>
              <a:endParaRPr lang="ko-KR" altLang="en-US" sz="900" b="1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345A7FE9-9077-4BF5-879B-9E2EEFF21365}"/>
              </a:ext>
            </a:extLst>
          </p:cNvPr>
          <p:cNvSpPr txBox="1"/>
          <p:nvPr/>
        </p:nvSpPr>
        <p:spPr>
          <a:xfrm>
            <a:off x="3338306" y="5353626"/>
            <a:ext cx="963897" cy="316807"/>
          </a:xfrm>
          <a:prstGeom prst="rect">
            <a:avLst/>
          </a:prstGeom>
          <a:solidFill>
            <a:schemeClr val="accent3">
              <a:lumMod val="7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ko-KR" altLang="en-US" sz="11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다음단계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5704317" y="475062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5720046" y="279548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0" name="말풍선: 모서리가 둥근 사각형 89">
            <a:extLst>
              <a:ext uri="{FF2B5EF4-FFF2-40B4-BE49-F238E27FC236}">
                <a16:creationId xmlns:a16="http://schemas.microsoft.com/office/drawing/2014/main" id="{A922D065-E5D3-4606-84FB-9EB44FFF6837}"/>
              </a:ext>
            </a:extLst>
          </p:cNvPr>
          <p:cNvSpPr/>
          <p:nvPr/>
        </p:nvSpPr>
        <p:spPr>
          <a:xfrm>
            <a:off x="4583403" y="430781"/>
            <a:ext cx="1515308" cy="448699"/>
          </a:xfrm>
          <a:prstGeom prst="wedgeRoundRectCallout">
            <a:avLst>
              <a:gd name="adj1" fmla="val -48643"/>
              <a:gd name="adj2" fmla="val 138067"/>
              <a:gd name="adj3" fmla="val 16667"/>
            </a:avLst>
          </a:prstGeom>
          <a:solidFill>
            <a:schemeClr val="tx1">
              <a:lumMod val="75000"/>
              <a:lumOff val="25000"/>
            </a:schemeClr>
          </a:solidFill>
          <a:ln w="6350">
            <a:solidFill>
              <a:schemeClr val="accent1">
                <a:shade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이용약관 및 동의 내용 확정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후 업데이트 예정</a:t>
            </a:r>
          </a:p>
        </p:txBody>
      </p:sp>
    </p:spTree>
    <p:extLst>
      <p:ext uri="{BB962C8B-B14F-4D97-AF65-F5344CB8AC3E}">
        <p14:creationId xmlns:p14="http://schemas.microsoft.com/office/powerpoint/2010/main" val="202368636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직사각형 51">
            <a:extLst>
              <a:ext uri="{FF2B5EF4-FFF2-40B4-BE49-F238E27FC236}">
                <a16:creationId xmlns:a16="http://schemas.microsoft.com/office/drawing/2014/main" id="{B46A70FD-0EC8-46A7-94E5-75FBE9CC803F}"/>
              </a:ext>
            </a:extLst>
          </p:cNvPr>
          <p:cNvSpPr/>
          <p:nvPr/>
        </p:nvSpPr>
        <p:spPr>
          <a:xfrm>
            <a:off x="4508287" y="1628800"/>
            <a:ext cx="1250412" cy="4248471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가입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정보입력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가입 정보 입력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3171325"/>
              </p:ext>
            </p:extLst>
          </p:nvPr>
        </p:nvGraphicFramePr>
        <p:xfrm>
          <a:off x="8469313" y="276225"/>
          <a:ext cx="1404000" cy="193440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428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6245427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ewpsp_scr_004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6" name="타원형 설명선 225"/>
          <p:cNvSpPr/>
          <p:nvPr/>
        </p:nvSpPr>
        <p:spPr>
          <a:xfrm>
            <a:off x="3355696" y="597818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99166D1-9A1B-4AB1-92D1-E1A827A965D2}"/>
              </a:ext>
            </a:extLst>
          </p:cNvPr>
          <p:cNvCxnSpPr/>
          <p:nvPr/>
        </p:nvCxnSpPr>
        <p:spPr>
          <a:xfrm>
            <a:off x="606245" y="980728"/>
            <a:ext cx="7227075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41319DB-F596-4B53-B2D4-630ECFE1571C}"/>
              </a:ext>
            </a:extLst>
          </p:cNvPr>
          <p:cNvCxnSpPr/>
          <p:nvPr/>
        </p:nvCxnSpPr>
        <p:spPr>
          <a:xfrm>
            <a:off x="606244" y="948924"/>
            <a:ext cx="2880000" cy="0"/>
          </a:xfrm>
          <a:prstGeom prst="line">
            <a:avLst/>
          </a:prstGeom>
          <a:ln w="635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BB058A8-3775-45DA-A9F4-37F4CB6D6AC8}"/>
              </a:ext>
            </a:extLst>
          </p:cNvPr>
          <p:cNvSpPr txBox="1"/>
          <p:nvPr/>
        </p:nvSpPr>
        <p:spPr>
          <a:xfrm>
            <a:off x="550587" y="620688"/>
            <a:ext cx="29786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한국 동서발전 서비스 포털 가입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97A7BF9-6C8D-411D-9A20-B17D033E8638}"/>
              </a:ext>
            </a:extLst>
          </p:cNvPr>
          <p:cNvSpPr/>
          <p:nvPr/>
        </p:nvSpPr>
        <p:spPr>
          <a:xfrm>
            <a:off x="793825" y="1185701"/>
            <a:ext cx="5023271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105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정보를 입력해 주세요</a:t>
            </a:r>
            <a:r>
              <a:rPr lang="en-US" altLang="ko-KR" sz="1050" b="1" i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1050" b="1" i="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345A7FE9-9077-4BF5-879B-9E2EEFF21365}"/>
              </a:ext>
            </a:extLst>
          </p:cNvPr>
          <p:cNvSpPr txBox="1"/>
          <p:nvPr/>
        </p:nvSpPr>
        <p:spPr>
          <a:xfrm>
            <a:off x="3658172" y="6159463"/>
            <a:ext cx="963897" cy="316807"/>
          </a:xfrm>
          <a:prstGeom prst="rect">
            <a:avLst/>
          </a:prstGeom>
          <a:solidFill>
            <a:schemeClr val="accent3">
              <a:lumMod val="7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ko-KR" altLang="en-US" sz="11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다음단계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49E0736-F174-42B2-A7DB-77FBE78D3E48}"/>
              </a:ext>
            </a:extLst>
          </p:cNvPr>
          <p:cNvSpPr/>
          <p:nvPr/>
        </p:nvSpPr>
        <p:spPr>
          <a:xfrm>
            <a:off x="606244" y="1628800"/>
            <a:ext cx="1250412" cy="4248471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F4E942EA-9A7D-46F4-9B1A-7C82CF995173}"/>
              </a:ext>
            </a:extLst>
          </p:cNvPr>
          <p:cNvCxnSpPr/>
          <p:nvPr/>
        </p:nvCxnSpPr>
        <p:spPr>
          <a:xfrm>
            <a:off x="606245" y="1628800"/>
            <a:ext cx="7227075" cy="0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D7E8FCB4-E719-444B-873F-5603ECD077EE}"/>
              </a:ext>
            </a:extLst>
          </p:cNvPr>
          <p:cNvCxnSpPr/>
          <p:nvPr/>
        </p:nvCxnSpPr>
        <p:spPr>
          <a:xfrm>
            <a:off x="606244" y="5877379"/>
            <a:ext cx="7227075" cy="0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5280FED-DB2D-4045-8F2D-1EF1C554BEC4}"/>
              </a:ext>
            </a:extLst>
          </p:cNvPr>
          <p:cNvCxnSpPr/>
          <p:nvPr/>
        </p:nvCxnSpPr>
        <p:spPr>
          <a:xfrm>
            <a:off x="606244" y="1988840"/>
            <a:ext cx="7227075" cy="0"/>
          </a:xfrm>
          <a:prstGeom prst="line">
            <a:avLst/>
          </a:prstGeom>
          <a:ln w="0">
            <a:solidFill>
              <a:schemeClr val="accent3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3DAC5599-800D-42C6-9DF4-C6DCCDDE290A}"/>
              </a:ext>
            </a:extLst>
          </p:cNvPr>
          <p:cNvSpPr txBox="1"/>
          <p:nvPr/>
        </p:nvSpPr>
        <p:spPr>
          <a:xfrm>
            <a:off x="657141" y="1706356"/>
            <a:ext cx="56293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고객명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0C6FEF2-0051-444C-8F68-2BD8E16D26C3}"/>
              </a:ext>
            </a:extLst>
          </p:cNvPr>
          <p:cNvSpPr/>
          <p:nvPr/>
        </p:nvSpPr>
        <p:spPr>
          <a:xfrm>
            <a:off x="1928664" y="1690453"/>
            <a:ext cx="1943630" cy="234000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A8C0B7E3-74F9-4583-9E03-E32507FB153B}"/>
              </a:ext>
            </a:extLst>
          </p:cNvPr>
          <p:cNvGrpSpPr/>
          <p:nvPr/>
        </p:nvGrpSpPr>
        <p:grpSpPr>
          <a:xfrm>
            <a:off x="3872302" y="1690454"/>
            <a:ext cx="234000" cy="234000"/>
            <a:chOff x="3872302" y="1690454"/>
            <a:chExt cx="234000" cy="234000"/>
          </a:xfrm>
        </p:grpSpPr>
        <p:sp>
          <p:nvSpPr>
            <p:cNvPr id="16" name="이등변 삼각형 15">
              <a:extLst>
                <a:ext uri="{FF2B5EF4-FFF2-40B4-BE49-F238E27FC236}">
                  <a16:creationId xmlns:a16="http://schemas.microsoft.com/office/drawing/2014/main" id="{0FDDC6FB-5DBB-481D-8C7B-6C9DE8FDC789}"/>
                </a:ext>
              </a:extLst>
            </p:cNvPr>
            <p:cNvSpPr/>
            <p:nvPr/>
          </p:nvSpPr>
          <p:spPr>
            <a:xfrm rot="10800000">
              <a:off x="3917302" y="1735454"/>
              <a:ext cx="144000" cy="144000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94D568B6-E084-42AB-AECA-90BD9CD150AC}"/>
                </a:ext>
              </a:extLst>
            </p:cNvPr>
            <p:cNvSpPr/>
            <p:nvPr/>
          </p:nvSpPr>
          <p:spPr>
            <a:xfrm>
              <a:off x="3872302" y="1690454"/>
              <a:ext cx="234000" cy="234000"/>
            </a:xfrm>
            <a:prstGeom prst="rect">
              <a:avLst/>
            </a:prstGeom>
            <a:noFill/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9C2700C7-6230-4C17-A5AD-E1EE5431C565}"/>
              </a:ext>
            </a:extLst>
          </p:cNvPr>
          <p:cNvSpPr txBox="1"/>
          <p:nvPr/>
        </p:nvSpPr>
        <p:spPr>
          <a:xfrm>
            <a:off x="4567270" y="1706356"/>
            <a:ext cx="7457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 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AD41249-7C96-4D8F-A0FC-F2B797C3264D}"/>
              </a:ext>
            </a:extLst>
          </p:cNvPr>
          <p:cNvSpPr/>
          <p:nvPr/>
        </p:nvSpPr>
        <p:spPr>
          <a:xfrm>
            <a:off x="5887940" y="1700984"/>
            <a:ext cx="1801364" cy="2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말풍선: 모서리가 둥근 사각형 22">
            <a:extLst>
              <a:ext uri="{FF2B5EF4-FFF2-40B4-BE49-F238E27FC236}">
                <a16:creationId xmlns:a16="http://schemas.microsoft.com/office/drawing/2014/main" id="{3DD03724-FC86-487F-BAB2-78D7EB776D39}"/>
              </a:ext>
            </a:extLst>
          </p:cNvPr>
          <p:cNvSpPr/>
          <p:nvPr/>
        </p:nvSpPr>
        <p:spPr>
          <a:xfrm>
            <a:off x="4583403" y="430781"/>
            <a:ext cx="1515308" cy="448699"/>
          </a:xfrm>
          <a:prstGeom prst="wedgeRoundRectCallout">
            <a:avLst>
              <a:gd name="adj1" fmla="val -48643"/>
              <a:gd name="adj2" fmla="val 138067"/>
              <a:gd name="adj3" fmla="val 16667"/>
            </a:avLst>
          </a:prstGeom>
          <a:solidFill>
            <a:schemeClr val="tx1">
              <a:lumMod val="75000"/>
              <a:lumOff val="25000"/>
            </a:schemeClr>
          </a:solidFill>
          <a:ln w="6350">
            <a:solidFill>
              <a:schemeClr val="accent1">
                <a:shade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고객 입력정보 확정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후 업데이트 예정</a:t>
            </a: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59919" y="150991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9303828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FAQ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FAQ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5652813"/>
              </p:ext>
            </p:extLst>
          </p:nvPr>
        </p:nvGraphicFramePr>
        <p:xfrm>
          <a:off x="8469313" y="276225"/>
          <a:ext cx="1404000" cy="193440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FAQ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검색 입력 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428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6245427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ewpsp_scr_005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99166D1-9A1B-4AB1-92D1-E1A827A965D2}"/>
              </a:ext>
            </a:extLst>
          </p:cNvPr>
          <p:cNvCxnSpPr/>
          <p:nvPr/>
        </p:nvCxnSpPr>
        <p:spPr>
          <a:xfrm>
            <a:off x="606245" y="980728"/>
            <a:ext cx="7227075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41319DB-F596-4B53-B2D4-630ECFE1571C}"/>
              </a:ext>
            </a:extLst>
          </p:cNvPr>
          <p:cNvCxnSpPr/>
          <p:nvPr/>
        </p:nvCxnSpPr>
        <p:spPr>
          <a:xfrm>
            <a:off x="606244" y="948924"/>
            <a:ext cx="2880000" cy="0"/>
          </a:xfrm>
          <a:prstGeom prst="line">
            <a:avLst/>
          </a:prstGeom>
          <a:ln w="635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BB058A8-3775-45DA-A9F4-37F4CB6D6AC8}"/>
              </a:ext>
            </a:extLst>
          </p:cNvPr>
          <p:cNvSpPr txBox="1"/>
          <p:nvPr/>
        </p:nvSpPr>
        <p:spPr>
          <a:xfrm>
            <a:off x="550587" y="620688"/>
            <a:ext cx="29786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자주하는 질문 </a:t>
            </a:r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(FAQ)</a:t>
            </a:r>
            <a:endParaRPr lang="ko-KR" altLang="en-US" sz="1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3A3EF0CB-ECF3-488E-94C9-92ABCFF6658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2493" y="1700808"/>
            <a:ext cx="6936811" cy="2592281"/>
          </a:xfrm>
          <a:prstGeom prst="rect">
            <a:avLst/>
          </a:prstGeom>
        </p:spPr>
      </p:pic>
      <p:sp>
        <p:nvSpPr>
          <p:cNvPr id="31" name="말풍선: 모서리가 둥근 사각형 30">
            <a:extLst>
              <a:ext uri="{FF2B5EF4-FFF2-40B4-BE49-F238E27FC236}">
                <a16:creationId xmlns:a16="http://schemas.microsoft.com/office/drawing/2014/main" id="{022CC2BE-B6F7-48FB-9A3A-BB2FE99E9465}"/>
              </a:ext>
            </a:extLst>
          </p:cNvPr>
          <p:cNvSpPr/>
          <p:nvPr/>
        </p:nvSpPr>
        <p:spPr>
          <a:xfrm>
            <a:off x="4583403" y="430781"/>
            <a:ext cx="1515308" cy="448699"/>
          </a:xfrm>
          <a:prstGeom prst="wedgeRoundRectCallout">
            <a:avLst>
              <a:gd name="adj1" fmla="val -48643"/>
              <a:gd name="adj2" fmla="val 138067"/>
              <a:gd name="adj3" fmla="val 16667"/>
            </a:avLst>
          </a:prstGeom>
          <a:solidFill>
            <a:schemeClr val="tx1">
              <a:lumMod val="75000"/>
              <a:lumOff val="25000"/>
            </a:schemeClr>
          </a:solidFill>
          <a:ln w="6350">
            <a:solidFill>
              <a:schemeClr val="accent1">
                <a:shade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FAQ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확정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후 업데이트 예정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BB4D861-9803-41FA-88A5-A86F56B7F9AF}"/>
              </a:ext>
            </a:extLst>
          </p:cNvPr>
          <p:cNvSpPr txBox="1"/>
          <p:nvPr/>
        </p:nvSpPr>
        <p:spPr>
          <a:xfrm>
            <a:off x="3738950" y="4907116"/>
            <a:ext cx="963897" cy="316807"/>
          </a:xfrm>
          <a:prstGeom prst="rect">
            <a:avLst/>
          </a:prstGeom>
          <a:solidFill>
            <a:schemeClr val="accent3">
              <a:lumMod val="7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ko-KR" altLang="en-US" sz="11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이전화면</a:t>
            </a:r>
          </a:p>
        </p:txBody>
      </p:sp>
      <p:pic>
        <p:nvPicPr>
          <p:cNvPr id="12" name="그림 11">
            <a:extLst>
              <a:ext uri="{FF2B5EF4-FFF2-40B4-BE49-F238E27FC236}">
                <a16:creationId xmlns:a16="http://schemas.microsoft.com/office/drawing/2014/main" id="{69D891C3-FF7D-4DBA-A719-162EC870124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59278" y="1142140"/>
            <a:ext cx="2574042" cy="376689"/>
          </a:xfrm>
          <a:prstGeom prst="rect">
            <a:avLst/>
          </a:prstGeom>
        </p:spPr>
      </p:pic>
      <p:sp>
        <p:nvSpPr>
          <p:cNvPr id="34" name="타원형 설명선 225">
            <a:extLst>
              <a:ext uri="{FF2B5EF4-FFF2-40B4-BE49-F238E27FC236}">
                <a16:creationId xmlns:a16="http://schemas.microsoft.com/office/drawing/2014/main" id="{7E378D81-2F87-43D9-A488-5B5839C4F91C}"/>
              </a:ext>
            </a:extLst>
          </p:cNvPr>
          <p:cNvSpPr/>
          <p:nvPr/>
        </p:nvSpPr>
        <p:spPr>
          <a:xfrm>
            <a:off x="5043278" y="107849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7959934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8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이용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시작 페이지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아이디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비밀번호 찾기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아이디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비밀번호 찾기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0329268"/>
              </p:ext>
            </p:extLst>
          </p:nvPr>
        </p:nvGraphicFramePr>
        <p:xfrm>
          <a:off x="8469313" y="276225"/>
          <a:ext cx="1404000" cy="193440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428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6245427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ewpsp_scr_006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99166D1-9A1B-4AB1-92D1-E1A827A965D2}"/>
              </a:ext>
            </a:extLst>
          </p:cNvPr>
          <p:cNvCxnSpPr/>
          <p:nvPr/>
        </p:nvCxnSpPr>
        <p:spPr>
          <a:xfrm>
            <a:off x="606245" y="980728"/>
            <a:ext cx="7227075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41319DB-F596-4B53-B2D4-630ECFE1571C}"/>
              </a:ext>
            </a:extLst>
          </p:cNvPr>
          <p:cNvCxnSpPr/>
          <p:nvPr/>
        </p:nvCxnSpPr>
        <p:spPr>
          <a:xfrm>
            <a:off x="606244" y="948924"/>
            <a:ext cx="2880000" cy="0"/>
          </a:xfrm>
          <a:prstGeom prst="line">
            <a:avLst/>
          </a:prstGeom>
          <a:ln w="635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BB058A8-3775-45DA-A9F4-37F4CB6D6AC8}"/>
              </a:ext>
            </a:extLst>
          </p:cNvPr>
          <p:cNvSpPr txBox="1"/>
          <p:nvPr/>
        </p:nvSpPr>
        <p:spPr>
          <a:xfrm>
            <a:off x="550587" y="620688"/>
            <a:ext cx="29786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아이디</a:t>
            </a:r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비밀번호 찾기</a:t>
            </a:r>
          </a:p>
        </p:txBody>
      </p:sp>
      <p:sp>
        <p:nvSpPr>
          <p:cNvPr id="31" name="말풍선: 모서리가 둥근 사각형 30">
            <a:extLst>
              <a:ext uri="{FF2B5EF4-FFF2-40B4-BE49-F238E27FC236}">
                <a16:creationId xmlns:a16="http://schemas.microsoft.com/office/drawing/2014/main" id="{022CC2BE-B6F7-48FB-9A3A-BB2FE99E9465}"/>
              </a:ext>
            </a:extLst>
          </p:cNvPr>
          <p:cNvSpPr/>
          <p:nvPr/>
        </p:nvSpPr>
        <p:spPr>
          <a:xfrm>
            <a:off x="4583403" y="430781"/>
            <a:ext cx="1793408" cy="448699"/>
          </a:xfrm>
          <a:prstGeom prst="wedgeRoundRectCallout">
            <a:avLst>
              <a:gd name="adj1" fmla="val -48643"/>
              <a:gd name="adj2" fmla="val 138067"/>
              <a:gd name="adj3" fmla="val 16667"/>
            </a:avLst>
          </a:prstGeom>
          <a:solidFill>
            <a:schemeClr val="tx1">
              <a:lumMod val="75000"/>
              <a:lumOff val="25000"/>
            </a:schemeClr>
          </a:solidFill>
          <a:ln w="6350">
            <a:solidFill>
              <a:schemeClr val="accent1">
                <a:shade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아이디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비밀번호 찾기 정책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확정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후 업데이트 예정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BB4D861-9803-41FA-88A5-A86F56B7F9AF}"/>
              </a:ext>
            </a:extLst>
          </p:cNvPr>
          <p:cNvSpPr txBox="1"/>
          <p:nvPr/>
        </p:nvSpPr>
        <p:spPr>
          <a:xfrm>
            <a:off x="3738950" y="4907116"/>
            <a:ext cx="963897" cy="316807"/>
          </a:xfrm>
          <a:prstGeom prst="rect">
            <a:avLst/>
          </a:prstGeom>
          <a:solidFill>
            <a:schemeClr val="accent3">
              <a:lumMod val="7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ko-KR" altLang="en-US" sz="11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이전화면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180051B1-9A7E-4AD5-A056-2B7CA8CEEB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9838" y="1346980"/>
            <a:ext cx="7193482" cy="19343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981101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9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3043260"/>
              </p:ext>
            </p:extLst>
          </p:nvPr>
        </p:nvGraphicFramePr>
        <p:xfrm>
          <a:off x="8469313" y="276225"/>
          <a:ext cx="1404000" cy="598579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알고리즘 업데이트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로컬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EMS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업데이트 시간 표시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사이트 검색 창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 권한에 따라 접근 가능한 사이트들로 범위 제한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설정 페이지로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로그인 사용자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로그아웃 처리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91780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전국지도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지정된 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마다 지정된 지역 순서대로 활성화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 선택할 경우 해당 지역 활성화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지도 內 지역을 더블클릭 하면 해당 지역 지도로 변경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987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 정보 표시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전국지도에서 활성화 되는 지역의 기본 정보를 표시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기존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대체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지역명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알람정보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전국지도에서 활성화 지역이 변경될 때마다 해당 지역 정보로 갱신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9657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지정 간격으로 데이터 자동 갱신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갱신 시간 협의 필요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52336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이번주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이번달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선택된 기간으로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※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 영역의 내용을 갱신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5812748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C1AF3AF8-8C1D-4516-98E1-E8822A7583F5}"/>
              </a:ext>
            </a:extLst>
          </p:cNvPr>
          <p:cNvGrpSpPr/>
          <p:nvPr/>
        </p:nvGrpSpPr>
        <p:grpSpPr>
          <a:xfrm>
            <a:off x="272480" y="980728"/>
            <a:ext cx="7920992" cy="4296969"/>
            <a:chOff x="272480" y="500183"/>
            <a:chExt cx="7920992" cy="4296969"/>
          </a:xfrm>
        </p:grpSpPr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A36E8EBB-5423-48B8-B4ED-8CD2AAAA8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80" y="500183"/>
              <a:ext cx="7920992" cy="4296969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2AA3629-CCC1-4473-91B0-BE2B778E93F5}"/>
                </a:ext>
              </a:extLst>
            </p:cNvPr>
            <p:cNvGrpSpPr/>
            <p:nvPr/>
          </p:nvGrpSpPr>
          <p:grpSpPr>
            <a:xfrm>
              <a:off x="4877436" y="1389766"/>
              <a:ext cx="458838" cy="2484435"/>
              <a:chOff x="4877436" y="1389766"/>
              <a:chExt cx="458838" cy="2484435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CB70427A-064D-4603-A9D3-D9A3BE7E4F3D}"/>
                  </a:ext>
                </a:extLst>
              </p:cNvPr>
              <p:cNvSpPr/>
              <p:nvPr/>
            </p:nvSpPr>
            <p:spPr>
              <a:xfrm>
                <a:off x="4877436" y="1389902"/>
                <a:ext cx="412550" cy="225091"/>
              </a:xfrm>
              <a:prstGeom prst="rect">
                <a:avLst/>
              </a:prstGeom>
              <a:solidFill>
                <a:srgbClr val="24254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pic>
            <p:nvPicPr>
              <p:cNvPr id="39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D340CB54-3716-4BCF-8DAE-32FB036B0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88943" y="1405940"/>
                <a:ext cx="144000" cy="144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073E0106-8F4B-4806-8391-0C88FB0CDD25}"/>
                  </a:ext>
                </a:extLst>
              </p:cNvPr>
              <p:cNvSpPr txBox="1"/>
              <p:nvPr/>
            </p:nvSpPr>
            <p:spPr>
              <a:xfrm>
                <a:off x="4976234" y="1389766"/>
                <a:ext cx="360040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수익</a:t>
                </a:r>
              </a:p>
            </p:txBody>
          </p:sp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4A3AA5AA-F5F5-4ABA-A3F7-5C757F48E618}"/>
                  </a:ext>
                </a:extLst>
              </p:cNvPr>
              <p:cNvSpPr/>
              <p:nvPr/>
            </p:nvSpPr>
            <p:spPr>
              <a:xfrm>
                <a:off x="4975476" y="2989001"/>
                <a:ext cx="279418" cy="216024"/>
              </a:xfrm>
              <a:prstGeom prst="rect">
                <a:avLst/>
              </a:prstGeom>
              <a:solidFill>
                <a:srgbClr val="4647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2" name="직사각형 41">
                <a:extLst>
                  <a:ext uri="{FF2B5EF4-FFF2-40B4-BE49-F238E27FC236}">
                    <a16:creationId xmlns:a16="http://schemas.microsoft.com/office/drawing/2014/main" id="{1A420276-4270-46CF-9510-E8E111EF693D}"/>
                  </a:ext>
                </a:extLst>
              </p:cNvPr>
              <p:cNvSpPr/>
              <p:nvPr/>
            </p:nvSpPr>
            <p:spPr>
              <a:xfrm>
                <a:off x="4961420" y="1755598"/>
                <a:ext cx="279418" cy="216024"/>
              </a:xfrm>
              <a:prstGeom prst="rect">
                <a:avLst/>
              </a:prstGeom>
              <a:solidFill>
                <a:srgbClr val="3D3E5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BEA64215-2A7C-49CA-BF5C-24C601084FA4}"/>
                  </a:ext>
                </a:extLst>
              </p:cNvPr>
              <p:cNvSpPr/>
              <p:nvPr/>
            </p:nvSpPr>
            <p:spPr>
              <a:xfrm>
                <a:off x="4953000" y="2364782"/>
                <a:ext cx="279418" cy="216024"/>
              </a:xfrm>
              <a:prstGeom prst="rect">
                <a:avLst/>
              </a:prstGeom>
              <a:solidFill>
                <a:srgbClr val="42416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6C8DD17E-E432-405E-B65A-97555DD96EFE}"/>
                  </a:ext>
                </a:extLst>
              </p:cNvPr>
              <p:cNvSpPr/>
              <p:nvPr/>
            </p:nvSpPr>
            <p:spPr>
              <a:xfrm>
                <a:off x="4889606" y="3658177"/>
                <a:ext cx="279418" cy="216024"/>
              </a:xfrm>
              <a:prstGeom prst="rect">
                <a:avLst/>
              </a:prstGeom>
              <a:solidFill>
                <a:srgbClr val="4A4A6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39DAC7FA-66DB-469A-8F66-FB805DC3394E}"/>
                  </a:ext>
                </a:extLst>
              </p:cNvPr>
              <p:cNvSpPr/>
              <p:nvPr/>
            </p:nvSpPr>
            <p:spPr>
              <a:xfrm>
                <a:off x="5001603" y="2037110"/>
                <a:ext cx="279418" cy="216024"/>
              </a:xfrm>
              <a:prstGeom prst="rect">
                <a:avLst/>
              </a:prstGeom>
              <a:solidFill>
                <a:srgbClr val="2A2A4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0E202544-409B-4736-84CF-B23EDED52B59}"/>
                  </a:ext>
                </a:extLst>
              </p:cNvPr>
              <p:cNvSpPr/>
              <p:nvPr/>
            </p:nvSpPr>
            <p:spPr>
              <a:xfrm>
                <a:off x="5033622" y="2652814"/>
                <a:ext cx="279418" cy="216024"/>
              </a:xfrm>
              <a:prstGeom prst="rect">
                <a:avLst/>
              </a:prstGeom>
              <a:solidFill>
                <a:srgbClr val="2F2F5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9" name="직사각형 48">
                <a:extLst>
                  <a:ext uri="{FF2B5EF4-FFF2-40B4-BE49-F238E27FC236}">
                    <a16:creationId xmlns:a16="http://schemas.microsoft.com/office/drawing/2014/main" id="{32BD0D8D-54AC-4520-9831-BD239D7500A9}"/>
                  </a:ext>
                </a:extLst>
              </p:cNvPr>
              <p:cNvSpPr/>
              <p:nvPr/>
            </p:nvSpPr>
            <p:spPr>
              <a:xfrm>
                <a:off x="5027986" y="3319366"/>
                <a:ext cx="279418" cy="216024"/>
              </a:xfrm>
              <a:prstGeom prst="rect">
                <a:avLst/>
              </a:prstGeom>
              <a:solidFill>
                <a:srgbClr val="3333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D45D3FD-00D5-416C-89A5-E19D9640B170}"/>
                  </a:ext>
                </a:extLst>
              </p:cNvPr>
              <p:cNvSpPr txBox="1"/>
              <p:nvPr/>
            </p:nvSpPr>
            <p:spPr>
              <a:xfrm>
                <a:off x="4880992" y="236865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65EF6AB-CFF1-415E-ADE8-5E11748F372C}"/>
                  </a:ext>
                </a:extLst>
              </p:cNvPr>
              <p:cNvSpPr txBox="1"/>
              <p:nvPr/>
            </p:nvSpPr>
            <p:spPr>
              <a:xfrm>
                <a:off x="4882062" y="173671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59DDFDF3-517B-4ED5-8711-46DF9AAB27F2}"/>
                  </a:ext>
                </a:extLst>
              </p:cNvPr>
              <p:cNvSpPr txBox="1"/>
              <p:nvPr/>
            </p:nvSpPr>
            <p:spPr>
              <a:xfrm>
                <a:off x="4882062" y="3005483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40D7EBA-542C-4A57-B43A-EC5F4636CC97}"/>
                  </a:ext>
                </a:extLst>
              </p:cNvPr>
              <p:cNvSpPr txBox="1"/>
              <p:nvPr/>
            </p:nvSpPr>
            <p:spPr>
              <a:xfrm>
                <a:off x="4880992" y="36445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578119F-598C-4187-A445-34EFBC8184F9}"/>
                  </a:ext>
                </a:extLst>
              </p:cNvPr>
              <p:cNvSpPr txBox="1"/>
              <p:nvPr/>
            </p:nvSpPr>
            <p:spPr>
              <a:xfrm>
                <a:off x="4882062" y="204968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8C51EF9-EF5E-4045-A0F7-3332C5E622B8}"/>
                  </a:ext>
                </a:extLst>
              </p:cNvPr>
              <p:cNvSpPr txBox="1"/>
              <p:nvPr/>
            </p:nvSpPr>
            <p:spPr>
              <a:xfrm>
                <a:off x="4887698" y="26892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0126C8B-B290-4BA6-8AC5-A13C0259CEF3}"/>
                  </a:ext>
                </a:extLst>
              </p:cNvPr>
              <p:cNvSpPr txBox="1"/>
              <p:nvPr/>
            </p:nvSpPr>
            <p:spPr>
              <a:xfrm>
                <a:off x="4882062" y="332473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DE088F12-D2F9-45FC-814D-451ABCB33103}"/>
                </a:ext>
              </a:extLst>
            </p:cNvPr>
            <p:cNvGrpSpPr/>
            <p:nvPr/>
          </p:nvGrpSpPr>
          <p:grpSpPr>
            <a:xfrm>
              <a:off x="7449736" y="944379"/>
              <a:ext cx="479135" cy="228668"/>
              <a:chOff x="8316416" y="1400132"/>
              <a:chExt cx="479135" cy="228668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C618DF97-87FE-4291-A3CF-20CC3641736B}"/>
                  </a:ext>
                </a:extLst>
              </p:cNvPr>
              <p:cNvSpPr/>
              <p:nvPr/>
            </p:nvSpPr>
            <p:spPr>
              <a:xfrm>
                <a:off x="8342424" y="1410764"/>
                <a:ext cx="360040" cy="218036"/>
              </a:xfrm>
              <a:prstGeom prst="rect">
                <a:avLst/>
              </a:prstGeom>
              <a:solidFill>
                <a:srgbClr val="3A3A5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61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5B210003-2083-4317-AD46-9DE623DE9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16416" y="1400132"/>
                <a:ext cx="185936" cy="1859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621C0E80-974F-4F89-9ED2-9DCD224E92B0}"/>
                  </a:ext>
                </a:extLst>
              </p:cNvPr>
              <p:cNvSpPr txBox="1"/>
              <p:nvPr/>
            </p:nvSpPr>
            <p:spPr>
              <a:xfrm>
                <a:off x="8435511" y="1400132"/>
                <a:ext cx="360040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600" dirty="0">
                    <a:solidFill>
                      <a:schemeClr val="bg1"/>
                    </a:solidFill>
                  </a:rPr>
                  <a:t>수익</a:t>
                </a:r>
              </a:p>
            </p:txBody>
          </p:sp>
        </p:grpSp>
        <p:pic>
          <p:nvPicPr>
            <p:cNvPr id="65" name="Picture 2" descr="ì¤ì ì ëí ì´ë¯¸ì§ ê²ìê²°ê³¼">
              <a:extLst>
                <a:ext uri="{FF2B5EF4-FFF2-40B4-BE49-F238E27FC236}">
                  <a16:creationId xmlns:a16="http://schemas.microsoft.com/office/drawing/2014/main" id="{D370F3A3-3D6B-4700-81D3-9237DC5251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9390" y="607227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06" name="타원형 설명선 205"/>
          <p:cNvSpPr/>
          <p:nvPr/>
        </p:nvSpPr>
        <p:spPr>
          <a:xfrm>
            <a:off x="2705327" y="1352829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10</a:t>
            </a:r>
            <a:endParaRPr lang="ko-KR" altLang="en-US" sz="900" b="1" dirty="0"/>
          </a:p>
        </p:txBody>
      </p:sp>
      <p:sp>
        <p:nvSpPr>
          <p:cNvPr id="227" name="타원형 설명선 226"/>
          <p:cNvSpPr/>
          <p:nvPr/>
        </p:nvSpPr>
        <p:spPr>
          <a:xfrm>
            <a:off x="3374935" y="8985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6656873" y="8985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5336274" y="8985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7078463" y="8985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1100560" y="130125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7525836" y="8985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712528" y="89852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AFF35173-D7A7-4298-851A-524832D5FB6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6758" y="4967960"/>
            <a:ext cx="4460940" cy="309737"/>
          </a:xfrm>
          <a:prstGeom prst="rect">
            <a:avLst/>
          </a:pr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DEA9CD51-5FDD-4692-AB9C-852145C267AD}"/>
              </a:ext>
            </a:extLst>
          </p:cNvPr>
          <p:cNvSpPr/>
          <p:nvPr/>
        </p:nvSpPr>
        <p:spPr>
          <a:xfrm>
            <a:off x="3002910" y="1473572"/>
            <a:ext cx="1108691" cy="254169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3E78D5A-1457-4C4D-AB90-47D092820DCA}"/>
              </a:ext>
            </a:extLst>
          </p:cNvPr>
          <p:cNvSpPr/>
          <p:nvPr/>
        </p:nvSpPr>
        <p:spPr>
          <a:xfrm>
            <a:off x="3028649" y="1851182"/>
            <a:ext cx="2252372" cy="2911281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13BEE4A-24AA-4E3D-A34E-EDDF2C1DC7BF}"/>
              </a:ext>
            </a:extLst>
          </p:cNvPr>
          <p:cNvSpPr/>
          <p:nvPr/>
        </p:nvSpPr>
        <p:spPr>
          <a:xfrm>
            <a:off x="5547333" y="1374817"/>
            <a:ext cx="2381538" cy="2310754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DF6E872-B4ED-43F2-B433-48F9583AC965}"/>
              </a:ext>
            </a:extLst>
          </p:cNvPr>
          <p:cNvSpPr/>
          <p:nvPr/>
        </p:nvSpPr>
        <p:spPr>
          <a:xfrm>
            <a:off x="5578100" y="3863391"/>
            <a:ext cx="2381537" cy="1005769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타원형 설명선 225">
            <a:extLst>
              <a:ext uri="{FF2B5EF4-FFF2-40B4-BE49-F238E27FC236}">
                <a16:creationId xmlns:a16="http://schemas.microsoft.com/office/drawing/2014/main" id="{E4D40D6D-A603-4967-8EDC-C904528E0CED}"/>
              </a:ext>
            </a:extLst>
          </p:cNvPr>
          <p:cNvSpPr/>
          <p:nvPr/>
        </p:nvSpPr>
        <p:spPr>
          <a:xfrm>
            <a:off x="5339411" y="130125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타원형 설명선 225">
            <a:extLst>
              <a:ext uri="{FF2B5EF4-FFF2-40B4-BE49-F238E27FC236}">
                <a16:creationId xmlns:a16="http://schemas.microsoft.com/office/drawing/2014/main" id="{30D4BFD7-E274-495D-BD10-6E77B6E8E5D0}"/>
              </a:ext>
            </a:extLst>
          </p:cNvPr>
          <p:cNvSpPr/>
          <p:nvPr/>
        </p:nvSpPr>
        <p:spPr>
          <a:xfrm>
            <a:off x="5386038" y="372986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B236C193-A4F5-4CF8-9220-4E8CF5783F04}"/>
              </a:ext>
            </a:extLst>
          </p:cNvPr>
          <p:cNvGrpSpPr/>
          <p:nvPr/>
        </p:nvGrpSpPr>
        <p:grpSpPr>
          <a:xfrm>
            <a:off x="704528" y="1813181"/>
            <a:ext cx="2047322" cy="3013394"/>
            <a:chOff x="704528" y="1813181"/>
            <a:chExt cx="2047322" cy="3013394"/>
          </a:xfrm>
        </p:grpSpPr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989E1C05-364E-43F7-B0E6-293B005A6071}"/>
                </a:ext>
              </a:extLst>
            </p:cNvPr>
            <p:cNvGrpSpPr/>
            <p:nvPr/>
          </p:nvGrpSpPr>
          <p:grpSpPr>
            <a:xfrm>
              <a:off x="818259" y="1813181"/>
              <a:ext cx="1933591" cy="2962275"/>
              <a:chOff x="818259" y="1813181"/>
              <a:chExt cx="1933591" cy="2962275"/>
            </a:xfrm>
          </p:grpSpPr>
          <p:pic>
            <p:nvPicPr>
              <p:cNvPr id="74" name="그림 73">
                <a:extLst>
                  <a:ext uri="{FF2B5EF4-FFF2-40B4-BE49-F238E27FC236}">
                    <a16:creationId xmlns:a16="http://schemas.microsoft.com/office/drawing/2014/main" id="{48E492AE-0A19-4225-99AA-654D51D13B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8259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75" name="그림 74">
                <a:extLst>
                  <a:ext uri="{FF2B5EF4-FFF2-40B4-BE49-F238E27FC236}">
                    <a16:creationId xmlns:a16="http://schemas.microsoft.com/office/drawing/2014/main" id="{14D631F8-BDD9-47AD-A2FD-C59305B464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23225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76" name="그림 75">
                <a:extLst>
                  <a:ext uri="{FF2B5EF4-FFF2-40B4-BE49-F238E27FC236}">
                    <a16:creationId xmlns:a16="http://schemas.microsoft.com/office/drawing/2014/main" id="{251A8D6A-7055-41DA-B64B-6EF6F9B4F4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192332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77" name="그림 76">
                <a:extLst>
                  <a:ext uri="{FF2B5EF4-FFF2-40B4-BE49-F238E27FC236}">
                    <a16:creationId xmlns:a16="http://schemas.microsoft.com/office/drawing/2014/main" id="{85EC3D49-24AA-4C7A-A550-24D3C41702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1747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80" name="그림 79">
                <a:extLst>
                  <a:ext uri="{FF2B5EF4-FFF2-40B4-BE49-F238E27FC236}">
                    <a16:creationId xmlns:a16="http://schemas.microsoft.com/office/drawing/2014/main" id="{F4410A98-A50A-4606-8653-1D29013445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33637" y="1813181"/>
                <a:ext cx="428625" cy="2962275"/>
              </a:xfrm>
              <a:prstGeom prst="rect">
                <a:avLst/>
              </a:prstGeom>
            </p:spPr>
          </p:pic>
        </p:grpSp>
        <p:pic>
          <p:nvPicPr>
            <p:cNvPr id="69" name="그림 68">
              <a:extLst>
                <a:ext uri="{FF2B5EF4-FFF2-40B4-BE49-F238E27FC236}">
                  <a16:creationId xmlns:a16="http://schemas.microsoft.com/office/drawing/2014/main" id="{A1114503-1DEA-4E38-89AA-ABEA77364FF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984609" y="1818557"/>
              <a:ext cx="1512168" cy="2223068"/>
            </a:xfrm>
            <a:prstGeom prst="rect">
              <a:avLst/>
            </a:prstGeom>
          </p:spPr>
        </p:pic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74E50882-9C76-40C2-BE9A-F591B91349E0}"/>
                </a:ext>
              </a:extLst>
            </p:cNvPr>
            <p:cNvSpPr/>
            <p:nvPr/>
          </p:nvSpPr>
          <p:spPr>
            <a:xfrm>
              <a:off x="704528" y="4069020"/>
              <a:ext cx="2016223" cy="757555"/>
            </a:xfrm>
            <a:prstGeom prst="rect">
              <a:avLst/>
            </a:prstGeom>
            <a:solidFill>
              <a:srgbClr val="353760"/>
            </a:solidFill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9195EF73-C2B4-486E-84F5-EC570392CCFD}"/>
                </a:ext>
              </a:extLst>
            </p:cNvPr>
            <p:cNvSpPr txBox="1"/>
            <p:nvPr/>
          </p:nvSpPr>
          <p:spPr>
            <a:xfrm>
              <a:off x="920166" y="4118883"/>
              <a:ext cx="57645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울산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D39410A0-BA58-4FAD-9CF2-955E92B21160}"/>
                </a:ext>
              </a:extLst>
            </p:cNvPr>
            <p:cNvSpPr txBox="1"/>
            <p:nvPr/>
          </p:nvSpPr>
          <p:spPr>
            <a:xfrm>
              <a:off x="1640632" y="4315823"/>
              <a:ext cx="95561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사용량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</a:p>
            <a:p>
              <a:r>
                <a:rPr lang="ko-KR" altLang="en-US" sz="8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충전량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</a:p>
            <a:p>
              <a:r>
                <a:rPr lang="ko-KR" altLang="en-US" sz="8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방전량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  <a:endPara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0E72E54-2504-4936-8009-A8FE200714B1}"/>
                </a:ext>
              </a:extLst>
            </p:cNvPr>
            <p:cNvSpPr txBox="1"/>
            <p:nvPr/>
          </p:nvSpPr>
          <p:spPr>
            <a:xfrm>
              <a:off x="879076" y="4365104"/>
              <a:ext cx="76155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비상  </a:t>
              </a:r>
              <a:r>
                <a:rPr lang="en-US" altLang="ko-KR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</a:t>
              </a:r>
            </a:p>
            <a:p>
              <a:r>
                <a:rPr lang="ko-KR" altLang="en-US" sz="900" b="1" dirty="0">
                  <a:solidFill>
                    <a:srgbClr val="FFC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주의  </a:t>
              </a:r>
              <a:r>
                <a:rPr lang="en-US" altLang="ko-KR" sz="900" b="1" dirty="0">
                  <a:solidFill>
                    <a:srgbClr val="FFC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rgbClr val="FFC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6" name="타원형 설명선 225"/>
          <p:cNvSpPr/>
          <p:nvPr/>
        </p:nvSpPr>
        <p:spPr>
          <a:xfrm>
            <a:off x="2657228" y="190466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※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590679" y="1918903"/>
            <a:ext cx="216000" cy="206364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타원형 설명선 246">
            <a:extLst>
              <a:ext uri="{FF2B5EF4-FFF2-40B4-BE49-F238E27FC236}">
                <a16:creationId xmlns:a16="http://schemas.microsoft.com/office/drawing/2014/main" id="{49E9ADAA-44B9-49FC-A546-CB35741D1182}"/>
              </a:ext>
            </a:extLst>
          </p:cNvPr>
          <p:cNvSpPr/>
          <p:nvPr/>
        </p:nvSpPr>
        <p:spPr>
          <a:xfrm>
            <a:off x="417661" y="3907923"/>
            <a:ext cx="216000" cy="206364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2" name="말풍선: 모서리가 둥근 사각형 81">
            <a:extLst>
              <a:ext uri="{FF2B5EF4-FFF2-40B4-BE49-F238E27FC236}">
                <a16:creationId xmlns:a16="http://schemas.microsoft.com/office/drawing/2014/main" id="{91F843E4-0362-4C7B-8E2F-59E226E6FB90}"/>
              </a:ext>
            </a:extLst>
          </p:cNvPr>
          <p:cNvSpPr/>
          <p:nvPr/>
        </p:nvSpPr>
        <p:spPr>
          <a:xfrm>
            <a:off x="597993" y="5094772"/>
            <a:ext cx="2776941" cy="1015378"/>
          </a:xfrm>
          <a:prstGeom prst="wedgeRoundRectCallout">
            <a:avLst>
              <a:gd name="adj1" fmla="val -31295"/>
              <a:gd name="adj2" fmla="val -67667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지도 컨셉 변경 필요</a:t>
            </a: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-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기존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툴팁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영역을 고정 영역으로 변경</a:t>
            </a: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-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전국지도에서 지역 선택하면 해당 지역 지도로 변경</a:t>
            </a:r>
          </a:p>
        </p:txBody>
      </p:sp>
    </p:spTree>
    <p:extLst>
      <p:ext uri="{BB962C8B-B14F-4D97-AF65-F5344CB8AC3E}">
        <p14:creationId xmlns:p14="http://schemas.microsoft.com/office/powerpoint/2010/main" val="40964103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10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345440"/>
              </p:ext>
            </p:extLst>
          </p:nvPr>
        </p:nvGraphicFramePr>
        <p:xfrm>
          <a:off x="8469313" y="276225"/>
          <a:ext cx="1404000" cy="635961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 지도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전국지역에서 특정 지역을 선택하면 해당 지역 지도 이미지로 변경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‘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전국지도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선택하여 전국지도로 변경가능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 지도 상태에서도 하단 지역 정보는 계속 순서대로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24995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범위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지역별을 선택하면 지도 내 선택된 지역의 전체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list up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그룹별을 선택하면 지도 내 선택 지역과 상관없이  사용자가 편집한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그룹들을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list up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그룹별 선택하면 그룹 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 위치하는 지역만 순차적으로 활성화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지역선택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기본값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전체지역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- 9, 10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 항목의 선택 기준에 따라 지역선택에서 선택된 지역만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1),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항목 선택에 따라 앞 페이지 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※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 영역을 갱신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965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범위 선택 조건에 맞는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업체명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마우스로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행을 선택하면 해당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Main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화면으로 전환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538777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C1AF3AF8-8C1D-4516-98E1-E8822A7583F5}"/>
              </a:ext>
            </a:extLst>
          </p:cNvPr>
          <p:cNvGrpSpPr/>
          <p:nvPr/>
        </p:nvGrpSpPr>
        <p:grpSpPr>
          <a:xfrm>
            <a:off x="272480" y="980728"/>
            <a:ext cx="7920992" cy="4296969"/>
            <a:chOff x="272480" y="500183"/>
            <a:chExt cx="7920992" cy="4296969"/>
          </a:xfrm>
        </p:grpSpPr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A36E8EBB-5423-48B8-B4ED-8CD2AAAA8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80" y="500183"/>
              <a:ext cx="7920992" cy="4296969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2AA3629-CCC1-4473-91B0-BE2B778E93F5}"/>
                </a:ext>
              </a:extLst>
            </p:cNvPr>
            <p:cNvGrpSpPr/>
            <p:nvPr/>
          </p:nvGrpSpPr>
          <p:grpSpPr>
            <a:xfrm>
              <a:off x="4877436" y="1389766"/>
              <a:ext cx="458838" cy="2484435"/>
              <a:chOff x="4877436" y="1389766"/>
              <a:chExt cx="458838" cy="2484435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CB70427A-064D-4603-A9D3-D9A3BE7E4F3D}"/>
                  </a:ext>
                </a:extLst>
              </p:cNvPr>
              <p:cNvSpPr/>
              <p:nvPr/>
            </p:nvSpPr>
            <p:spPr>
              <a:xfrm>
                <a:off x="4877436" y="1389902"/>
                <a:ext cx="412550" cy="225091"/>
              </a:xfrm>
              <a:prstGeom prst="rect">
                <a:avLst/>
              </a:prstGeom>
              <a:solidFill>
                <a:srgbClr val="24254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pic>
            <p:nvPicPr>
              <p:cNvPr id="39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D340CB54-3716-4BCF-8DAE-32FB036B0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88943" y="1405940"/>
                <a:ext cx="144000" cy="144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073E0106-8F4B-4806-8391-0C88FB0CDD25}"/>
                  </a:ext>
                </a:extLst>
              </p:cNvPr>
              <p:cNvSpPr txBox="1"/>
              <p:nvPr/>
            </p:nvSpPr>
            <p:spPr>
              <a:xfrm>
                <a:off x="4976234" y="1389766"/>
                <a:ext cx="360040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수익</a:t>
                </a:r>
              </a:p>
            </p:txBody>
          </p:sp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4A3AA5AA-F5F5-4ABA-A3F7-5C757F48E618}"/>
                  </a:ext>
                </a:extLst>
              </p:cNvPr>
              <p:cNvSpPr/>
              <p:nvPr/>
            </p:nvSpPr>
            <p:spPr>
              <a:xfrm>
                <a:off x="4975476" y="2989001"/>
                <a:ext cx="279418" cy="216024"/>
              </a:xfrm>
              <a:prstGeom prst="rect">
                <a:avLst/>
              </a:prstGeom>
              <a:solidFill>
                <a:srgbClr val="4647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2" name="직사각형 41">
                <a:extLst>
                  <a:ext uri="{FF2B5EF4-FFF2-40B4-BE49-F238E27FC236}">
                    <a16:creationId xmlns:a16="http://schemas.microsoft.com/office/drawing/2014/main" id="{1A420276-4270-46CF-9510-E8E111EF693D}"/>
                  </a:ext>
                </a:extLst>
              </p:cNvPr>
              <p:cNvSpPr/>
              <p:nvPr/>
            </p:nvSpPr>
            <p:spPr>
              <a:xfrm>
                <a:off x="4961420" y="1755598"/>
                <a:ext cx="279418" cy="216024"/>
              </a:xfrm>
              <a:prstGeom prst="rect">
                <a:avLst/>
              </a:prstGeom>
              <a:solidFill>
                <a:srgbClr val="3D3E5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BEA64215-2A7C-49CA-BF5C-24C601084FA4}"/>
                  </a:ext>
                </a:extLst>
              </p:cNvPr>
              <p:cNvSpPr/>
              <p:nvPr/>
            </p:nvSpPr>
            <p:spPr>
              <a:xfrm>
                <a:off x="4953000" y="2364782"/>
                <a:ext cx="279418" cy="216024"/>
              </a:xfrm>
              <a:prstGeom prst="rect">
                <a:avLst/>
              </a:prstGeom>
              <a:solidFill>
                <a:srgbClr val="42416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6C8DD17E-E432-405E-B65A-97555DD96EFE}"/>
                  </a:ext>
                </a:extLst>
              </p:cNvPr>
              <p:cNvSpPr/>
              <p:nvPr/>
            </p:nvSpPr>
            <p:spPr>
              <a:xfrm>
                <a:off x="4889606" y="3658177"/>
                <a:ext cx="279418" cy="216024"/>
              </a:xfrm>
              <a:prstGeom prst="rect">
                <a:avLst/>
              </a:prstGeom>
              <a:solidFill>
                <a:srgbClr val="4A4A6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39DAC7FA-66DB-469A-8F66-FB805DC3394E}"/>
                  </a:ext>
                </a:extLst>
              </p:cNvPr>
              <p:cNvSpPr/>
              <p:nvPr/>
            </p:nvSpPr>
            <p:spPr>
              <a:xfrm>
                <a:off x="5001603" y="2037110"/>
                <a:ext cx="279418" cy="216024"/>
              </a:xfrm>
              <a:prstGeom prst="rect">
                <a:avLst/>
              </a:prstGeom>
              <a:solidFill>
                <a:srgbClr val="2A2A4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0E202544-409B-4736-84CF-B23EDED52B59}"/>
                  </a:ext>
                </a:extLst>
              </p:cNvPr>
              <p:cNvSpPr/>
              <p:nvPr/>
            </p:nvSpPr>
            <p:spPr>
              <a:xfrm>
                <a:off x="5033622" y="2652814"/>
                <a:ext cx="279418" cy="216024"/>
              </a:xfrm>
              <a:prstGeom prst="rect">
                <a:avLst/>
              </a:prstGeom>
              <a:solidFill>
                <a:srgbClr val="2F2F5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9" name="직사각형 48">
                <a:extLst>
                  <a:ext uri="{FF2B5EF4-FFF2-40B4-BE49-F238E27FC236}">
                    <a16:creationId xmlns:a16="http://schemas.microsoft.com/office/drawing/2014/main" id="{32BD0D8D-54AC-4520-9831-BD239D7500A9}"/>
                  </a:ext>
                </a:extLst>
              </p:cNvPr>
              <p:cNvSpPr/>
              <p:nvPr/>
            </p:nvSpPr>
            <p:spPr>
              <a:xfrm>
                <a:off x="5027986" y="3319366"/>
                <a:ext cx="279418" cy="216024"/>
              </a:xfrm>
              <a:prstGeom prst="rect">
                <a:avLst/>
              </a:prstGeom>
              <a:solidFill>
                <a:srgbClr val="3333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D45D3FD-00D5-416C-89A5-E19D9640B170}"/>
                  </a:ext>
                </a:extLst>
              </p:cNvPr>
              <p:cNvSpPr txBox="1"/>
              <p:nvPr/>
            </p:nvSpPr>
            <p:spPr>
              <a:xfrm>
                <a:off x="4880992" y="236865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65EF6AB-CFF1-415E-ADE8-5E11748F372C}"/>
                  </a:ext>
                </a:extLst>
              </p:cNvPr>
              <p:cNvSpPr txBox="1"/>
              <p:nvPr/>
            </p:nvSpPr>
            <p:spPr>
              <a:xfrm>
                <a:off x="4882062" y="173671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59DDFDF3-517B-4ED5-8711-46DF9AAB27F2}"/>
                  </a:ext>
                </a:extLst>
              </p:cNvPr>
              <p:cNvSpPr txBox="1"/>
              <p:nvPr/>
            </p:nvSpPr>
            <p:spPr>
              <a:xfrm>
                <a:off x="4882062" y="3005483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40D7EBA-542C-4A57-B43A-EC5F4636CC97}"/>
                  </a:ext>
                </a:extLst>
              </p:cNvPr>
              <p:cNvSpPr txBox="1"/>
              <p:nvPr/>
            </p:nvSpPr>
            <p:spPr>
              <a:xfrm>
                <a:off x="4880992" y="36445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578119F-598C-4187-A445-34EFBC8184F9}"/>
                  </a:ext>
                </a:extLst>
              </p:cNvPr>
              <p:cNvSpPr txBox="1"/>
              <p:nvPr/>
            </p:nvSpPr>
            <p:spPr>
              <a:xfrm>
                <a:off x="4882062" y="204968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8C51EF9-EF5E-4045-A0F7-3332C5E622B8}"/>
                  </a:ext>
                </a:extLst>
              </p:cNvPr>
              <p:cNvSpPr txBox="1"/>
              <p:nvPr/>
            </p:nvSpPr>
            <p:spPr>
              <a:xfrm>
                <a:off x="4887698" y="26892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0126C8B-B290-4BA6-8AC5-A13C0259CEF3}"/>
                  </a:ext>
                </a:extLst>
              </p:cNvPr>
              <p:cNvSpPr txBox="1"/>
              <p:nvPr/>
            </p:nvSpPr>
            <p:spPr>
              <a:xfrm>
                <a:off x="4882062" y="332473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DE088F12-D2F9-45FC-814D-451ABCB33103}"/>
                </a:ext>
              </a:extLst>
            </p:cNvPr>
            <p:cNvGrpSpPr/>
            <p:nvPr/>
          </p:nvGrpSpPr>
          <p:grpSpPr>
            <a:xfrm>
              <a:off x="7449736" y="944379"/>
              <a:ext cx="479135" cy="228668"/>
              <a:chOff x="8316416" y="1400132"/>
              <a:chExt cx="479135" cy="228668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C618DF97-87FE-4291-A3CF-20CC3641736B}"/>
                  </a:ext>
                </a:extLst>
              </p:cNvPr>
              <p:cNvSpPr/>
              <p:nvPr/>
            </p:nvSpPr>
            <p:spPr>
              <a:xfrm>
                <a:off x="8342424" y="1410764"/>
                <a:ext cx="360040" cy="218036"/>
              </a:xfrm>
              <a:prstGeom prst="rect">
                <a:avLst/>
              </a:prstGeom>
              <a:solidFill>
                <a:srgbClr val="3A3A5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61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5B210003-2083-4317-AD46-9DE623DE9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16416" y="1400132"/>
                <a:ext cx="185936" cy="1859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621C0E80-974F-4F89-9ED2-9DCD224E92B0}"/>
                  </a:ext>
                </a:extLst>
              </p:cNvPr>
              <p:cNvSpPr txBox="1"/>
              <p:nvPr/>
            </p:nvSpPr>
            <p:spPr>
              <a:xfrm>
                <a:off x="8435511" y="1400132"/>
                <a:ext cx="360040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600" dirty="0">
                    <a:solidFill>
                      <a:schemeClr val="bg1"/>
                    </a:solidFill>
                  </a:rPr>
                  <a:t>수익</a:t>
                </a:r>
              </a:p>
            </p:txBody>
          </p:sp>
        </p:grpSp>
        <p:pic>
          <p:nvPicPr>
            <p:cNvPr id="65" name="Picture 2" descr="ì¤ì ì ëí ì´ë¯¸ì§ ê²ìê²°ê³¼">
              <a:extLst>
                <a:ext uri="{FF2B5EF4-FFF2-40B4-BE49-F238E27FC236}">
                  <a16:creationId xmlns:a16="http://schemas.microsoft.com/office/drawing/2014/main" id="{D370F3A3-3D6B-4700-81D3-9237DC5251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9390" y="607227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06" name="타원형 설명선 205"/>
          <p:cNvSpPr/>
          <p:nvPr/>
        </p:nvSpPr>
        <p:spPr>
          <a:xfrm>
            <a:off x="3880237" y="1339613"/>
            <a:ext cx="226515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12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2785640" y="173894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AFF35173-D7A7-4298-851A-524832D5FB6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6758" y="4967960"/>
            <a:ext cx="4460940" cy="309737"/>
          </a:xfrm>
          <a:prstGeom prst="rect">
            <a:avLst/>
          </a:pr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DEA9CD51-5FDD-4692-AB9C-852145C267AD}"/>
              </a:ext>
            </a:extLst>
          </p:cNvPr>
          <p:cNvSpPr/>
          <p:nvPr/>
        </p:nvSpPr>
        <p:spPr>
          <a:xfrm>
            <a:off x="4198713" y="1460356"/>
            <a:ext cx="1055421" cy="254169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A237839B-86F7-402F-94F7-2F7EC3F92843}"/>
              </a:ext>
            </a:extLst>
          </p:cNvPr>
          <p:cNvSpPr/>
          <p:nvPr/>
        </p:nvSpPr>
        <p:spPr>
          <a:xfrm>
            <a:off x="3084842" y="1827864"/>
            <a:ext cx="2147576" cy="2526882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E7A10855-9C99-4FE4-A5ED-B3CD64F13797}"/>
              </a:ext>
            </a:extLst>
          </p:cNvPr>
          <p:cNvGrpSpPr/>
          <p:nvPr/>
        </p:nvGrpSpPr>
        <p:grpSpPr>
          <a:xfrm>
            <a:off x="818259" y="1813181"/>
            <a:ext cx="1933591" cy="2962275"/>
            <a:chOff x="818259" y="1813181"/>
            <a:chExt cx="1933591" cy="2962275"/>
          </a:xfrm>
        </p:grpSpPr>
        <p:pic>
          <p:nvPicPr>
            <p:cNvPr id="68" name="그림 67">
              <a:extLst>
                <a:ext uri="{FF2B5EF4-FFF2-40B4-BE49-F238E27FC236}">
                  <a16:creationId xmlns:a16="http://schemas.microsoft.com/office/drawing/2014/main" id="{04CF7381-F822-4BF4-B543-EFEA00F3E2C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818259" y="1813181"/>
              <a:ext cx="428625" cy="2962275"/>
            </a:xfrm>
            <a:prstGeom prst="rect">
              <a:avLst/>
            </a:prstGeom>
          </p:spPr>
        </p:pic>
        <p:pic>
          <p:nvPicPr>
            <p:cNvPr id="69" name="그림 68">
              <a:extLst>
                <a:ext uri="{FF2B5EF4-FFF2-40B4-BE49-F238E27FC236}">
                  <a16:creationId xmlns:a16="http://schemas.microsoft.com/office/drawing/2014/main" id="{B154DC95-3492-47C8-A210-01C64CD4B62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2323225" y="1813181"/>
              <a:ext cx="428625" cy="2962275"/>
            </a:xfrm>
            <a:prstGeom prst="rect">
              <a:avLst/>
            </a:prstGeom>
          </p:spPr>
        </p:pic>
        <p:pic>
          <p:nvPicPr>
            <p:cNvPr id="70" name="그림 69">
              <a:extLst>
                <a:ext uri="{FF2B5EF4-FFF2-40B4-BE49-F238E27FC236}">
                  <a16:creationId xmlns:a16="http://schemas.microsoft.com/office/drawing/2014/main" id="{19D446EC-8629-446D-A5ED-BDCBE2BDBFC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192332" y="1813181"/>
              <a:ext cx="428625" cy="2962275"/>
            </a:xfrm>
            <a:prstGeom prst="rect">
              <a:avLst/>
            </a:prstGeom>
          </p:spPr>
        </p:pic>
        <p:pic>
          <p:nvPicPr>
            <p:cNvPr id="71" name="그림 70">
              <a:extLst>
                <a:ext uri="{FF2B5EF4-FFF2-40B4-BE49-F238E27FC236}">
                  <a16:creationId xmlns:a16="http://schemas.microsoft.com/office/drawing/2014/main" id="{30C99989-427A-40E2-8685-A32DF9EDC2A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551747" y="1813181"/>
              <a:ext cx="428625" cy="2962275"/>
            </a:xfrm>
            <a:prstGeom prst="rect">
              <a:avLst/>
            </a:prstGeom>
          </p:spPr>
        </p:pic>
        <p:pic>
          <p:nvPicPr>
            <p:cNvPr id="72" name="그림 71">
              <a:extLst>
                <a:ext uri="{FF2B5EF4-FFF2-40B4-BE49-F238E27FC236}">
                  <a16:creationId xmlns:a16="http://schemas.microsoft.com/office/drawing/2014/main" id="{31D7A58B-CB85-4090-B922-29D4FB4930E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933637" y="1813181"/>
              <a:ext cx="428625" cy="2962275"/>
            </a:xfrm>
            <a:prstGeom prst="rect">
              <a:avLst/>
            </a:prstGeom>
          </p:spPr>
        </p:pic>
      </p:grp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4E4A54FC-E7F0-466D-B402-C08BCC983DA0}"/>
              </a:ext>
            </a:extLst>
          </p:cNvPr>
          <p:cNvSpPr/>
          <p:nvPr/>
        </p:nvSpPr>
        <p:spPr>
          <a:xfrm>
            <a:off x="704528" y="4069020"/>
            <a:ext cx="2016223" cy="757555"/>
          </a:xfrm>
          <a:prstGeom prst="rect">
            <a:avLst/>
          </a:prstGeom>
          <a:solidFill>
            <a:srgbClr val="353760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79F2C7FE-7DBE-48EB-BD12-616CC12CF19B}"/>
              </a:ext>
            </a:extLst>
          </p:cNvPr>
          <p:cNvSpPr txBox="1"/>
          <p:nvPr/>
        </p:nvSpPr>
        <p:spPr>
          <a:xfrm>
            <a:off x="920166" y="4118883"/>
            <a:ext cx="5764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울산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3168B930-EEBF-4734-A1AA-146487E5335C}"/>
              </a:ext>
            </a:extLst>
          </p:cNvPr>
          <p:cNvSpPr txBox="1"/>
          <p:nvPr/>
        </p:nvSpPr>
        <p:spPr>
          <a:xfrm>
            <a:off x="1640632" y="4315823"/>
            <a:ext cx="95561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사용량 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10MWh</a:t>
            </a:r>
          </a:p>
          <a:p>
            <a:r>
              <a:rPr lang="ko-KR" altLang="en-US" sz="8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충전량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10MWh</a:t>
            </a:r>
          </a:p>
          <a:p>
            <a:r>
              <a:rPr lang="ko-KR" altLang="en-US" sz="8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방전량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10MWh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BA61D3A6-C046-4CC9-9EF6-003EE8310A1A}"/>
              </a:ext>
            </a:extLst>
          </p:cNvPr>
          <p:cNvSpPr txBox="1"/>
          <p:nvPr/>
        </p:nvSpPr>
        <p:spPr>
          <a:xfrm>
            <a:off x="879076" y="4365104"/>
            <a:ext cx="76155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비상  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</a:p>
          <a:p>
            <a:r>
              <a:rPr lang="ko-KR" altLang="en-US" sz="900" b="1" dirty="0">
                <a:solidFill>
                  <a:srgbClr val="FFC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주의  </a:t>
            </a:r>
            <a:r>
              <a:rPr lang="en-US" altLang="ko-KR" sz="900" b="1" dirty="0">
                <a:solidFill>
                  <a:srgbClr val="FFC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solidFill>
                <a:srgbClr val="FFC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73" name="그림 72">
            <a:extLst>
              <a:ext uri="{FF2B5EF4-FFF2-40B4-BE49-F238E27FC236}">
                <a16:creationId xmlns:a16="http://schemas.microsoft.com/office/drawing/2014/main" id="{058E1A2D-79EE-4D72-9BF6-8EDC815EE70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8544" y="2327604"/>
            <a:ext cx="1747840" cy="1472307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6BF51907-58C7-4B27-813D-1CD31CB72EBB}"/>
              </a:ext>
            </a:extLst>
          </p:cNvPr>
          <p:cNvSpPr txBox="1"/>
          <p:nvPr/>
        </p:nvSpPr>
        <p:spPr>
          <a:xfrm>
            <a:off x="824465" y="1941649"/>
            <a:ext cx="93113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서울</a:t>
            </a:r>
          </a:p>
        </p:txBody>
      </p:sp>
      <p:pic>
        <p:nvPicPr>
          <p:cNvPr id="2050" name="Picture 2" descr="rollbackì ëí ì´ë¯¸ì§ ê²ìê²°ê³¼">
            <a:extLst>
              <a:ext uri="{FF2B5EF4-FFF2-40B4-BE49-F238E27FC236}">
                <a16:creationId xmlns:a16="http://schemas.microsoft.com/office/drawing/2014/main" id="{589F0134-2E55-435B-BE93-4033D1B827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72680" y="2131208"/>
            <a:ext cx="140589" cy="1405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4" name="TextBox 73">
            <a:extLst>
              <a:ext uri="{FF2B5EF4-FFF2-40B4-BE49-F238E27FC236}">
                <a16:creationId xmlns:a16="http://schemas.microsoft.com/office/drawing/2014/main" id="{7A0F8BAE-1462-402F-8AD0-6DFB32F8A018}"/>
              </a:ext>
            </a:extLst>
          </p:cNvPr>
          <p:cNvSpPr txBox="1"/>
          <p:nvPr/>
        </p:nvSpPr>
        <p:spPr>
          <a:xfrm>
            <a:off x="2143507" y="2117370"/>
            <a:ext cx="50232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전국지도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C980E5A-83F8-4F8A-B05A-95089D721497}"/>
              </a:ext>
            </a:extLst>
          </p:cNvPr>
          <p:cNvSpPr/>
          <p:nvPr/>
        </p:nvSpPr>
        <p:spPr>
          <a:xfrm>
            <a:off x="5025008" y="5373216"/>
            <a:ext cx="3211367" cy="8002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* 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사용량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, 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충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/</a:t>
            </a:r>
            <a:r>
              <a:rPr kumimoji="1" lang="ko-KR" altLang="en-US" sz="1000" dirty="0" err="1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방전량의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 단위는 다음 기준으로 표시</a:t>
            </a:r>
            <a:endParaRPr kumimoji="1" lang="en-US" altLang="ko-KR" sz="1000" dirty="0">
              <a:solidFill>
                <a:srgbClr val="0066F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 - 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와트 기준 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9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자리 이상이면 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MWh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로 표시</a:t>
            </a:r>
            <a:endParaRPr kumimoji="1" lang="en-US" altLang="ko-KR" sz="1000" dirty="0">
              <a:solidFill>
                <a:srgbClr val="0066F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 - 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와트 기준 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6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자리 이상이면 </a:t>
            </a: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kWh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로 표시</a:t>
            </a:r>
            <a:endParaRPr kumimoji="1" lang="en-US" altLang="ko-KR" sz="1000" dirty="0">
              <a:solidFill>
                <a:srgbClr val="0066F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 - 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그 이하는 </a:t>
            </a:r>
            <a:r>
              <a:rPr kumimoji="1" lang="en-US" altLang="ko-KR" sz="1000" dirty="0" err="1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Wh</a:t>
            </a:r>
            <a:r>
              <a:rPr kumimoji="1" lang="ko-KR" altLang="en-US" sz="1000" dirty="0">
                <a:solidFill>
                  <a:srgbClr val="0066F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로 표시</a:t>
            </a:r>
            <a:endParaRPr lang="ko-KR" altLang="en-US" sz="1000" dirty="0"/>
          </a:p>
        </p:txBody>
      </p:sp>
      <p:sp>
        <p:nvSpPr>
          <p:cNvPr id="75" name="타원형 설명선 205">
            <a:extLst>
              <a:ext uri="{FF2B5EF4-FFF2-40B4-BE49-F238E27FC236}">
                <a16:creationId xmlns:a16="http://schemas.microsoft.com/office/drawing/2014/main" id="{3C584807-9CCB-4E3C-BF42-046A0900F0BE}"/>
              </a:ext>
            </a:extLst>
          </p:cNvPr>
          <p:cNvSpPr/>
          <p:nvPr/>
        </p:nvSpPr>
        <p:spPr>
          <a:xfrm>
            <a:off x="326046" y="1820745"/>
            <a:ext cx="226515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11</a:t>
            </a:r>
            <a:endParaRPr lang="ko-KR" altLang="en-US" sz="900" b="1" dirty="0"/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9BBC116-BF75-4564-AD8B-E9B3EB88E76E}"/>
              </a:ext>
            </a:extLst>
          </p:cNvPr>
          <p:cNvSpPr/>
          <p:nvPr/>
        </p:nvSpPr>
        <p:spPr>
          <a:xfrm>
            <a:off x="640725" y="1869239"/>
            <a:ext cx="2147576" cy="3003202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9761674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11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6626615"/>
              </p:ext>
            </p:extLst>
          </p:nvPr>
        </p:nvGraphicFramePr>
        <p:xfrm>
          <a:off x="8469313" y="276225"/>
          <a:ext cx="1404000" cy="609254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범위 선택 조건에 맞는 총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항목별 순위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순위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누적사용량 순위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예상사용량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순위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순위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예상충전량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순위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내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순위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예상방전량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4)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기간내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수익 순위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표시 항목 협의 필요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24995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범위 선택 조건에 맞는 총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들의 알람 정보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발생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전체의 금일 발생된 알람 총 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미확인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전체의 금일 발생된 알람 중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미확인된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항목의 총 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전체의 총 알람 중 비상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 각각의 개수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최근 한달간 비율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최근 한달간 알람을 다음과 같이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%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%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538777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C1AF3AF8-8C1D-4516-98E1-E8822A7583F5}"/>
              </a:ext>
            </a:extLst>
          </p:cNvPr>
          <p:cNvGrpSpPr/>
          <p:nvPr/>
        </p:nvGrpSpPr>
        <p:grpSpPr>
          <a:xfrm>
            <a:off x="272480" y="1011923"/>
            <a:ext cx="7920992" cy="4296969"/>
            <a:chOff x="272480" y="500183"/>
            <a:chExt cx="7920992" cy="4296969"/>
          </a:xfrm>
        </p:grpSpPr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A36E8EBB-5423-48B8-B4ED-8CD2AAAA8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80" y="500183"/>
              <a:ext cx="7920992" cy="4296969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2AA3629-CCC1-4473-91B0-BE2B778E93F5}"/>
                </a:ext>
              </a:extLst>
            </p:cNvPr>
            <p:cNvGrpSpPr/>
            <p:nvPr/>
          </p:nvGrpSpPr>
          <p:grpSpPr>
            <a:xfrm>
              <a:off x="4877436" y="1389766"/>
              <a:ext cx="458838" cy="2484435"/>
              <a:chOff x="4877436" y="1389766"/>
              <a:chExt cx="458838" cy="2484435"/>
            </a:xfrm>
          </p:grpSpPr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CB70427A-064D-4603-A9D3-D9A3BE7E4F3D}"/>
                  </a:ext>
                </a:extLst>
              </p:cNvPr>
              <p:cNvSpPr/>
              <p:nvPr/>
            </p:nvSpPr>
            <p:spPr>
              <a:xfrm>
                <a:off x="4877436" y="1389902"/>
                <a:ext cx="412550" cy="225091"/>
              </a:xfrm>
              <a:prstGeom prst="rect">
                <a:avLst/>
              </a:prstGeom>
              <a:solidFill>
                <a:srgbClr val="24254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pic>
            <p:nvPicPr>
              <p:cNvPr id="39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D340CB54-3716-4BCF-8DAE-32FB036B0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88943" y="1405940"/>
                <a:ext cx="144000" cy="144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073E0106-8F4B-4806-8391-0C88FB0CDD25}"/>
                  </a:ext>
                </a:extLst>
              </p:cNvPr>
              <p:cNvSpPr txBox="1"/>
              <p:nvPr/>
            </p:nvSpPr>
            <p:spPr>
              <a:xfrm>
                <a:off x="4976234" y="1389766"/>
                <a:ext cx="360040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수익</a:t>
                </a:r>
              </a:p>
            </p:txBody>
          </p:sp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4A3AA5AA-F5F5-4ABA-A3F7-5C757F48E618}"/>
                  </a:ext>
                </a:extLst>
              </p:cNvPr>
              <p:cNvSpPr/>
              <p:nvPr/>
            </p:nvSpPr>
            <p:spPr>
              <a:xfrm>
                <a:off x="4975476" y="2989001"/>
                <a:ext cx="279418" cy="216024"/>
              </a:xfrm>
              <a:prstGeom prst="rect">
                <a:avLst/>
              </a:prstGeom>
              <a:solidFill>
                <a:srgbClr val="4647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2" name="직사각형 41">
                <a:extLst>
                  <a:ext uri="{FF2B5EF4-FFF2-40B4-BE49-F238E27FC236}">
                    <a16:creationId xmlns:a16="http://schemas.microsoft.com/office/drawing/2014/main" id="{1A420276-4270-46CF-9510-E8E111EF693D}"/>
                  </a:ext>
                </a:extLst>
              </p:cNvPr>
              <p:cNvSpPr/>
              <p:nvPr/>
            </p:nvSpPr>
            <p:spPr>
              <a:xfrm>
                <a:off x="4961420" y="1755598"/>
                <a:ext cx="279418" cy="216024"/>
              </a:xfrm>
              <a:prstGeom prst="rect">
                <a:avLst/>
              </a:prstGeom>
              <a:solidFill>
                <a:srgbClr val="3D3E5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BEA64215-2A7C-49CA-BF5C-24C601084FA4}"/>
                  </a:ext>
                </a:extLst>
              </p:cNvPr>
              <p:cNvSpPr/>
              <p:nvPr/>
            </p:nvSpPr>
            <p:spPr>
              <a:xfrm>
                <a:off x="4953000" y="2364782"/>
                <a:ext cx="279418" cy="216024"/>
              </a:xfrm>
              <a:prstGeom prst="rect">
                <a:avLst/>
              </a:prstGeom>
              <a:solidFill>
                <a:srgbClr val="42416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6C8DD17E-E432-405E-B65A-97555DD96EFE}"/>
                  </a:ext>
                </a:extLst>
              </p:cNvPr>
              <p:cNvSpPr/>
              <p:nvPr/>
            </p:nvSpPr>
            <p:spPr>
              <a:xfrm>
                <a:off x="4889606" y="3658177"/>
                <a:ext cx="279418" cy="216024"/>
              </a:xfrm>
              <a:prstGeom prst="rect">
                <a:avLst/>
              </a:prstGeom>
              <a:solidFill>
                <a:srgbClr val="4A4A6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39DAC7FA-66DB-469A-8F66-FB805DC3394E}"/>
                  </a:ext>
                </a:extLst>
              </p:cNvPr>
              <p:cNvSpPr/>
              <p:nvPr/>
            </p:nvSpPr>
            <p:spPr>
              <a:xfrm>
                <a:off x="5001603" y="2037110"/>
                <a:ext cx="279418" cy="216024"/>
              </a:xfrm>
              <a:prstGeom prst="rect">
                <a:avLst/>
              </a:prstGeom>
              <a:solidFill>
                <a:srgbClr val="2A2A4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0E202544-409B-4736-84CF-B23EDED52B59}"/>
                  </a:ext>
                </a:extLst>
              </p:cNvPr>
              <p:cNvSpPr/>
              <p:nvPr/>
            </p:nvSpPr>
            <p:spPr>
              <a:xfrm>
                <a:off x="5033622" y="2652814"/>
                <a:ext cx="279418" cy="216024"/>
              </a:xfrm>
              <a:prstGeom prst="rect">
                <a:avLst/>
              </a:prstGeom>
              <a:solidFill>
                <a:srgbClr val="2F2F5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49" name="직사각형 48">
                <a:extLst>
                  <a:ext uri="{FF2B5EF4-FFF2-40B4-BE49-F238E27FC236}">
                    <a16:creationId xmlns:a16="http://schemas.microsoft.com/office/drawing/2014/main" id="{32BD0D8D-54AC-4520-9831-BD239D7500A9}"/>
                  </a:ext>
                </a:extLst>
              </p:cNvPr>
              <p:cNvSpPr/>
              <p:nvPr/>
            </p:nvSpPr>
            <p:spPr>
              <a:xfrm>
                <a:off x="5027986" y="3319366"/>
                <a:ext cx="279418" cy="216024"/>
              </a:xfrm>
              <a:prstGeom prst="rect">
                <a:avLst/>
              </a:prstGeom>
              <a:solidFill>
                <a:srgbClr val="3333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D45D3FD-00D5-416C-89A5-E19D9640B170}"/>
                  </a:ext>
                </a:extLst>
              </p:cNvPr>
              <p:cNvSpPr txBox="1"/>
              <p:nvPr/>
            </p:nvSpPr>
            <p:spPr>
              <a:xfrm>
                <a:off x="4880992" y="236865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65EF6AB-CFF1-415E-ADE8-5E11748F372C}"/>
                  </a:ext>
                </a:extLst>
              </p:cNvPr>
              <p:cNvSpPr txBox="1"/>
              <p:nvPr/>
            </p:nvSpPr>
            <p:spPr>
              <a:xfrm>
                <a:off x="4882062" y="173671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59DDFDF3-517B-4ED5-8711-46DF9AAB27F2}"/>
                  </a:ext>
                </a:extLst>
              </p:cNvPr>
              <p:cNvSpPr txBox="1"/>
              <p:nvPr/>
            </p:nvSpPr>
            <p:spPr>
              <a:xfrm>
                <a:off x="4882062" y="3005483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40D7EBA-542C-4A57-B43A-EC5F4636CC97}"/>
                  </a:ext>
                </a:extLst>
              </p:cNvPr>
              <p:cNvSpPr txBox="1"/>
              <p:nvPr/>
            </p:nvSpPr>
            <p:spPr>
              <a:xfrm>
                <a:off x="4880992" y="36445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578119F-598C-4187-A445-34EFBC8184F9}"/>
                  </a:ext>
                </a:extLst>
              </p:cNvPr>
              <p:cNvSpPr txBox="1"/>
              <p:nvPr/>
            </p:nvSpPr>
            <p:spPr>
              <a:xfrm>
                <a:off x="4882062" y="2049688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8C51EF9-EF5E-4045-A0F7-3332C5E622B8}"/>
                  </a:ext>
                </a:extLst>
              </p:cNvPr>
              <p:cNvSpPr txBox="1"/>
              <p:nvPr/>
            </p:nvSpPr>
            <p:spPr>
              <a:xfrm>
                <a:off x="4887698" y="2689275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0126C8B-B290-4BA6-8AC5-A13C0259CEF3}"/>
                  </a:ext>
                </a:extLst>
              </p:cNvPr>
              <p:cNvSpPr txBox="1"/>
              <p:nvPr/>
            </p:nvSpPr>
            <p:spPr>
              <a:xfrm>
                <a:off x="4882062" y="3324739"/>
                <a:ext cx="402474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500" dirty="0">
                    <a:solidFill>
                      <a:schemeClr val="bg1"/>
                    </a:solidFill>
                  </a:rPr>
                  <a:t>200</a:t>
                </a:r>
                <a:endParaRPr lang="ko-KR" altLang="en-US" sz="5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DE088F12-D2F9-45FC-814D-451ABCB33103}"/>
                </a:ext>
              </a:extLst>
            </p:cNvPr>
            <p:cNvGrpSpPr/>
            <p:nvPr/>
          </p:nvGrpSpPr>
          <p:grpSpPr>
            <a:xfrm>
              <a:off x="7449736" y="944379"/>
              <a:ext cx="479135" cy="228668"/>
              <a:chOff x="8316416" y="1400132"/>
              <a:chExt cx="479135" cy="228668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C618DF97-87FE-4291-A3CF-20CC3641736B}"/>
                  </a:ext>
                </a:extLst>
              </p:cNvPr>
              <p:cNvSpPr/>
              <p:nvPr/>
            </p:nvSpPr>
            <p:spPr>
              <a:xfrm>
                <a:off x="8342424" y="1410764"/>
                <a:ext cx="360040" cy="218036"/>
              </a:xfrm>
              <a:prstGeom prst="rect">
                <a:avLst/>
              </a:prstGeom>
              <a:solidFill>
                <a:srgbClr val="3A3A5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61" name="Picture 4" descr="ìíì ëí ì´ë¯¸ì§ ê²ìê²°ê³¼">
                <a:extLst>
                  <a:ext uri="{FF2B5EF4-FFF2-40B4-BE49-F238E27FC236}">
                    <a16:creationId xmlns:a16="http://schemas.microsoft.com/office/drawing/2014/main" id="{5B210003-2083-4317-AD46-9DE623DE9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16416" y="1400132"/>
                <a:ext cx="185936" cy="1859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621C0E80-974F-4F89-9ED2-9DCD224E92B0}"/>
                  </a:ext>
                </a:extLst>
              </p:cNvPr>
              <p:cNvSpPr txBox="1"/>
              <p:nvPr/>
            </p:nvSpPr>
            <p:spPr>
              <a:xfrm>
                <a:off x="8435511" y="1400132"/>
                <a:ext cx="360040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600" dirty="0">
                    <a:solidFill>
                      <a:schemeClr val="bg1"/>
                    </a:solidFill>
                  </a:rPr>
                  <a:t>수익</a:t>
                </a:r>
              </a:p>
            </p:txBody>
          </p:sp>
        </p:grpSp>
        <p:pic>
          <p:nvPicPr>
            <p:cNvPr id="65" name="Picture 2" descr="ì¤ì ì ëí ì´ë¯¸ì§ ê²ìê²°ê³¼">
              <a:extLst>
                <a:ext uri="{FF2B5EF4-FFF2-40B4-BE49-F238E27FC236}">
                  <a16:creationId xmlns:a16="http://schemas.microsoft.com/office/drawing/2014/main" id="{D370F3A3-3D6B-4700-81D3-9237DC5251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9390" y="607227"/>
              <a:ext cx="180000" cy="18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3" name="그림 2">
            <a:extLst>
              <a:ext uri="{FF2B5EF4-FFF2-40B4-BE49-F238E27FC236}">
                <a16:creationId xmlns:a16="http://schemas.microsoft.com/office/drawing/2014/main" id="{AFF35173-D7A7-4298-851A-524832D5FB6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6758" y="4997274"/>
            <a:ext cx="4460940" cy="309737"/>
          </a:xfrm>
          <a:prstGeom prst="rect">
            <a:avLst/>
          </a:prstGeom>
        </p:spPr>
      </p:pic>
      <p:sp>
        <p:nvSpPr>
          <p:cNvPr id="43" name="타원형 설명선 205">
            <a:extLst>
              <a:ext uri="{FF2B5EF4-FFF2-40B4-BE49-F238E27FC236}">
                <a16:creationId xmlns:a16="http://schemas.microsoft.com/office/drawing/2014/main" id="{7C06766D-8343-41A3-9E93-6B0DDE867FF7}"/>
              </a:ext>
            </a:extLst>
          </p:cNvPr>
          <p:cNvSpPr/>
          <p:nvPr/>
        </p:nvSpPr>
        <p:spPr>
          <a:xfrm>
            <a:off x="5269991" y="1266268"/>
            <a:ext cx="205622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14</a:t>
            </a:r>
            <a:endParaRPr lang="ko-KR" altLang="en-US" sz="900" b="1" dirty="0"/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41B82669-7762-4EBB-90A2-B660B6F5B08C}"/>
              </a:ext>
            </a:extLst>
          </p:cNvPr>
          <p:cNvSpPr/>
          <p:nvPr/>
        </p:nvSpPr>
        <p:spPr>
          <a:xfrm>
            <a:off x="5567574" y="1387011"/>
            <a:ext cx="2361297" cy="2298559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타원형 설명선 205">
            <a:extLst>
              <a:ext uri="{FF2B5EF4-FFF2-40B4-BE49-F238E27FC236}">
                <a16:creationId xmlns:a16="http://schemas.microsoft.com/office/drawing/2014/main" id="{BC8C097C-FC66-48F7-8307-8A71DEFB3B7B}"/>
              </a:ext>
            </a:extLst>
          </p:cNvPr>
          <p:cNvSpPr/>
          <p:nvPr/>
        </p:nvSpPr>
        <p:spPr>
          <a:xfrm>
            <a:off x="5269991" y="3747978"/>
            <a:ext cx="205622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15</a:t>
            </a:r>
            <a:endParaRPr lang="ko-KR" altLang="en-US" sz="900" b="1" dirty="0"/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AD939BA9-5841-436C-8FC7-461B6CE84489}"/>
              </a:ext>
            </a:extLst>
          </p:cNvPr>
          <p:cNvSpPr/>
          <p:nvPr/>
        </p:nvSpPr>
        <p:spPr>
          <a:xfrm>
            <a:off x="5567574" y="3868721"/>
            <a:ext cx="2361297" cy="1000439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말풍선: 모서리가 둥근 사각형 4">
            <a:extLst>
              <a:ext uri="{FF2B5EF4-FFF2-40B4-BE49-F238E27FC236}">
                <a16:creationId xmlns:a16="http://schemas.microsoft.com/office/drawing/2014/main" id="{1FFBB084-DDA8-476E-9432-D24AF45835A3}"/>
              </a:ext>
            </a:extLst>
          </p:cNvPr>
          <p:cNvSpPr/>
          <p:nvPr/>
        </p:nvSpPr>
        <p:spPr>
          <a:xfrm>
            <a:off x="5822877" y="5076099"/>
            <a:ext cx="2105994" cy="360040"/>
          </a:xfrm>
          <a:prstGeom prst="wedgeRoundRectCallout">
            <a:avLst>
              <a:gd name="adj1" fmla="val -36325"/>
              <a:gd name="adj2" fmla="val -102765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100%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삭제하고 총 개수만 표시</a:t>
            </a: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65ECBCE4-88B9-4C2C-A0C7-AC44A5D1E7D4}"/>
              </a:ext>
            </a:extLst>
          </p:cNvPr>
          <p:cNvGrpSpPr/>
          <p:nvPr/>
        </p:nvGrpSpPr>
        <p:grpSpPr>
          <a:xfrm>
            <a:off x="704528" y="1813181"/>
            <a:ext cx="2047322" cy="3013394"/>
            <a:chOff x="704528" y="1813181"/>
            <a:chExt cx="2047322" cy="3013394"/>
          </a:xfrm>
        </p:grpSpPr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9C8E25C6-D89B-4D71-81D6-397C2DB04C14}"/>
                </a:ext>
              </a:extLst>
            </p:cNvPr>
            <p:cNvGrpSpPr/>
            <p:nvPr/>
          </p:nvGrpSpPr>
          <p:grpSpPr>
            <a:xfrm>
              <a:off x="818259" y="1813181"/>
              <a:ext cx="1933591" cy="2962275"/>
              <a:chOff x="818259" y="1813181"/>
              <a:chExt cx="1933591" cy="2962275"/>
            </a:xfrm>
          </p:grpSpPr>
          <p:pic>
            <p:nvPicPr>
              <p:cNvPr id="8" name="그림 7">
                <a:extLst>
                  <a:ext uri="{FF2B5EF4-FFF2-40B4-BE49-F238E27FC236}">
                    <a16:creationId xmlns:a16="http://schemas.microsoft.com/office/drawing/2014/main" id="{F1E81026-D4FF-44D0-9CCB-9C9B089969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8259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11" name="그림 10">
                <a:extLst>
                  <a:ext uri="{FF2B5EF4-FFF2-40B4-BE49-F238E27FC236}">
                    <a16:creationId xmlns:a16="http://schemas.microsoft.com/office/drawing/2014/main" id="{D7DA6732-3F7A-4B45-931A-B542C84C646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23225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13" name="그림 12">
                <a:extLst>
                  <a:ext uri="{FF2B5EF4-FFF2-40B4-BE49-F238E27FC236}">
                    <a16:creationId xmlns:a16="http://schemas.microsoft.com/office/drawing/2014/main" id="{5545B36C-3833-49A1-97CA-53C10898FA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192332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14" name="그림 13">
                <a:extLst>
                  <a:ext uri="{FF2B5EF4-FFF2-40B4-BE49-F238E27FC236}">
                    <a16:creationId xmlns:a16="http://schemas.microsoft.com/office/drawing/2014/main" id="{33EA276A-C6E9-4DCD-96F2-20A68C99D2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1747" y="1813181"/>
                <a:ext cx="428625" cy="2962275"/>
              </a:xfrm>
              <a:prstGeom prst="rect">
                <a:avLst/>
              </a:prstGeom>
            </p:spPr>
          </p:pic>
          <p:pic>
            <p:nvPicPr>
              <p:cNvPr id="15" name="그림 14">
                <a:extLst>
                  <a:ext uri="{FF2B5EF4-FFF2-40B4-BE49-F238E27FC236}">
                    <a16:creationId xmlns:a16="http://schemas.microsoft.com/office/drawing/2014/main" id="{F22EB53C-A313-44B1-9F18-680CECE1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33637" y="1813181"/>
                <a:ext cx="428625" cy="2962275"/>
              </a:xfrm>
              <a:prstGeom prst="rect">
                <a:avLst/>
              </a:prstGeom>
            </p:spPr>
          </p:pic>
        </p:grpSp>
        <p:pic>
          <p:nvPicPr>
            <p:cNvPr id="4" name="그림 3">
              <a:extLst>
                <a:ext uri="{FF2B5EF4-FFF2-40B4-BE49-F238E27FC236}">
                  <a16:creationId xmlns:a16="http://schemas.microsoft.com/office/drawing/2014/main" id="{80E2348E-485A-4599-BA60-D55616593A3D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984609" y="1818557"/>
              <a:ext cx="1512168" cy="2223068"/>
            </a:xfrm>
            <a:prstGeom prst="rect">
              <a:avLst/>
            </a:prstGeom>
          </p:spPr>
        </p:pic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47F54DAD-39AA-4EAB-AF08-5B33031F6C7C}"/>
                </a:ext>
              </a:extLst>
            </p:cNvPr>
            <p:cNvSpPr/>
            <p:nvPr/>
          </p:nvSpPr>
          <p:spPr>
            <a:xfrm>
              <a:off x="704528" y="4069020"/>
              <a:ext cx="2016223" cy="757555"/>
            </a:xfrm>
            <a:prstGeom prst="rect">
              <a:avLst/>
            </a:prstGeom>
            <a:solidFill>
              <a:srgbClr val="353760"/>
            </a:solidFill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9D6DC17-4081-45E3-A906-5A41980B619F}"/>
                </a:ext>
              </a:extLst>
            </p:cNvPr>
            <p:cNvSpPr txBox="1"/>
            <p:nvPr/>
          </p:nvSpPr>
          <p:spPr>
            <a:xfrm>
              <a:off x="920166" y="4118883"/>
              <a:ext cx="57645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울산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CBAAFFF8-A931-48AA-9F96-ABEE3F7AA879}"/>
                </a:ext>
              </a:extLst>
            </p:cNvPr>
            <p:cNvSpPr txBox="1"/>
            <p:nvPr/>
          </p:nvSpPr>
          <p:spPr>
            <a:xfrm>
              <a:off x="1640632" y="4315823"/>
              <a:ext cx="95561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사용량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</a:p>
            <a:p>
              <a:r>
                <a:rPr lang="ko-KR" altLang="en-US" sz="8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충전량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</a:p>
            <a:p>
              <a:r>
                <a:rPr lang="ko-KR" altLang="en-US" sz="800" b="1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방전량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10MWh</a:t>
              </a:r>
              <a:endPara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3308B23-CDFA-448D-ADC4-64499395012C}"/>
                </a:ext>
              </a:extLst>
            </p:cNvPr>
            <p:cNvSpPr txBox="1"/>
            <p:nvPr/>
          </p:nvSpPr>
          <p:spPr>
            <a:xfrm>
              <a:off x="879076" y="4365104"/>
              <a:ext cx="76155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비상  </a:t>
              </a:r>
              <a:r>
                <a:rPr lang="en-US" altLang="ko-KR" sz="9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</a:t>
              </a:r>
            </a:p>
            <a:p>
              <a:r>
                <a:rPr lang="ko-KR" altLang="en-US" sz="900" b="1" dirty="0">
                  <a:solidFill>
                    <a:srgbClr val="FFC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주의  </a:t>
              </a:r>
              <a:r>
                <a:rPr lang="en-US" altLang="ko-KR" sz="900" b="1" dirty="0">
                  <a:solidFill>
                    <a:srgbClr val="FFC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900" b="1" dirty="0">
                <a:solidFill>
                  <a:srgbClr val="FFC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3155724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12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>
          <a:xfrm>
            <a:off x="606245" y="63674"/>
            <a:ext cx="4824000" cy="138499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9684182"/>
              </p:ext>
            </p:extLst>
          </p:nvPr>
        </p:nvGraphicFramePr>
        <p:xfrm>
          <a:off x="8469313" y="276225"/>
          <a:ext cx="1404000" cy="547603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군관리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Main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화면으로 이동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에너지 모니터링 메뉴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오늘의 사용량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피크 전력 현황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시간대 별 발전량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PV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발전량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DR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실적 현황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사용량 구성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(DER)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모니터링 메뉴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IOE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통신상태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PCS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운전상태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BMS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운전상태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PV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운전상태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상황 관제 메뉴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정보 페이지로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요금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메뉴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한전 요금 조회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ESS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조회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DR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조회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- PV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조회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10525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오늘의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오늘의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각각의 총량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하얀색 표시는 예상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예상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예상 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보다 실제 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방전량이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많을 경우 흰색 영역을 표시 안함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76163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SOC(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충전상태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잔량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%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와 배터리 이미지 상의 잔량 표시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Sync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필요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2465152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ewpsp_scr_008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B2102104-3315-402E-ABC9-586FEDDAFB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1" y="796962"/>
            <a:ext cx="8266177" cy="544034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7083A858-D713-4603-B3CA-23A59234A1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2" y="804375"/>
            <a:ext cx="8266176" cy="35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0B5F9E53-BCF9-403F-96B8-C987A9420ECC}"/>
              </a:ext>
            </a:extLst>
          </p:cNvPr>
          <p:cNvCxnSpPr>
            <a:cxnSpLocks/>
          </p:cNvCxnSpPr>
          <p:nvPr/>
        </p:nvCxnSpPr>
        <p:spPr>
          <a:xfrm>
            <a:off x="117727" y="1143681"/>
            <a:ext cx="818717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3EF9983-9B49-4C32-AAFF-105A132508A6}"/>
              </a:ext>
            </a:extLst>
          </p:cNvPr>
          <p:cNvSpPr/>
          <p:nvPr/>
        </p:nvSpPr>
        <p:spPr>
          <a:xfrm>
            <a:off x="180991" y="1557880"/>
            <a:ext cx="8020800" cy="4465954"/>
          </a:xfrm>
          <a:prstGeom prst="rect">
            <a:avLst/>
          </a:prstGeom>
          <a:solidFill>
            <a:srgbClr val="26264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B8D0FE6-4CB9-4D6F-BC08-26944210B2E4}"/>
              </a:ext>
            </a:extLst>
          </p:cNvPr>
          <p:cNvSpPr/>
          <p:nvPr/>
        </p:nvSpPr>
        <p:spPr>
          <a:xfrm>
            <a:off x="184526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에너지 모니터링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2891854C-647F-409D-8CAB-1B57ED9960C5}"/>
              </a:ext>
            </a:extLst>
          </p:cNvPr>
          <p:cNvSpPr/>
          <p:nvPr/>
        </p:nvSpPr>
        <p:spPr>
          <a:xfrm>
            <a:off x="2191085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장치 모니터링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8CD744A-AA50-4B4D-A06A-93198D13D7C1}"/>
              </a:ext>
            </a:extLst>
          </p:cNvPr>
          <p:cNvSpPr/>
          <p:nvPr/>
        </p:nvSpPr>
        <p:spPr>
          <a:xfrm>
            <a:off x="4197644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상황</a:t>
            </a:r>
            <a:r>
              <a:rPr lang="en-US" altLang="ko-KR" sz="700" dirty="0"/>
              <a:t> </a:t>
            </a:r>
            <a:r>
              <a:rPr lang="ko-KR" altLang="en-US" sz="700" dirty="0"/>
              <a:t>관제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A0E4D09A-7B7B-4663-9DAE-528F8916C0F1}"/>
              </a:ext>
            </a:extLst>
          </p:cNvPr>
          <p:cNvSpPr/>
          <p:nvPr/>
        </p:nvSpPr>
        <p:spPr>
          <a:xfrm>
            <a:off x="6204202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요금</a:t>
            </a:r>
            <a:r>
              <a:rPr lang="en-US" altLang="ko-KR" sz="700" dirty="0"/>
              <a:t>/</a:t>
            </a:r>
            <a:r>
              <a:rPr lang="ko-KR" altLang="en-US" sz="700" dirty="0"/>
              <a:t>수익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8F226558-3426-4DA0-967F-188EF9E138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8999100"/>
              </p:ext>
            </p:extLst>
          </p:nvPr>
        </p:nvGraphicFramePr>
        <p:xfrm>
          <a:off x="3036493" y="2089084"/>
          <a:ext cx="2626669" cy="151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9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kW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28" name="그룹 27">
            <a:extLst>
              <a:ext uri="{FF2B5EF4-FFF2-40B4-BE49-F238E27FC236}">
                <a16:creationId xmlns:a16="http://schemas.microsoft.com/office/drawing/2014/main" id="{E07C9038-AE5E-4848-8AA9-879FAFBA23B5}"/>
              </a:ext>
            </a:extLst>
          </p:cNvPr>
          <p:cNvGrpSpPr/>
          <p:nvPr/>
        </p:nvGrpSpPr>
        <p:grpSpPr>
          <a:xfrm>
            <a:off x="3201134" y="2315023"/>
            <a:ext cx="2400905" cy="1065479"/>
            <a:chOff x="1475657" y="2688243"/>
            <a:chExt cx="6660000" cy="2092089"/>
          </a:xfrm>
        </p:grpSpPr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27FA866A-AB3E-48D4-ADFA-B2AFD3A5BEB9}"/>
                </a:ext>
              </a:extLst>
            </p:cNvPr>
            <p:cNvCxnSpPr>
              <a:cxnSpLocks/>
            </p:cNvCxnSpPr>
            <p:nvPr/>
          </p:nvCxnSpPr>
          <p:spPr>
            <a:xfrm>
              <a:off x="1475657" y="2688243"/>
              <a:ext cx="6660000" cy="0"/>
            </a:xfrm>
            <a:prstGeom prst="line">
              <a:avLst/>
            </a:prstGeom>
            <a:ln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4588D10F-85F0-4201-99B0-19CF5E0D6C64}"/>
                </a:ext>
              </a:extLst>
            </p:cNvPr>
            <p:cNvCxnSpPr>
              <a:cxnSpLocks/>
            </p:cNvCxnSpPr>
            <p:nvPr/>
          </p:nvCxnSpPr>
          <p:spPr>
            <a:xfrm>
              <a:off x="1475657" y="3594874"/>
              <a:ext cx="6660000" cy="0"/>
            </a:xfrm>
            <a:prstGeom prst="lin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31" name="자유형 11">
              <a:extLst>
                <a:ext uri="{FF2B5EF4-FFF2-40B4-BE49-F238E27FC236}">
                  <a16:creationId xmlns:a16="http://schemas.microsoft.com/office/drawing/2014/main" id="{F8B49049-8919-4AF0-9FCD-125C47C3DE27}"/>
                </a:ext>
              </a:extLst>
            </p:cNvPr>
            <p:cNvSpPr/>
            <p:nvPr/>
          </p:nvSpPr>
          <p:spPr>
            <a:xfrm>
              <a:off x="1744300" y="4492465"/>
              <a:ext cx="3877733" cy="287867"/>
            </a:xfrm>
            <a:custGeom>
              <a:avLst/>
              <a:gdLst>
                <a:gd name="connsiteX0" fmla="*/ 0 w 3877733"/>
                <a:gd name="connsiteY0" fmla="*/ 287867 h 287867"/>
                <a:gd name="connsiteX1" fmla="*/ 406400 w 3877733"/>
                <a:gd name="connsiteY1" fmla="*/ 101600 h 287867"/>
                <a:gd name="connsiteX2" fmla="*/ 863600 w 3877733"/>
                <a:gd name="connsiteY2" fmla="*/ 254000 h 287867"/>
                <a:gd name="connsiteX3" fmla="*/ 1286933 w 3877733"/>
                <a:gd name="connsiteY3" fmla="*/ 0 h 287867"/>
                <a:gd name="connsiteX4" fmla="*/ 1676400 w 3877733"/>
                <a:gd name="connsiteY4" fmla="*/ 67734 h 287867"/>
                <a:gd name="connsiteX5" fmla="*/ 2150533 w 3877733"/>
                <a:gd name="connsiteY5" fmla="*/ 203200 h 287867"/>
                <a:gd name="connsiteX6" fmla="*/ 2607733 w 3877733"/>
                <a:gd name="connsiteY6" fmla="*/ 254000 h 287867"/>
                <a:gd name="connsiteX7" fmla="*/ 2997200 w 3877733"/>
                <a:gd name="connsiteY7" fmla="*/ 254000 h 287867"/>
                <a:gd name="connsiteX8" fmla="*/ 3488266 w 3877733"/>
                <a:gd name="connsiteY8" fmla="*/ 101600 h 287867"/>
                <a:gd name="connsiteX9" fmla="*/ 3877733 w 3877733"/>
                <a:gd name="connsiteY9" fmla="*/ 101600 h 287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7733" h="287867">
                  <a:moveTo>
                    <a:pt x="0" y="287867"/>
                  </a:moveTo>
                  <a:lnTo>
                    <a:pt x="406400" y="101600"/>
                  </a:lnTo>
                  <a:lnTo>
                    <a:pt x="863600" y="254000"/>
                  </a:lnTo>
                  <a:lnTo>
                    <a:pt x="1286933" y="0"/>
                  </a:lnTo>
                  <a:lnTo>
                    <a:pt x="1676400" y="67734"/>
                  </a:lnTo>
                  <a:lnTo>
                    <a:pt x="2150533" y="203200"/>
                  </a:lnTo>
                  <a:lnTo>
                    <a:pt x="2607733" y="254000"/>
                  </a:lnTo>
                  <a:lnTo>
                    <a:pt x="2997200" y="254000"/>
                  </a:lnTo>
                  <a:lnTo>
                    <a:pt x="3488266" y="101600"/>
                  </a:lnTo>
                  <a:lnTo>
                    <a:pt x="3877733" y="101600"/>
                  </a:lnTo>
                </a:path>
              </a:pathLst>
            </a:custGeom>
            <a:ln w="190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29A51609-D54B-474A-B7E4-530CCE7FFC34}"/>
              </a:ext>
            </a:extLst>
          </p:cNvPr>
          <p:cNvCxnSpPr>
            <a:cxnSpLocks/>
          </p:cNvCxnSpPr>
          <p:nvPr/>
        </p:nvCxnSpPr>
        <p:spPr>
          <a:xfrm>
            <a:off x="4708264" y="2089084"/>
            <a:ext cx="0" cy="1510545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CC743F9E-4B5A-4B8E-A0F4-67EB1791F4AD}"/>
              </a:ext>
            </a:extLst>
          </p:cNvPr>
          <p:cNvSpPr txBox="1"/>
          <p:nvPr/>
        </p:nvSpPr>
        <p:spPr>
          <a:xfrm>
            <a:off x="2933296" y="1880452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A4801FBE-B6BC-49B3-B6C4-8CA05046AD75}"/>
              </a:ext>
            </a:extLst>
          </p:cNvPr>
          <p:cNvCxnSpPr>
            <a:cxnSpLocks/>
          </p:cNvCxnSpPr>
          <p:nvPr/>
        </p:nvCxnSpPr>
        <p:spPr>
          <a:xfrm>
            <a:off x="5745088" y="1887730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EF8FF785-A602-4C84-B7A3-BCC2D4E707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7563759"/>
              </p:ext>
            </p:extLst>
          </p:nvPr>
        </p:nvGraphicFramePr>
        <p:xfrm>
          <a:off x="5849512" y="3272858"/>
          <a:ext cx="2275628" cy="1447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5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/>
                        <a:t>kWh</a:t>
                      </a:r>
                      <a:endParaRPr lang="ko-KR" altLang="en-US" sz="5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87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8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6" name="TextBox 35">
            <a:extLst>
              <a:ext uri="{FF2B5EF4-FFF2-40B4-BE49-F238E27FC236}">
                <a16:creationId xmlns:a16="http://schemas.microsoft.com/office/drawing/2014/main" id="{624B9702-5880-4DD9-A6CF-8A789D48E4EB}"/>
              </a:ext>
            </a:extLst>
          </p:cNvPr>
          <p:cNvSpPr txBox="1"/>
          <p:nvPr/>
        </p:nvSpPr>
        <p:spPr>
          <a:xfrm>
            <a:off x="5769155" y="3098741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chemeClr val="bg1"/>
                </a:solidFill>
              </a:rPr>
              <a:t>충</a:t>
            </a:r>
            <a:r>
              <a:rPr lang="en-US" altLang="ko-KR" sz="800" dirty="0">
                <a:solidFill>
                  <a:schemeClr val="bg1"/>
                </a:solidFill>
              </a:rPr>
              <a:t>/</a:t>
            </a:r>
            <a:r>
              <a:rPr lang="ko-KR" altLang="en-US" sz="800" dirty="0" err="1">
                <a:solidFill>
                  <a:schemeClr val="bg1"/>
                </a:solidFill>
              </a:rPr>
              <a:t>방전량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37" name="AutoShape 182">
            <a:extLst>
              <a:ext uri="{FF2B5EF4-FFF2-40B4-BE49-F238E27FC236}">
                <a16:creationId xmlns:a16="http://schemas.microsoft.com/office/drawing/2014/main" id="{4A013E0B-20B2-4A4A-AAC2-D0E5ED97418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51306" y="4753820"/>
            <a:ext cx="2273814" cy="1261824"/>
          </a:xfrm>
          <a:prstGeom prst="roundRect">
            <a:avLst>
              <a:gd name="adj" fmla="val 1769"/>
            </a:avLst>
          </a:prstGeom>
          <a:solidFill>
            <a:srgbClr val="262645"/>
          </a:solidFill>
          <a:ln w="3175">
            <a:solidFill>
              <a:schemeClr val="bg1"/>
            </a:solidFill>
          </a:ln>
        </p:spPr>
        <p:txBody>
          <a:bodyPr wrap="none" anchor="ctr"/>
          <a:lstStyle/>
          <a:p>
            <a:pPr latinLnBrk="1"/>
            <a:endParaRPr lang="ko-KR" altLang="en-US" sz="1600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C1D71835-95E2-4DBB-ABC8-57238414EE2A}"/>
              </a:ext>
            </a:extLst>
          </p:cNvPr>
          <p:cNvCxnSpPr>
            <a:cxnSpLocks/>
          </p:cNvCxnSpPr>
          <p:nvPr/>
        </p:nvCxnSpPr>
        <p:spPr>
          <a:xfrm>
            <a:off x="5993828" y="492531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A62A6F6F-453C-4F73-AB11-404EDC124467}"/>
              </a:ext>
            </a:extLst>
          </p:cNvPr>
          <p:cNvSpPr txBox="1"/>
          <p:nvPr/>
        </p:nvSpPr>
        <p:spPr>
          <a:xfrm>
            <a:off x="5958346" y="4771035"/>
            <a:ext cx="709061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오늘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6E0D494-BAF5-4FB9-BCC1-38C3F22F5E55}"/>
              </a:ext>
            </a:extLst>
          </p:cNvPr>
          <p:cNvSpPr txBox="1"/>
          <p:nvPr/>
        </p:nvSpPr>
        <p:spPr>
          <a:xfrm>
            <a:off x="6935425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F316E31-C90B-4059-89F8-B7EF3053FCE1}"/>
              </a:ext>
            </a:extLst>
          </p:cNvPr>
          <p:cNvSpPr txBox="1"/>
          <p:nvPr/>
        </p:nvSpPr>
        <p:spPr>
          <a:xfrm>
            <a:off x="7591323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0B29B12-DA7D-4A1D-BA88-4C352B4BABB4}"/>
              </a:ext>
            </a:extLst>
          </p:cNvPr>
          <p:cNvSpPr txBox="1"/>
          <p:nvPr/>
        </p:nvSpPr>
        <p:spPr>
          <a:xfrm>
            <a:off x="6223369" y="492531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60AD1FA-53B7-48F3-8D24-5CCB03069CCC}"/>
              </a:ext>
            </a:extLst>
          </p:cNvPr>
          <p:cNvSpPr txBox="1"/>
          <p:nvPr/>
        </p:nvSpPr>
        <p:spPr>
          <a:xfrm>
            <a:off x="6223369" y="504189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C8EADC3-892A-49D8-BA19-B280AA52CD2A}"/>
              </a:ext>
            </a:extLst>
          </p:cNvPr>
          <p:cNvSpPr txBox="1"/>
          <p:nvPr/>
        </p:nvSpPr>
        <p:spPr>
          <a:xfrm>
            <a:off x="6850640" y="492531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1,350.5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EC37EE8-D160-496E-B15E-AD231585439D}"/>
              </a:ext>
            </a:extLst>
          </p:cNvPr>
          <p:cNvSpPr txBox="1"/>
          <p:nvPr/>
        </p:nvSpPr>
        <p:spPr>
          <a:xfrm>
            <a:off x="6850640" y="504189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50426D1-9B57-4F30-A1B5-ACB5D083F27E}"/>
              </a:ext>
            </a:extLst>
          </p:cNvPr>
          <p:cNvSpPr txBox="1"/>
          <p:nvPr/>
        </p:nvSpPr>
        <p:spPr>
          <a:xfrm>
            <a:off x="7570720" y="497879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2.1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4A7EFA81-8892-470A-9FFC-89E0CEFF7D59}"/>
              </a:ext>
            </a:extLst>
          </p:cNvPr>
          <p:cNvCxnSpPr>
            <a:cxnSpLocks/>
          </p:cNvCxnSpPr>
          <p:nvPr/>
        </p:nvCxnSpPr>
        <p:spPr>
          <a:xfrm>
            <a:off x="5993828" y="535320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3A6A82A-B634-4213-A6BA-8294CF1911C7}"/>
              </a:ext>
            </a:extLst>
          </p:cNvPr>
          <p:cNvSpPr txBox="1"/>
          <p:nvPr/>
        </p:nvSpPr>
        <p:spPr>
          <a:xfrm>
            <a:off x="5958346" y="5204901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 err="1">
                <a:solidFill>
                  <a:schemeClr val="bg1"/>
                </a:solidFill>
              </a:rPr>
              <a:t>이번달</a:t>
            </a:r>
            <a:r>
              <a:rPr lang="ko-KR" altLang="en-US" sz="500" dirty="0">
                <a:solidFill>
                  <a:schemeClr val="bg1"/>
                </a:solidFill>
              </a:rPr>
              <a:t>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7F56B89-656D-4409-94CD-D407204EE771}"/>
              </a:ext>
            </a:extLst>
          </p:cNvPr>
          <p:cNvSpPr txBox="1"/>
          <p:nvPr/>
        </p:nvSpPr>
        <p:spPr>
          <a:xfrm>
            <a:off x="6935425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6F00CD1-ACD4-4A8D-9FFF-E8D84C6B684C}"/>
              </a:ext>
            </a:extLst>
          </p:cNvPr>
          <p:cNvSpPr txBox="1"/>
          <p:nvPr/>
        </p:nvSpPr>
        <p:spPr>
          <a:xfrm>
            <a:off x="7591323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3C0CE3B-40F3-43B7-8D0B-2C69A07D53D2}"/>
              </a:ext>
            </a:extLst>
          </p:cNvPr>
          <p:cNvSpPr txBox="1"/>
          <p:nvPr/>
        </p:nvSpPr>
        <p:spPr>
          <a:xfrm>
            <a:off x="6223369" y="535320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5E238EE-D2C4-4FA8-97F6-74DD46DAD32B}"/>
              </a:ext>
            </a:extLst>
          </p:cNvPr>
          <p:cNvSpPr txBox="1"/>
          <p:nvPr/>
        </p:nvSpPr>
        <p:spPr>
          <a:xfrm>
            <a:off x="6223369" y="546978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D8624A3-0380-4115-8F31-B66286344293}"/>
              </a:ext>
            </a:extLst>
          </p:cNvPr>
          <p:cNvSpPr txBox="1"/>
          <p:nvPr/>
        </p:nvSpPr>
        <p:spPr>
          <a:xfrm>
            <a:off x="6850640" y="535320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5C3B9BA-EB4B-472A-B0DE-F9B11C81D947}"/>
              </a:ext>
            </a:extLst>
          </p:cNvPr>
          <p:cNvSpPr txBox="1"/>
          <p:nvPr/>
        </p:nvSpPr>
        <p:spPr>
          <a:xfrm>
            <a:off x="6850640" y="546978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679B29F-5EA2-4B20-9E50-BEF78E3EF73D}"/>
              </a:ext>
            </a:extLst>
          </p:cNvPr>
          <p:cNvSpPr txBox="1"/>
          <p:nvPr/>
        </p:nvSpPr>
        <p:spPr>
          <a:xfrm>
            <a:off x="7570720" y="5407818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5C7E8237-425A-4EF3-8136-480159CF65C9}"/>
              </a:ext>
            </a:extLst>
          </p:cNvPr>
          <p:cNvCxnSpPr>
            <a:cxnSpLocks/>
          </p:cNvCxnSpPr>
          <p:nvPr/>
        </p:nvCxnSpPr>
        <p:spPr>
          <a:xfrm>
            <a:off x="5993828" y="5771414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>
            <a:extLst>
              <a:ext uri="{FF2B5EF4-FFF2-40B4-BE49-F238E27FC236}">
                <a16:creationId xmlns:a16="http://schemas.microsoft.com/office/drawing/2014/main" id="{C9C0E030-096F-4EBF-813E-654213ACA5E8}"/>
              </a:ext>
            </a:extLst>
          </p:cNvPr>
          <p:cNvSpPr txBox="1"/>
          <p:nvPr/>
        </p:nvSpPr>
        <p:spPr>
          <a:xfrm>
            <a:off x="5932914" y="5623114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올해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75E5D116-D36F-4AB6-8470-DA0915EB7839}"/>
              </a:ext>
            </a:extLst>
          </p:cNvPr>
          <p:cNvSpPr txBox="1"/>
          <p:nvPr/>
        </p:nvSpPr>
        <p:spPr>
          <a:xfrm>
            <a:off x="6909993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11B9D07-38CF-4D9B-9755-6E3D27381571}"/>
              </a:ext>
            </a:extLst>
          </p:cNvPr>
          <p:cNvSpPr txBox="1"/>
          <p:nvPr/>
        </p:nvSpPr>
        <p:spPr>
          <a:xfrm>
            <a:off x="7565891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56CFE52-B960-4A1C-A8CB-257FCEA6EF60}"/>
              </a:ext>
            </a:extLst>
          </p:cNvPr>
          <p:cNvSpPr txBox="1"/>
          <p:nvPr/>
        </p:nvSpPr>
        <p:spPr>
          <a:xfrm>
            <a:off x="6197937" y="5771414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62EB086C-5D28-4408-9F60-FC75C5053968}"/>
              </a:ext>
            </a:extLst>
          </p:cNvPr>
          <p:cNvSpPr txBox="1"/>
          <p:nvPr/>
        </p:nvSpPr>
        <p:spPr>
          <a:xfrm>
            <a:off x="6197937" y="5887999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C803406-F783-46EF-8E44-15822F411AAF}"/>
              </a:ext>
            </a:extLst>
          </p:cNvPr>
          <p:cNvSpPr txBox="1"/>
          <p:nvPr/>
        </p:nvSpPr>
        <p:spPr>
          <a:xfrm>
            <a:off x="6825208" y="5771414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58.9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39CE000-0E33-4113-B82A-5630408AAED9}"/>
              </a:ext>
            </a:extLst>
          </p:cNvPr>
          <p:cNvSpPr txBox="1"/>
          <p:nvPr/>
        </p:nvSpPr>
        <p:spPr>
          <a:xfrm>
            <a:off x="6825208" y="5887999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192.1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0A450997-DD2A-4200-8178-39E54C53EBD8}"/>
              </a:ext>
            </a:extLst>
          </p:cNvPr>
          <p:cNvSpPr txBox="1"/>
          <p:nvPr/>
        </p:nvSpPr>
        <p:spPr>
          <a:xfrm>
            <a:off x="7545288" y="5825376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464.9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D9722A13-A4B1-4617-9D54-602D2721332A}"/>
              </a:ext>
            </a:extLst>
          </p:cNvPr>
          <p:cNvGrpSpPr/>
          <p:nvPr/>
        </p:nvGrpSpPr>
        <p:grpSpPr>
          <a:xfrm>
            <a:off x="4776098" y="3649023"/>
            <a:ext cx="500020" cy="169277"/>
            <a:chOff x="5008084" y="3585093"/>
            <a:chExt cx="500020" cy="169277"/>
          </a:xfrm>
        </p:grpSpPr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76366D38-5D29-4527-BB0E-4A4C7B8DC6D2}"/>
                </a:ext>
              </a:extLst>
            </p:cNvPr>
            <p:cNvCxnSpPr>
              <a:cxnSpLocks/>
            </p:cNvCxnSpPr>
            <p:nvPr/>
          </p:nvCxnSpPr>
          <p:spPr>
            <a:xfrm>
              <a:off x="5008084" y="3669731"/>
              <a:ext cx="108000" cy="0"/>
            </a:xfrm>
            <a:prstGeom prst="line">
              <a:avLst/>
            </a:prstGeom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3CE4766C-F022-4575-BB7F-973E55D09148}"/>
                </a:ext>
              </a:extLst>
            </p:cNvPr>
            <p:cNvSpPr/>
            <p:nvPr/>
          </p:nvSpPr>
          <p:spPr>
            <a:xfrm>
              <a:off x="5044076" y="3585093"/>
              <a:ext cx="46402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현재 부하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0A5F81EA-7FE9-4E95-BF52-593499F4F836}"/>
              </a:ext>
            </a:extLst>
          </p:cNvPr>
          <p:cNvGrpSpPr/>
          <p:nvPr/>
        </p:nvGrpSpPr>
        <p:grpSpPr>
          <a:xfrm>
            <a:off x="5241125" y="3649023"/>
            <a:ext cx="500021" cy="169277"/>
            <a:chOff x="5440131" y="3585093"/>
            <a:chExt cx="500021" cy="169277"/>
          </a:xfrm>
        </p:grpSpPr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E588985-1351-45CB-9AE0-F741CC73E51B}"/>
                </a:ext>
              </a:extLst>
            </p:cNvPr>
            <p:cNvCxnSpPr>
              <a:cxnSpLocks/>
            </p:cNvCxnSpPr>
            <p:nvPr/>
          </p:nvCxnSpPr>
          <p:spPr>
            <a:xfrm>
              <a:off x="5440131" y="3669731"/>
              <a:ext cx="108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0D2AB4E7-3F4F-4E76-A807-71772FD0A249}"/>
                </a:ext>
              </a:extLst>
            </p:cNvPr>
            <p:cNvSpPr/>
            <p:nvPr/>
          </p:nvSpPr>
          <p:spPr>
            <a:xfrm>
              <a:off x="5476123" y="3585093"/>
              <a:ext cx="464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예측 부하</a:t>
              </a:r>
            </a:p>
          </p:txBody>
        </p: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F56E2950-38B1-438D-BAA1-04624DFF24DA}"/>
              </a:ext>
            </a:extLst>
          </p:cNvPr>
          <p:cNvGrpSpPr/>
          <p:nvPr/>
        </p:nvGrpSpPr>
        <p:grpSpPr>
          <a:xfrm>
            <a:off x="3566480" y="3649023"/>
            <a:ext cx="652770" cy="169277"/>
            <a:chOff x="3318237" y="3585093"/>
            <a:chExt cx="652770" cy="169277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14B6B880-5052-4663-BFD4-A0AB7D76CA44}"/>
                </a:ext>
              </a:extLst>
            </p:cNvPr>
            <p:cNvCxnSpPr>
              <a:cxnSpLocks/>
            </p:cNvCxnSpPr>
            <p:nvPr/>
          </p:nvCxnSpPr>
          <p:spPr>
            <a:xfrm>
              <a:off x="3318237" y="3669731"/>
              <a:ext cx="108000" cy="0"/>
            </a:xfrm>
            <a:prstGeom prst="line">
              <a:avLst/>
            </a:prstGeom>
            <a:ln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2659B74B-18FF-46A4-9B90-4E6D52110A45}"/>
                </a:ext>
              </a:extLst>
            </p:cNvPr>
            <p:cNvSpPr/>
            <p:nvPr/>
          </p:nvSpPr>
          <p:spPr>
            <a:xfrm>
              <a:off x="3368549" y="3585093"/>
              <a:ext cx="60245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한전계약 전력</a:t>
              </a:r>
            </a:p>
          </p:txBody>
        </p:sp>
      </p:grp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AEC771C3-7933-4C29-B717-583CCFD95618}"/>
              </a:ext>
            </a:extLst>
          </p:cNvPr>
          <p:cNvGrpSpPr/>
          <p:nvPr/>
        </p:nvGrpSpPr>
        <p:grpSpPr>
          <a:xfrm>
            <a:off x="4184256" y="3649023"/>
            <a:ext cx="626762" cy="169277"/>
            <a:chOff x="3908621" y="3585093"/>
            <a:chExt cx="626762" cy="169277"/>
          </a:xfrm>
        </p:grpSpPr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6243E0E-EDEE-4D80-8422-C1BC68C21736}"/>
                </a:ext>
              </a:extLst>
            </p:cNvPr>
            <p:cNvCxnSpPr>
              <a:cxnSpLocks/>
            </p:cNvCxnSpPr>
            <p:nvPr/>
          </p:nvCxnSpPr>
          <p:spPr>
            <a:xfrm>
              <a:off x="3908621" y="3669731"/>
              <a:ext cx="108000" cy="0"/>
            </a:xfrm>
            <a:prstGeom prst="lin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233CE7E7-072F-44A5-BA00-51374EC344F2}"/>
                </a:ext>
              </a:extLst>
            </p:cNvPr>
            <p:cNvSpPr/>
            <p:nvPr/>
          </p:nvSpPr>
          <p:spPr>
            <a:xfrm>
              <a:off x="3944613" y="3585093"/>
              <a:ext cx="59077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요금적용 전력</a:t>
              </a:r>
            </a:p>
          </p:txBody>
        </p:sp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3E386E6E-3D1B-442C-99E4-F9F10F8F226D}"/>
              </a:ext>
            </a:extLst>
          </p:cNvPr>
          <p:cNvGrpSpPr/>
          <p:nvPr/>
        </p:nvGrpSpPr>
        <p:grpSpPr>
          <a:xfrm>
            <a:off x="273944" y="1885169"/>
            <a:ext cx="2528690" cy="835005"/>
            <a:chOff x="6177167" y="1700808"/>
            <a:chExt cx="2528690" cy="835005"/>
          </a:xfrm>
        </p:grpSpPr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FCECF29E-11A7-4CFF-B7F6-E48B982D6773}"/>
                </a:ext>
              </a:extLst>
            </p:cNvPr>
            <p:cNvGrpSpPr/>
            <p:nvPr/>
          </p:nvGrpSpPr>
          <p:grpSpPr>
            <a:xfrm>
              <a:off x="6177167" y="1700808"/>
              <a:ext cx="1926022" cy="721431"/>
              <a:chOff x="5692418" y="1753651"/>
              <a:chExt cx="3074464" cy="721431"/>
            </a:xfrm>
          </p:grpSpPr>
          <p:sp>
            <p:nvSpPr>
              <p:cNvPr id="88" name="직사각형 87">
                <a:extLst>
                  <a:ext uri="{FF2B5EF4-FFF2-40B4-BE49-F238E27FC236}">
                    <a16:creationId xmlns:a16="http://schemas.microsoft.com/office/drawing/2014/main" id="{1F70B0EC-ED9B-4C48-95BA-0269C3184AE5}"/>
                  </a:ext>
                </a:extLst>
              </p:cNvPr>
              <p:cNvSpPr/>
              <p:nvPr/>
            </p:nvSpPr>
            <p:spPr>
              <a:xfrm>
                <a:off x="5822353" y="2045047"/>
                <a:ext cx="2880000" cy="72008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9" name="직사각형 88">
                <a:extLst>
                  <a:ext uri="{FF2B5EF4-FFF2-40B4-BE49-F238E27FC236}">
                    <a16:creationId xmlns:a16="http://schemas.microsoft.com/office/drawing/2014/main" id="{95C62959-6F22-43B6-89F3-4E9015B44329}"/>
                  </a:ext>
                </a:extLst>
              </p:cNvPr>
              <p:cNvSpPr/>
              <p:nvPr/>
            </p:nvSpPr>
            <p:spPr>
              <a:xfrm>
                <a:off x="5822353" y="2403074"/>
                <a:ext cx="2880000" cy="72008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9E76E181-5B9A-4616-8EFE-026D8DB5FFBA}"/>
                  </a:ext>
                </a:extLst>
              </p:cNvPr>
              <p:cNvSpPr txBox="1"/>
              <p:nvPr/>
            </p:nvSpPr>
            <p:spPr>
              <a:xfrm>
                <a:off x="5692418" y="1843641"/>
                <a:ext cx="1124403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오늘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ko-KR" altLang="en-US" sz="700" b="1" dirty="0" err="1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충전량</a:t>
                </a:r>
                <a:endPara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E9F72634-2345-4BAD-9F25-F98752418607}"/>
                  </a:ext>
                </a:extLst>
              </p:cNvPr>
              <p:cNvSpPr txBox="1"/>
              <p:nvPr/>
            </p:nvSpPr>
            <p:spPr>
              <a:xfrm>
                <a:off x="5692418" y="2201668"/>
                <a:ext cx="1134900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오늘</a:t>
                </a:r>
                <a:r>
                  <a:rPr lang="en-US" altLang="ko-KR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ko-KR" altLang="en-US" sz="700" b="1" dirty="0" err="1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방전량</a:t>
                </a:r>
                <a:endParaRPr lang="ko-KR" altLang="en-US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4F0ED4C4-CFF4-4B73-850B-2038B3BB0C3A}"/>
                  </a:ext>
                </a:extLst>
              </p:cNvPr>
              <p:cNvSpPr txBox="1"/>
              <p:nvPr/>
            </p:nvSpPr>
            <p:spPr>
              <a:xfrm>
                <a:off x="7270746" y="1753651"/>
                <a:ext cx="1496136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1,350.5</a:t>
                </a:r>
                <a:r>
                  <a:rPr lang="en-US" altLang="ko-KR" sz="7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kWh</a:t>
                </a:r>
                <a:endParaRPr lang="ko-KR" altLang="en-US" sz="8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5BF30399-D7FF-44D9-8A80-7FD89F421F2F}"/>
                  </a:ext>
                </a:extLst>
              </p:cNvPr>
              <p:cNvSpPr txBox="1"/>
              <p:nvPr/>
            </p:nvSpPr>
            <p:spPr>
              <a:xfrm>
                <a:off x="7419971" y="2115095"/>
                <a:ext cx="134690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850.5</a:t>
                </a:r>
                <a:r>
                  <a:rPr lang="en-US" altLang="ko-KR" sz="7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kWh</a:t>
                </a:r>
                <a:endParaRPr lang="ko-KR" altLang="en-US" sz="8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82" name="그룹 81">
              <a:extLst>
                <a:ext uri="{FF2B5EF4-FFF2-40B4-BE49-F238E27FC236}">
                  <a16:creationId xmlns:a16="http://schemas.microsoft.com/office/drawing/2014/main" id="{168559AE-A8E5-4041-A997-3C2B894837ED}"/>
                </a:ext>
              </a:extLst>
            </p:cNvPr>
            <p:cNvGrpSpPr/>
            <p:nvPr/>
          </p:nvGrpSpPr>
          <p:grpSpPr>
            <a:xfrm>
              <a:off x="8123038" y="1772816"/>
              <a:ext cx="582819" cy="762997"/>
              <a:chOff x="8066098" y="1891729"/>
              <a:chExt cx="639759" cy="762997"/>
            </a:xfrm>
          </p:grpSpPr>
          <p:pic>
            <p:nvPicPr>
              <p:cNvPr id="85" name="Picture 6" descr="batteryì ëí ì´ë¯¸ì§ ê²ìê²°ê³¼">
                <a:extLst>
                  <a:ext uri="{FF2B5EF4-FFF2-40B4-BE49-F238E27FC236}">
                    <a16:creationId xmlns:a16="http://schemas.microsoft.com/office/drawing/2014/main" id="{4B5514D0-D7FF-48C4-A980-B69C5FF9A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4661" y="2092093"/>
                <a:ext cx="562633" cy="56263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DE241CF2-1630-4E28-AFB0-D875E7DCDED3}"/>
                  </a:ext>
                </a:extLst>
              </p:cNvPr>
              <p:cNvSpPr txBox="1"/>
              <p:nvPr/>
            </p:nvSpPr>
            <p:spPr>
              <a:xfrm>
                <a:off x="8087885" y="1891729"/>
                <a:ext cx="596185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SOC(</a:t>
                </a:r>
                <a:r>
                  <a:rPr lang="ko-KR" altLang="en-US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잔량</a:t>
                </a:r>
                <a:r>
                  <a:rPr lang="en-US" altLang="ko-KR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)</a:t>
                </a:r>
                <a:endParaRPr lang="ko-KR" altLang="en-US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5B0F6A88-E8E0-4CA7-851C-FE4F62A6FBAE}"/>
                  </a:ext>
                </a:extLst>
              </p:cNvPr>
              <p:cNvSpPr txBox="1"/>
              <p:nvPr/>
            </p:nvSpPr>
            <p:spPr>
              <a:xfrm>
                <a:off x="8066098" y="2016579"/>
                <a:ext cx="639759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1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85.5</a:t>
                </a:r>
                <a:r>
                  <a:rPr lang="en-US" altLang="ko-KR" sz="6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%</a:t>
                </a:r>
                <a:endPara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29BE7225-41AF-42CC-A0FE-0F821D41799C}"/>
                </a:ext>
              </a:extLst>
            </p:cNvPr>
            <p:cNvSpPr/>
            <p:nvPr/>
          </p:nvSpPr>
          <p:spPr>
            <a:xfrm>
              <a:off x="7703543" y="1990090"/>
              <a:ext cx="360000" cy="684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1503B530-C9B9-4E10-89F3-45CE8A0602A7}"/>
                </a:ext>
              </a:extLst>
            </p:cNvPr>
            <p:cNvSpPr/>
            <p:nvPr/>
          </p:nvSpPr>
          <p:spPr>
            <a:xfrm>
              <a:off x="7524536" y="2351662"/>
              <a:ext cx="540000" cy="684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9F340A0B-4856-4005-86F6-B3076CBA8CE3}"/>
              </a:ext>
            </a:extLst>
          </p:cNvPr>
          <p:cNvCxnSpPr>
            <a:cxnSpLocks/>
          </p:cNvCxnSpPr>
          <p:nvPr/>
        </p:nvCxnSpPr>
        <p:spPr>
          <a:xfrm>
            <a:off x="2938810" y="1887730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5492D68-2FC4-4CB4-A595-6621D5FE8DDC}"/>
              </a:ext>
            </a:extLst>
          </p:cNvPr>
          <p:cNvSpPr/>
          <p:nvPr/>
        </p:nvSpPr>
        <p:spPr>
          <a:xfrm>
            <a:off x="5810955" y="1802597"/>
            <a:ext cx="182053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현황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47E5037A-FFD1-446C-BD26-D58DACF299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6177727"/>
              </p:ext>
            </p:extLst>
          </p:nvPr>
        </p:nvGraphicFramePr>
        <p:xfrm>
          <a:off x="5849513" y="1985340"/>
          <a:ext cx="2295059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214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97" name="그룹 96">
            <a:extLst>
              <a:ext uri="{FF2B5EF4-FFF2-40B4-BE49-F238E27FC236}">
                <a16:creationId xmlns:a16="http://schemas.microsoft.com/office/drawing/2014/main" id="{302B5A77-0813-4FBC-9FB0-C62C56BB230E}"/>
              </a:ext>
            </a:extLst>
          </p:cNvPr>
          <p:cNvGrpSpPr/>
          <p:nvPr/>
        </p:nvGrpSpPr>
        <p:grpSpPr>
          <a:xfrm>
            <a:off x="6127556" y="2541597"/>
            <a:ext cx="114467" cy="310233"/>
            <a:chOff x="1234728" y="4790879"/>
            <a:chExt cx="144016" cy="310233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EDD4EEEF-7461-4E90-949E-1A1571E16BB1}"/>
                </a:ext>
              </a:extLst>
            </p:cNvPr>
            <p:cNvSpPr/>
            <p:nvPr/>
          </p:nvSpPr>
          <p:spPr>
            <a:xfrm>
              <a:off x="1234728" y="4836597"/>
              <a:ext cx="144016" cy="264515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57664B3A-8427-494A-A382-067A9049F1A5}"/>
                </a:ext>
              </a:extLst>
            </p:cNvPr>
            <p:cNvSpPr/>
            <p:nvPr/>
          </p:nvSpPr>
          <p:spPr>
            <a:xfrm>
              <a:off x="1234728" y="4790879"/>
              <a:ext cx="144016" cy="175215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BD8DBEB-FCFB-4A9E-9E76-898DF67CD146}"/>
              </a:ext>
            </a:extLst>
          </p:cNvPr>
          <p:cNvSpPr/>
          <p:nvPr/>
        </p:nvSpPr>
        <p:spPr>
          <a:xfrm>
            <a:off x="6295753" y="2515389"/>
            <a:ext cx="115200" cy="33644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0207C4C3-F123-4D15-991E-9B817D38581F}"/>
              </a:ext>
            </a:extLst>
          </p:cNvPr>
          <p:cNvGrpSpPr/>
          <p:nvPr/>
        </p:nvGrpSpPr>
        <p:grpSpPr>
          <a:xfrm>
            <a:off x="6463950" y="2585693"/>
            <a:ext cx="114467" cy="266137"/>
            <a:chOff x="1907704" y="3275281"/>
            <a:chExt cx="288032" cy="535432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66A33D6C-E258-4AB8-AD5D-72F68762BB7E}"/>
                </a:ext>
              </a:extLst>
            </p:cNvPr>
            <p:cNvSpPr/>
            <p:nvPr/>
          </p:nvSpPr>
          <p:spPr>
            <a:xfrm>
              <a:off x="1907704" y="3321001"/>
              <a:ext cx="288032" cy="489712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390AC3DE-B918-4734-8680-8A7CC843E6A3}"/>
                </a:ext>
              </a:extLst>
            </p:cNvPr>
            <p:cNvSpPr/>
            <p:nvPr/>
          </p:nvSpPr>
          <p:spPr>
            <a:xfrm>
              <a:off x="1907704" y="3275281"/>
              <a:ext cx="288032" cy="289487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EDDCF0FF-12B0-4CE9-9086-CEE4DF9DB870}"/>
              </a:ext>
            </a:extLst>
          </p:cNvPr>
          <p:cNvSpPr/>
          <p:nvPr/>
        </p:nvSpPr>
        <p:spPr>
          <a:xfrm>
            <a:off x="6593218" y="2707940"/>
            <a:ext cx="114467" cy="14389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06" name="표 105">
            <a:extLst>
              <a:ext uri="{FF2B5EF4-FFF2-40B4-BE49-F238E27FC236}">
                <a16:creationId xmlns:a16="http://schemas.microsoft.com/office/drawing/2014/main" id="{AECF42C3-9927-4567-83AD-65A5BAE812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7902442"/>
              </p:ext>
            </p:extLst>
          </p:nvPr>
        </p:nvGraphicFramePr>
        <p:xfrm>
          <a:off x="291742" y="3055006"/>
          <a:ext cx="2547265" cy="15056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7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kWh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88949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0C4EF8B6-D6E2-42B1-909B-5808D638D80C}"/>
              </a:ext>
            </a:extLst>
          </p:cNvPr>
          <p:cNvGrpSpPr/>
          <p:nvPr/>
        </p:nvGrpSpPr>
        <p:grpSpPr>
          <a:xfrm>
            <a:off x="574906" y="3980766"/>
            <a:ext cx="1526152" cy="367021"/>
            <a:chOff x="1354667" y="3680460"/>
            <a:chExt cx="4732866" cy="586740"/>
          </a:xfrm>
        </p:grpSpPr>
        <p:sp>
          <p:nvSpPr>
            <p:cNvPr id="108" name="자유형 5">
              <a:extLst>
                <a:ext uri="{FF2B5EF4-FFF2-40B4-BE49-F238E27FC236}">
                  <a16:creationId xmlns:a16="http://schemas.microsoft.com/office/drawing/2014/main" id="{298F7A9C-ACD2-40BA-87FC-AFE06A6AF2DB}"/>
                </a:ext>
              </a:extLst>
            </p:cNvPr>
            <p:cNvSpPr/>
            <p:nvPr/>
          </p:nvSpPr>
          <p:spPr>
            <a:xfrm>
              <a:off x="2286000" y="3680460"/>
              <a:ext cx="1733550" cy="453390"/>
            </a:xfrm>
            <a:custGeom>
              <a:avLst/>
              <a:gdLst>
                <a:gd name="connsiteX0" fmla="*/ 0 w 1733550"/>
                <a:gd name="connsiteY0" fmla="*/ 171450 h 453390"/>
                <a:gd name="connsiteX1" fmla="*/ 582930 w 1733550"/>
                <a:gd name="connsiteY1" fmla="*/ 430530 h 453390"/>
                <a:gd name="connsiteX2" fmla="*/ 864870 w 1733550"/>
                <a:gd name="connsiteY2" fmla="*/ 453390 h 453390"/>
                <a:gd name="connsiteX3" fmla="*/ 1165860 w 1733550"/>
                <a:gd name="connsiteY3" fmla="*/ 419100 h 453390"/>
                <a:gd name="connsiteX4" fmla="*/ 1482090 w 1733550"/>
                <a:gd name="connsiteY4" fmla="*/ 106680 h 453390"/>
                <a:gd name="connsiteX5" fmla="*/ 1733550 w 1733550"/>
                <a:gd name="connsiteY5" fmla="*/ 0 h 453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550" h="453390">
                  <a:moveTo>
                    <a:pt x="0" y="171450"/>
                  </a:moveTo>
                  <a:lnTo>
                    <a:pt x="582930" y="430530"/>
                  </a:lnTo>
                  <a:lnTo>
                    <a:pt x="864870" y="453390"/>
                  </a:lnTo>
                  <a:lnTo>
                    <a:pt x="1165860" y="419100"/>
                  </a:lnTo>
                  <a:lnTo>
                    <a:pt x="1482090" y="106680"/>
                  </a:lnTo>
                  <a:lnTo>
                    <a:pt x="1733550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9" name="자유형 4">
              <a:extLst>
                <a:ext uri="{FF2B5EF4-FFF2-40B4-BE49-F238E27FC236}">
                  <a16:creationId xmlns:a16="http://schemas.microsoft.com/office/drawing/2014/main" id="{2D51EF02-CE9C-474D-9D99-B911FDC95FA5}"/>
                </a:ext>
              </a:extLst>
            </p:cNvPr>
            <p:cNvSpPr/>
            <p:nvPr/>
          </p:nvSpPr>
          <p:spPr>
            <a:xfrm rot="10259621">
              <a:off x="2260738" y="3727732"/>
              <a:ext cx="1757660" cy="90164"/>
            </a:xfrm>
            <a:custGeom>
              <a:avLst/>
              <a:gdLst>
                <a:gd name="connsiteX0" fmla="*/ 0 w 1761066"/>
                <a:gd name="connsiteY0" fmla="*/ 177800 h 228600"/>
                <a:gd name="connsiteX1" fmla="*/ 601133 w 1761066"/>
                <a:gd name="connsiteY1" fmla="*/ 228600 h 228600"/>
                <a:gd name="connsiteX2" fmla="*/ 905933 w 1761066"/>
                <a:gd name="connsiteY2" fmla="*/ 177800 h 228600"/>
                <a:gd name="connsiteX3" fmla="*/ 1159933 w 1761066"/>
                <a:gd name="connsiteY3" fmla="*/ 127000 h 228600"/>
                <a:gd name="connsiteX4" fmla="*/ 1498600 w 1761066"/>
                <a:gd name="connsiteY4" fmla="*/ 59267 h 228600"/>
                <a:gd name="connsiteX5" fmla="*/ 1761066 w 1761066"/>
                <a:gd name="connsiteY5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1066" h="228600">
                  <a:moveTo>
                    <a:pt x="0" y="177800"/>
                  </a:moveTo>
                  <a:lnTo>
                    <a:pt x="601133" y="228600"/>
                  </a:lnTo>
                  <a:lnTo>
                    <a:pt x="905933" y="177800"/>
                  </a:lnTo>
                  <a:lnTo>
                    <a:pt x="1159933" y="127000"/>
                  </a:lnTo>
                  <a:lnTo>
                    <a:pt x="1498600" y="59267"/>
                  </a:lnTo>
                  <a:lnTo>
                    <a:pt x="1761066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0" name="자유형 7">
              <a:extLst>
                <a:ext uri="{FF2B5EF4-FFF2-40B4-BE49-F238E27FC236}">
                  <a16:creationId xmlns:a16="http://schemas.microsoft.com/office/drawing/2014/main" id="{0B38DE36-BF1B-4E8A-AA25-709AC0E1482B}"/>
                </a:ext>
              </a:extLst>
            </p:cNvPr>
            <p:cNvSpPr/>
            <p:nvPr/>
          </p:nvSpPr>
          <p:spPr>
            <a:xfrm>
              <a:off x="4023360" y="3699510"/>
              <a:ext cx="2049780" cy="567690"/>
            </a:xfrm>
            <a:custGeom>
              <a:avLst/>
              <a:gdLst>
                <a:gd name="connsiteX0" fmla="*/ 0 w 2049780"/>
                <a:gd name="connsiteY0" fmla="*/ 0 h 567690"/>
                <a:gd name="connsiteX1" fmla="*/ 331470 w 2049780"/>
                <a:gd name="connsiteY1" fmla="*/ 60960 h 567690"/>
                <a:gd name="connsiteX2" fmla="*/ 640080 w 2049780"/>
                <a:gd name="connsiteY2" fmla="*/ 220980 h 567690"/>
                <a:gd name="connsiteX3" fmla="*/ 1242060 w 2049780"/>
                <a:gd name="connsiteY3" fmla="*/ 236220 h 567690"/>
                <a:gd name="connsiteX4" fmla="*/ 1684020 w 2049780"/>
                <a:gd name="connsiteY4" fmla="*/ 144780 h 567690"/>
                <a:gd name="connsiteX5" fmla="*/ 2049780 w 2049780"/>
                <a:gd name="connsiteY5" fmla="*/ 19050 h 567690"/>
                <a:gd name="connsiteX6" fmla="*/ 1779270 w 2049780"/>
                <a:gd name="connsiteY6" fmla="*/ 346710 h 567690"/>
                <a:gd name="connsiteX7" fmla="*/ 1249680 w 2049780"/>
                <a:gd name="connsiteY7" fmla="*/ 567690 h 567690"/>
                <a:gd name="connsiteX8" fmla="*/ 621030 w 2049780"/>
                <a:gd name="connsiteY8" fmla="*/ 563880 h 567690"/>
                <a:gd name="connsiteX9" fmla="*/ 308610 w 2049780"/>
                <a:gd name="connsiteY9" fmla="*/ 419100 h 567690"/>
                <a:gd name="connsiteX10" fmla="*/ 0 w 2049780"/>
                <a:gd name="connsiteY10" fmla="*/ 0 h 56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49780" h="567690">
                  <a:moveTo>
                    <a:pt x="0" y="0"/>
                  </a:moveTo>
                  <a:lnTo>
                    <a:pt x="331470" y="60960"/>
                  </a:lnTo>
                  <a:lnTo>
                    <a:pt x="640080" y="220980"/>
                  </a:lnTo>
                  <a:lnTo>
                    <a:pt x="1242060" y="236220"/>
                  </a:lnTo>
                  <a:lnTo>
                    <a:pt x="1684020" y="144780"/>
                  </a:lnTo>
                  <a:lnTo>
                    <a:pt x="2049780" y="19050"/>
                  </a:lnTo>
                  <a:lnTo>
                    <a:pt x="1779270" y="346710"/>
                  </a:lnTo>
                  <a:lnTo>
                    <a:pt x="1249680" y="567690"/>
                  </a:lnTo>
                  <a:lnTo>
                    <a:pt x="621030" y="563880"/>
                  </a:lnTo>
                  <a:lnTo>
                    <a:pt x="308610" y="419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1" name="자유형 1">
              <a:extLst>
                <a:ext uri="{FF2B5EF4-FFF2-40B4-BE49-F238E27FC236}">
                  <a16:creationId xmlns:a16="http://schemas.microsoft.com/office/drawing/2014/main" id="{ED9718AB-5CCD-47D4-BA5B-DCA054E7B676}"/>
                </a:ext>
              </a:extLst>
            </p:cNvPr>
            <p:cNvSpPr/>
            <p:nvPr/>
          </p:nvSpPr>
          <p:spPr>
            <a:xfrm>
              <a:off x="1354667" y="3683000"/>
              <a:ext cx="4732866" cy="584200"/>
            </a:xfrm>
            <a:custGeom>
              <a:avLst/>
              <a:gdLst>
                <a:gd name="connsiteX0" fmla="*/ 0 w 4732866"/>
                <a:gd name="connsiteY0" fmla="*/ 330200 h 584200"/>
                <a:gd name="connsiteX1" fmla="*/ 262466 w 4732866"/>
                <a:gd name="connsiteY1" fmla="*/ 169333 h 584200"/>
                <a:gd name="connsiteX2" fmla="*/ 575733 w 4732866"/>
                <a:gd name="connsiteY2" fmla="*/ 279400 h 584200"/>
                <a:gd name="connsiteX3" fmla="*/ 905933 w 4732866"/>
                <a:gd name="connsiteY3" fmla="*/ 169333 h 584200"/>
                <a:gd name="connsiteX4" fmla="*/ 1193800 w 4732866"/>
                <a:gd name="connsiteY4" fmla="*/ 296333 h 584200"/>
                <a:gd name="connsiteX5" fmla="*/ 1507066 w 4732866"/>
                <a:gd name="connsiteY5" fmla="*/ 431800 h 584200"/>
                <a:gd name="connsiteX6" fmla="*/ 1794933 w 4732866"/>
                <a:gd name="connsiteY6" fmla="*/ 457200 h 584200"/>
                <a:gd name="connsiteX7" fmla="*/ 2091266 w 4732866"/>
                <a:gd name="connsiteY7" fmla="*/ 423333 h 584200"/>
                <a:gd name="connsiteX8" fmla="*/ 2413000 w 4732866"/>
                <a:gd name="connsiteY8" fmla="*/ 101600 h 584200"/>
                <a:gd name="connsiteX9" fmla="*/ 2667000 w 4732866"/>
                <a:gd name="connsiteY9" fmla="*/ 0 h 584200"/>
                <a:gd name="connsiteX10" fmla="*/ 2971800 w 4732866"/>
                <a:gd name="connsiteY10" fmla="*/ 431800 h 584200"/>
                <a:gd name="connsiteX11" fmla="*/ 3293533 w 4732866"/>
                <a:gd name="connsiteY11" fmla="*/ 567267 h 584200"/>
                <a:gd name="connsiteX12" fmla="*/ 3615266 w 4732866"/>
                <a:gd name="connsiteY12" fmla="*/ 558800 h 584200"/>
                <a:gd name="connsiteX13" fmla="*/ 3911600 w 4732866"/>
                <a:gd name="connsiteY13" fmla="*/ 584200 h 584200"/>
                <a:gd name="connsiteX14" fmla="*/ 4199466 w 4732866"/>
                <a:gd name="connsiteY14" fmla="*/ 440267 h 584200"/>
                <a:gd name="connsiteX15" fmla="*/ 4453466 w 4732866"/>
                <a:gd name="connsiteY15" fmla="*/ 364067 h 584200"/>
                <a:gd name="connsiteX16" fmla="*/ 4732866 w 4732866"/>
                <a:gd name="connsiteY16" fmla="*/ 16933 h 58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732866" h="584200">
                  <a:moveTo>
                    <a:pt x="0" y="330200"/>
                  </a:moveTo>
                  <a:lnTo>
                    <a:pt x="262466" y="169333"/>
                  </a:lnTo>
                  <a:lnTo>
                    <a:pt x="575733" y="279400"/>
                  </a:lnTo>
                  <a:lnTo>
                    <a:pt x="905933" y="169333"/>
                  </a:lnTo>
                  <a:lnTo>
                    <a:pt x="1193800" y="296333"/>
                  </a:lnTo>
                  <a:lnTo>
                    <a:pt x="1507066" y="431800"/>
                  </a:lnTo>
                  <a:lnTo>
                    <a:pt x="1794933" y="457200"/>
                  </a:lnTo>
                  <a:lnTo>
                    <a:pt x="2091266" y="423333"/>
                  </a:lnTo>
                  <a:lnTo>
                    <a:pt x="2413000" y="101600"/>
                  </a:lnTo>
                  <a:lnTo>
                    <a:pt x="2667000" y="0"/>
                  </a:lnTo>
                  <a:lnTo>
                    <a:pt x="2971800" y="431800"/>
                  </a:lnTo>
                  <a:lnTo>
                    <a:pt x="3293533" y="567267"/>
                  </a:lnTo>
                  <a:lnTo>
                    <a:pt x="3615266" y="558800"/>
                  </a:lnTo>
                  <a:lnTo>
                    <a:pt x="3911600" y="584200"/>
                  </a:lnTo>
                  <a:lnTo>
                    <a:pt x="4199466" y="440267"/>
                  </a:lnTo>
                  <a:lnTo>
                    <a:pt x="4453466" y="364067"/>
                  </a:lnTo>
                  <a:lnTo>
                    <a:pt x="4732866" y="16933"/>
                  </a:lnTo>
                </a:path>
              </a:pathLst>
            </a:custGeom>
            <a:ln w="222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C2BEAF07-29E1-4E0A-AD98-44A528D46F68}"/>
              </a:ext>
            </a:extLst>
          </p:cNvPr>
          <p:cNvSpPr txBox="1"/>
          <p:nvPr/>
        </p:nvSpPr>
        <p:spPr>
          <a:xfrm>
            <a:off x="222795" y="2840555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사용량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구성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(DER)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F992A0CF-FD53-4105-99A2-BCAC3A4AE812}"/>
              </a:ext>
            </a:extLst>
          </p:cNvPr>
          <p:cNvGrpSpPr/>
          <p:nvPr/>
        </p:nvGrpSpPr>
        <p:grpSpPr>
          <a:xfrm>
            <a:off x="512960" y="4519346"/>
            <a:ext cx="2088232" cy="254366"/>
            <a:chOff x="766046" y="3528551"/>
            <a:chExt cx="2088232" cy="254366"/>
          </a:xfrm>
        </p:grpSpPr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DCD8F9D2-4BE9-4187-8F1E-9957DBD32782}"/>
                </a:ext>
              </a:extLst>
            </p:cNvPr>
            <p:cNvGrpSpPr/>
            <p:nvPr/>
          </p:nvGrpSpPr>
          <p:grpSpPr>
            <a:xfrm>
              <a:off x="1558134" y="3547722"/>
              <a:ext cx="631876" cy="216024"/>
              <a:chOff x="1187624" y="4744315"/>
              <a:chExt cx="631876" cy="216024"/>
            </a:xfrm>
          </p:grpSpPr>
          <p:sp>
            <p:nvSpPr>
              <p:cNvPr id="121" name="직사각형 120">
                <a:extLst>
                  <a:ext uri="{FF2B5EF4-FFF2-40B4-BE49-F238E27FC236}">
                    <a16:creationId xmlns:a16="http://schemas.microsoft.com/office/drawing/2014/main" id="{85D1B163-F308-4C13-9E54-6336920F0856}"/>
                  </a:ext>
                </a:extLst>
              </p:cNvPr>
              <p:cNvSpPr/>
              <p:nvPr/>
            </p:nvSpPr>
            <p:spPr>
              <a:xfrm>
                <a:off x="118762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3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ESS </a:t>
                </a:r>
                <a:r>
                  <a:rPr lang="ko-KR" altLang="en-US" sz="500" b="1" dirty="0">
                    <a:solidFill>
                      <a:schemeClr val="accent3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사용</a:t>
                </a:r>
              </a:p>
            </p:txBody>
          </p:sp>
          <p:sp>
            <p:nvSpPr>
              <p:cNvPr id="122" name="직사각형 121">
                <a:extLst>
                  <a:ext uri="{FF2B5EF4-FFF2-40B4-BE49-F238E27FC236}">
                    <a16:creationId xmlns:a16="http://schemas.microsoft.com/office/drawing/2014/main" id="{457EC856-9257-4A1C-9E47-5ABC04F7C002}"/>
                  </a:ext>
                </a:extLst>
              </p:cNvPr>
              <p:cNvSpPr/>
              <p:nvPr/>
            </p:nvSpPr>
            <p:spPr>
              <a:xfrm>
                <a:off x="147565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10%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5" name="그룹 114">
              <a:extLst>
                <a:ext uri="{FF2B5EF4-FFF2-40B4-BE49-F238E27FC236}">
                  <a16:creationId xmlns:a16="http://schemas.microsoft.com/office/drawing/2014/main" id="{63C5332A-63BC-415B-9AF8-6D929E320046}"/>
                </a:ext>
              </a:extLst>
            </p:cNvPr>
            <p:cNvGrpSpPr/>
            <p:nvPr/>
          </p:nvGrpSpPr>
          <p:grpSpPr>
            <a:xfrm>
              <a:off x="2278214" y="3528551"/>
              <a:ext cx="576064" cy="254366"/>
              <a:chOff x="1907704" y="4725144"/>
              <a:chExt cx="576064" cy="254366"/>
            </a:xfrm>
          </p:grpSpPr>
          <p:sp>
            <p:nvSpPr>
              <p:cNvPr id="119" name="직사각형 118">
                <a:extLst>
                  <a:ext uri="{FF2B5EF4-FFF2-40B4-BE49-F238E27FC236}">
                    <a16:creationId xmlns:a16="http://schemas.microsoft.com/office/drawing/2014/main" id="{6CA947FB-19A7-4EA8-A25A-93ECA996052A}"/>
                  </a:ext>
                </a:extLst>
              </p:cNvPr>
              <p:cNvSpPr/>
              <p:nvPr/>
            </p:nvSpPr>
            <p:spPr>
              <a:xfrm>
                <a:off x="190770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2">
                        <a:lumMod val="40000"/>
                        <a:lumOff val="6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PV </a:t>
                </a:r>
                <a:r>
                  <a:rPr lang="ko-KR" altLang="en-US" sz="500" b="1" dirty="0">
                    <a:solidFill>
                      <a:schemeClr val="accent2">
                        <a:lumMod val="40000"/>
                        <a:lumOff val="6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사용</a:t>
                </a:r>
              </a:p>
            </p:txBody>
          </p:sp>
          <p:sp>
            <p:nvSpPr>
              <p:cNvPr id="120" name="직사각형 119">
                <a:extLst>
                  <a:ext uri="{FF2B5EF4-FFF2-40B4-BE49-F238E27FC236}">
                    <a16:creationId xmlns:a16="http://schemas.microsoft.com/office/drawing/2014/main" id="{8D983A37-1838-487A-A656-E7DD0843C05D}"/>
                  </a:ext>
                </a:extLst>
              </p:cNvPr>
              <p:cNvSpPr/>
              <p:nvPr/>
            </p:nvSpPr>
            <p:spPr>
              <a:xfrm>
                <a:off x="2213173" y="4725144"/>
                <a:ext cx="270595" cy="254366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9%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6" name="그룹 115">
              <a:extLst>
                <a:ext uri="{FF2B5EF4-FFF2-40B4-BE49-F238E27FC236}">
                  <a16:creationId xmlns:a16="http://schemas.microsoft.com/office/drawing/2014/main" id="{E9452DD6-1779-4C8D-BF9E-621BFE929D70}"/>
                </a:ext>
              </a:extLst>
            </p:cNvPr>
            <p:cNvGrpSpPr/>
            <p:nvPr/>
          </p:nvGrpSpPr>
          <p:grpSpPr>
            <a:xfrm>
              <a:off x="766046" y="3547722"/>
              <a:ext cx="703884" cy="216024"/>
              <a:chOff x="395536" y="4744315"/>
              <a:chExt cx="703884" cy="216024"/>
            </a:xfrm>
          </p:grpSpPr>
          <p:sp>
            <p:nvSpPr>
              <p:cNvPr id="117" name="직사각형 116">
                <a:extLst>
                  <a:ext uri="{FF2B5EF4-FFF2-40B4-BE49-F238E27FC236}">
                    <a16:creationId xmlns:a16="http://schemas.microsoft.com/office/drawing/2014/main" id="{CE38C945-7371-4D4E-9F85-1BDC5426E86E}"/>
                  </a:ext>
                </a:extLst>
              </p:cNvPr>
              <p:cNvSpPr/>
              <p:nvPr/>
            </p:nvSpPr>
            <p:spPr>
              <a:xfrm>
                <a:off x="395536" y="4781396"/>
                <a:ext cx="356537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한전 사용</a:t>
                </a:r>
              </a:p>
            </p:txBody>
          </p:sp>
          <p:sp>
            <p:nvSpPr>
              <p:cNvPr id="118" name="직사각형 117">
                <a:extLst>
                  <a:ext uri="{FF2B5EF4-FFF2-40B4-BE49-F238E27FC236}">
                    <a16:creationId xmlns:a16="http://schemas.microsoft.com/office/drawing/2014/main" id="{2FFF6D7F-6812-4828-89ED-27AB3E94AE6A}"/>
                  </a:ext>
                </a:extLst>
              </p:cNvPr>
              <p:cNvSpPr/>
              <p:nvPr/>
            </p:nvSpPr>
            <p:spPr>
              <a:xfrm>
                <a:off x="75557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rgbClr val="FF0000"/>
                    </a:solidFill>
                    <a:latin typeface="맑은 고딕" pitchFamily="50" charset="-127"/>
                    <a:ea typeface="맑은 고딕" pitchFamily="50" charset="-127"/>
                  </a:rPr>
                  <a:t>81%</a:t>
                </a:r>
                <a:endParaRPr lang="ko-KR" altLang="en-US" sz="10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FB7626DC-0BE0-48BE-8733-EBFA8912AC7B}"/>
              </a:ext>
            </a:extLst>
          </p:cNvPr>
          <p:cNvGrpSpPr/>
          <p:nvPr/>
        </p:nvGrpSpPr>
        <p:grpSpPr>
          <a:xfrm>
            <a:off x="1210790" y="2810709"/>
            <a:ext cx="1673038" cy="254348"/>
            <a:chOff x="6419190" y="4725153"/>
            <a:chExt cx="1673038" cy="254348"/>
          </a:xfrm>
        </p:grpSpPr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676CE03A-FB8B-4383-B3CB-14BB46D8F3EF}"/>
                </a:ext>
              </a:extLst>
            </p:cNvPr>
            <p:cNvSpPr/>
            <p:nvPr/>
          </p:nvSpPr>
          <p:spPr>
            <a:xfrm>
              <a:off x="7139098" y="4776288"/>
              <a:ext cx="390541" cy="18233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071A8EE2-4490-4B99-942C-0FB01425840E}"/>
                </a:ext>
              </a:extLst>
            </p:cNvPr>
            <p:cNvSpPr/>
            <p:nvPr/>
          </p:nvSpPr>
          <p:spPr>
            <a:xfrm>
              <a:off x="7494198" y="4725153"/>
              <a:ext cx="462178" cy="25434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900</a:t>
              </a:r>
              <a:endParaRPr lang="ko-KR" altLang="en-US" sz="1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C4922241-0799-457E-A331-584B25A20B3C}"/>
                </a:ext>
              </a:extLst>
            </p:cNvPr>
            <p:cNvSpPr/>
            <p:nvPr/>
          </p:nvSpPr>
          <p:spPr>
            <a:xfrm>
              <a:off x="7876204" y="4795451"/>
              <a:ext cx="216024" cy="144013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4769895E-4040-40AE-A7F6-FC257D000FAC}"/>
                </a:ext>
              </a:extLst>
            </p:cNvPr>
            <p:cNvSpPr/>
            <p:nvPr/>
          </p:nvSpPr>
          <p:spPr>
            <a:xfrm>
              <a:off x="6419190" y="4775713"/>
              <a:ext cx="725954" cy="18235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YYYY-MM-DD hh:mm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CF1D8DCD-6519-44D7-B38C-89402B2513C3}"/>
              </a:ext>
            </a:extLst>
          </p:cNvPr>
          <p:cNvGrpSpPr/>
          <p:nvPr/>
        </p:nvGrpSpPr>
        <p:grpSpPr>
          <a:xfrm>
            <a:off x="7354339" y="1196752"/>
            <a:ext cx="943186" cy="181080"/>
            <a:chOff x="5772819" y="420208"/>
            <a:chExt cx="943186" cy="207079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038B6921-08F5-4E82-B777-2D4B4369B4D5}"/>
                </a:ext>
              </a:extLst>
            </p:cNvPr>
            <p:cNvSpPr txBox="1"/>
            <p:nvPr/>
          </p:nvSpPr>
          <p:spPr>
            <a:xfrm>
              <a:off x="5772819" y="420208"/>
              <a:ext cx="943186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군관리로 돌아가기</a:t>
              </a:r>
            </a:p>
          </p:txBody>
        </p:sp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EDF61E98-2544-4850-8CFA-B38B7C8E24CB}"/>
                </a:ext>
              </a:extLst>
            </p:cNvPr>
            <p:cNvSpPr/>
            <p:nvPr/>
          </p:nvSpPr>
          <p:spPr>
            <a:xfrm>
              <a:off x="5797598" y="454187"/>
              <a:ext cx="893629" cy="173100"/>
            </a:xfrm>
            <a:prstGeom prst="round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1" name="말풍선: 사각형 130">
            <a:extLst>
              <a:ext uri="{FF2B5EF4-FFF2-40B4-BE49-F238E27FC236}">
                <a16:creationId xmlns:a16="http://schemas.microsoft.com/office/drawing/2014/main" id="{1F4A2584-477E-4D99-8B50-A7F8FE7F69D4}"/>
              </a:ext>
            </a:extLst>
          </p:cNvPr>
          <p:cNvSpPr/>
          <p:nvPr/>
        </p:nvSpPr>
        <p:spPr>
          <a:xfrm>
            <a:off x="3657131" y="2616085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90B9AB95-17F4-4035-B5AC-1342E5A3C398}"/>
              </a:ext>
            </a:extLst>
          </p:cNvPr>
          <p:cNvSpPr/>
          <p:nvPr/>
        </p:nvSpPr>
        <p:spPr>
          <a:xfrm>
            <a:off x="3073112" y="4138270"/>
            <a:ext cx="599739" cy="307364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E629848E-07A0-4734-88F3-EA2E6E887EFF}"/>
              </a:ext>
            </a:extLst>
          </p:cNvPr>
          <p:cNvSpPr/>
          <p:nvPr/>
        </p:nvSpPr>
        <p:spPr>
          <a:xfrm>
            <a:off x="3723621" y="4145558"/>
            <a:ext cx="599739" cy="292788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0746F83A-1DDC-4D37-A469-D684FB61CA74}"/>
              </a:ext>
            </a:extLst>
          </p:cNvPr>
          <p:cNvSpPr/>
          <p:nvPr/>
        </p:nvSpPr>
        <p:spPr>
          <a:xfrm>
            <a:off x="4374130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F5B3B89A-3054-4ADF-86AA-452CC5FF720D}"/>
              </a:ext>
            </a:extLst>
          </p:cNvPr>
          <p:cNvSpPr/>
          <p:nvPr/>
        </p:nvSpPr>
        <p:spPr>
          <a:xfrm>
            <a:off x="5024639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41BAA6F0-79D1-4676-8896-19BC5BBBB238}"/>
              </a:ext>
            </a:extLst>
          </p:cNvPr>
          <p:cNvSpPr/>
          <p:nvPr/>
        </p:nvSpPr>
        <p:spPr>
          <a:xfrm>
            <a:off x="3073112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사각형: 둥근 모서리 136">
            <a:extLst>
              <a:ext uri="{FF2B5EF4-FFF2-40B4-BE49-F238E27FC236}">
                <a16:creationId xmlns:a16="http://schemas.microsoft.com/office/drawing/2014/main" id="{8A7F9969-F7A2-4960-A4B3-B33E2AF8FA44}"/>
              </a:ext>
            </a:extLst>
          </p:cNvPr>
          <p:cNvSpPr/>
          <p:nvPr/>
        </p:nvSpPr>
        <p:spPr>
          <a:xfrm>
            <a:off x="3723621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사각형: 둥근 모서리 137">
            <a:extLst>
              <a:ext uri="{FF2B5EF4-FFF2-40B4-BE49-F238E27FC236}">
                <a16:creationId xmlns:a16="http://schemas.microsoft.com/office/drawing/2014/main" id="{2AC3D3A0-8D1D-45D6-BB76-49B845C7F76C}"/>
              </a:ext>
            </a:extLst>
          </p:cNvPr>
          <p:cNvSpPr/>
          <p:nvPr/>
        </p:nvSpPr>
        <p:spPr>
          <a:xfrm>
            <a:off x="4374130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사각형: 둥근 모서리 138">
            <a:extLst>
              <a:ext uri="{FF2B5EF4-FFF2-40B4-BE49-F238E27FC236}">
                <a16:creationId xmlns:a16="http://schemas.microsoft.com/office/drawing/2014/main" id="{2D4023E6-BFA8-420B-BF10-34E5DCCA2BEE}"/>
              </a:ext>
            </a:extLst>
          </p:cNvPr>
          <p:cNvSpPr/>
          <p:nvPr/>
        </p:nvSpPr>
        <p:spPr>
          <a:xfrm>
            <a:off x="5024639" y="4478797"/>
            <a:ext cx="599739" cy="307364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8181A669-3BC5-4774-AD11-6550AE97E8B8}"/>
              </a:ext>
            </a:extLst>
          </p:cNvPr>
          <p:cNvSpPr txBox="1"/>
          <p:nvPr/>
        </p:nvSpPr>
        <p:spPr>
          <a:xfrm>
            <a:off x="3018000" y="410536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72D79BBC-EA2B-4585-B975-87492F99092E}"/>
              </a:ext>
            </a:extLst>
          </p:cNvPr>
          <p:cNvSpPr txBox="1"/>
          <p:nvPr/>
        </p:nvSpPr>
        <p:spPr>
          <a:xfrm>
            <a:off x="3180791" y="4218984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C77703D0-D0C7-46A4-9C26-B19BDEBFE043}"/>
              </a:ext>
            </a:extLst>
          </p:cNvPr>
          <p:cNvSpPr txBox="1"/>
          <p:nvPr/>
        </p:nvSpPr>
        <p:spPr>
          <a:xfrm>
            <a:off x="3179049" y="4305768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F466CF74-8CA8-4605-B29C-1A90B21C9311}"/>
              </a:ext>
            </a:extLst>
          </p:cNvPr>
          <p:cNvSpPr txBox="1"/>
          <p:nvPr/>
        </p:nvSpPr>
        <p:spPr>
          <a:xfrm>
            <a:off x="2980670" y="4217298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7D963E90-8F15-4588-80B4-400D17E55314}"/>
              </a:ext>
            </a:extLst>
          </p:cNvPr>
          <p:cNvSpPr txBox="1"/>
          <p:nvPr/>
        </p:nvSpPr>
        <p:spPr>
          <a:xfrm>
            <a:off x="2975456" y="4307743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D0A6385F-2C74-4BD7-B8E1-080D573446F0}"/>
              </a:ext>
            </a:extLst>
          </p:cNvPr>
          <p:cNvSpPr txBox="1"/>
          <p:nvPr/>
        </p:nvSpPr>
        <p:spPr>
          <a:xfrm>
            <a:off x="3829581" y="4214743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6AE199BD-2A66-4043-9C23-29140A2289FD}"/>
              </a:ext>
            </a:extLst>
          </p:cNvPr>
          <p:cNvSpPr txBox="1"/>
          <p:nvPr/>
        </p:nvSpPr>
        <p:spPr>
          <a:xfrm>
            <a:off x="3827839" y="4301527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AE696A1F-5E0A-4AD0-8515-A223D75ECB6C}"/>
              </a:ext>
            </a:extLst>
          </p:cNvPr>
          <p:cNvSpPr txBox="1"/>
          <p:nvPr/>
        </p:nvSpPr>
        <p:spPr>
          <a:xfrm>
            <a:off x="3629460" y="4204329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659C2E1D-7769-4DB4-B98E-27F31F7C039D}"/>
              </a:ext>
            </a:extLst>
          </p:cNvPr>
          <p:cNvSpPr txBox="1"/>
          <p:nvPr/>
        </p:nvSpPr>
        <p:spPr>
          <a:xfrm>
            <a:off x="3624246" y="4306434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80AD5206-EE5E-4369-9D34-D1C6C45DB806}"/>
              </a:ext>
            </a:extLst>
          </p:cNvPr>
          <p:cNvSpPr txBox="1"/>
          <p:nvPr/>
        </p:nvSpPr>
        <p:spPr>
          <a:xfrm>
            <a:off x="3674559" y="4115684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PCS_2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3A56B298-C36B-4FC9-B4D9-7E7A014D4B02}"/>
              </a:ext>
            </a:extLst>
          </p:cNvPr>
          <p:cNvGrpSpPr/>
          <p:nvPr/>
        </p:nvGrpSpPr>
        <p:grpSpPr>
          <a:xfrm>
            <a:off x="4271903" y="4105535"/>
            <a:ext cx="805559" cy="374585"/>
            <a:chOff x="4135417" y="5220442"/>
            <a:chExt cx="805559" cy="374585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EC690CCE-429F-4C2A-B270-1F29C65220B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0B6BE3D5-2AFC-48EF-9C42-B2AB5CA57F40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E65B4815-0C9A-4596-8E7F-87AE78C524CE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B6A1C69B-CC94-4B5A-9BF5-A420EAA590C0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C4D4A4A4-E86C-4B7D-A014-C063D2B4302A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AAC1DAA0-5BE5-4009-99E0-E7250B030DE5}"/>
              </a:ext>
            </a:extLst>
          </p:cNvPr>
          <p:cNvGrpSpPr/>
          <p:nvPr/>
        </p:nvGrpSpPr>
        <p:grpSpPr>
          <a:xfrm>
            <a:off x="4928848" y="4105535"/>
            <a:ext cx="805559" cy="374585"/>
            <a:chOff x="4135417" y="5220442"/>
            <a:chExt cx="805559" cy="374585"/>
          </a:xfrm>
        </p:grpSpPr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2FA9600-1469-4BC5-889F-0C97A12704F4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0573636-5F6F-4B5D-A43E-30AC002AFB54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C91C3ADA-03EF-471D-8D5E-97B3BEE1230C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0435AC8-4ED7-475A-AA8E-0E04E801E2E1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CC7249A9-517A-4B4A-ABB6-2E81BCF77830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B1AEFCF0-0453-4ADD-AC0E-FADB62085339}"/>
              </a:ext>
            </a:extLst>
          </p:cNvPr>
          <p:cNvGrpSpPr/>
          <p:nvPr/>
        </p:nvGrpSpPr>
        <p:grpSpPr>
          <a:xfrm>
            <a:off x="2987545" y="4447583"/>
            <a:ext cx="776403" cy="451529"/>
            <a:chOff x="4137026" y="5220442"/>
            <a:chExt cx="542695" cy="451529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4233288C-DD47-48B7-8AEE-FAFBBD3AFA7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BFFB1ECC-AEE7-46C2-962C-C9DB9B60996B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05E3CECA-1BBA-4E4E-8F6C-56419E3B3478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sp>
        <p:nvSpPr>
          <p:cNvPr id="166" name="사각형: 둥근 모서리 165">
            <a:extLst>
              <a:ext uri="{FF2B5EF4-FFF2-40B4-BE49-F238E27FC236}">
                <a16:creationId xmlns:a16="http://schemas.microsoft.com/office/drawing/2014/main" id="{59EB8A80-C789-4765-8155-EF2C30DBCA9A}"/>
              </a:ext>
            </a:extLst>
          </p:cNvPr>
          <p:cNvSpPr/>
          <p:nvPr/>
        </p:nvSpPr>
        <p:spPr>
          <a:xfrm>
            <a:off x="3718638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사각형: 둥근 모서리 166">
            <a:extLst>
              <a:ext uri="{FF2B5EF4-FFF2-40B4-BE49-F238E27FC236}">
                <a16:creationId xmlns:a16="http://schemas.microsoft.com/office/drawing/2014/main" id="{EB390EBF-8C9F-4C69-94B4-1A70E89C0E89}"/>
              </a:ext>
            </a:extLst>
          </p:cNvPr>
          <p:cNvSpPr/>
          <p:nvPr/>
        </p:nvSpPr>
        <p:spPr>
          <a:xfrm>
            <a:off x="4369147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15F6E3FF-6980-4C0B-AE99-84D9F9180178}"/>
              </a:ext>
            </a:extLst>
          </p:cNvPr>
          <p:cNvSpPr/>
          <p:nvPr/>
        </p:nvSpPr>
        <p:spPr>
          <a:xfrm>
            <a:off x="5019656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사각형: 둥근 모서리 168">
            <a:extLst>
              <a:ext uri="{FF2B5EF4-FFF2-40B4-BE49-F238E27FC236}">
                <a16:creationId xmlns:a16="http://schemas.microsoft.com/office/drawing/2014/main" id="{41E73680-F486-4E02-B356-683B3E003EAB}"/>
              </a:ext>
            </a:extLst>
          </p:cNvPr>
          <p:cNvSpPr/>
          <p:nvPr/>
        </p:nvSpPr>
        <p:spPr>
          <a:xfrm>
            <a:off x="3079907" y="4831035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135BCD2D-0C8F-42BB-92B2-A78CFF61817C}"/>
              </a:ext>
            </a:extLst>
          </p:cNvPr>
          <p:cNvGrpSpPr/>
          <p:nvPr/>
        </p:nvGrpSpPr>
        <p:grpSpPr>
          <a:xfrm>
            <a:off x="5779878" y="2893179"/>
            <a:ext cx="2492869" cy="314700"/>
            <a:chOff x="475933" y="4908190"/>
            <a:chExt cx="2804731" cy="314700"/>
          </a:xfrm>
        </p:grpSpPr>
        <p:sp>
          <p:nvSpPr>
            <p:cNvPr id="171" name="직사각형 170">
              <a:extLst>
                <a:ext uri="{FF2B5EF4-FFF2-40B4-BE49-F238E27FC236}">
                  <a16:creationId xmlns:a16="http://schemas.microsoft.com/office/drawing/2014/main" id="{4F9B228F-73DD-4E8A-BDFC-886AB4E4DA6B}"/>
                </a:ext>
              </a:extLst>
            </p:cNvPr>
            <p:cNvSpPr/>
            <p:nvPr/>
          </p:nvSpPr>
          <p:spPr>
            <a:xfrm>
              <a:off x="475933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ESS</a:t>
              </a:r>
              <a:r>
                <a:rPr lang="ko-KR" altLang="en-US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9B9BDAA6-6EBC-497D-9AA3-1125E3361C67}"/>
                </a:ext>
              </a:extLst>
            </p:cNvPr>
            <p:cNvSpPr/>
            <p:nvPr/>
          </p:nvSpPr>
          <p:spPr>
            <a:xfrm>
              <a:off x="753539" y="4915601"/>
              <a:ext cx="606962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3" name="직사각형 172">
              <a:extLst>
                <a:ext uri="{FF2B5EF4-FFF2-40B4-BE49-F238E27FC236}">
                  <a16:creationId xmlns:a16="http://schemas.microsoft.com/office/drawing/2014/main" id="{BBABC023-E1AB-4965-B8E5-23F634C42D1A}"/>
                </a:ext>
              </a:extLst>
            </p:cNvPr>
            <p:cNvSpPr/>
            <p:nvPr/>
          </p:nvSpPr>
          <p:spPr>
            <a:xfrm>
              <a:off x="1098838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DR</a:t>
              </a:r>
              <a:r>
                <a:rPr lang="ko-KR" altLang="en-US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CF9832C7-CF19-48EB-8203-1F947A6F14B3}"/>
                </a:ext>
              </a:extLst>
            </p:cNvPr>
            <p:cNvSpPr/>
            <p:nvPr/>
          </p:nvSpPr>
          <p:spPr>
            <a:xfrm>
              <a:off x="1364833" y="4915601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25,000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2E8D2295-1A56-4F82-82A3-C3F700874FFF}"/>
                </a:ext>
              </a:extLst>
            </p:cNvPr>
            <p:cNvSpPr/>
            <p:nvPr/>
          </p:nvSpPr>
          <p:spPr>
            <a:xfrm>
              <a:off x="2134425" y="4934890"/>
              <a:ext cx="825695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4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전체 수익</a:t>
              </a: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0AF78589-4F47-4328-81B7-B593D888BD8E}"/>
                </a:ext>
              </a:extLst>
            </p:cNvPr>
            <p:cNvSpPr/>
            <p:nvPr/>
          </p:nvSpPr>
          <p:spPr>
            <a:xfrm>
              <a:off x="2615847" y="4921226"/>
              <a:ext cx="664817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120,000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846B7C7C-7656-4007-A81D-A45FD0242D07}"/>
                </a:ext>
              </a:extLst>
            </p:cNvPr>
            <p:cNvSpPr/>
            <p:nvPr/>
          </p:nvSpPr>
          <p:spPr>
            <a:xfrm>
              <a:off x="1708458" y="4921854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PV</a:t>
              </a:r>
              <a:r>
                <a:rPr lang="ko-KR" altLang="en-US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FC0304E2-615C-4689-BCD1-61865965A73A}"/>
                </a:ext>
              </a:extLst>
            </p:cNvPr>
            <p:cNvSpPr/>
            <p:nvPr/>
          </p:nvSpPr>
          <p:spPr>
            <a:xfrm>
              <a:off x="1972163" y="4908190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pic>
        <p:nvPicPr>
          <p:cNvPr id="179" name="그림 178">
            <a:extLst>
              <a:ext uri="{FF2B5EF4-FFF2-40B4-BE49-F238E27FC236}">
                <a16:creationId xmlns:a16="http://schemas.microsoft.com/office/drawing/2014/main" id="{43F49AA6-A334-423D-8A9A-9ACFF614386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623" y="4914501"/>
            <a:ext cx="2540384" cy="1109333"/>
          </a:xfrm>
          <a:prstGeom prst="rect">
            <a:avLst/>
          </a:prstGeom>
        </p:spPr>
      </p:pic>
      <p:pic>
        <p:nvPicPr>
          <p:cNvPr id="180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14E0CEB-2990-4BB9-BC98-4FEF770551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3240" y="875775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EC79ED2B-6574-420F-89F8-A71ADF751787}"/>
              </a:ext>
            </a:extLst>
          </p:cNvPr>
          <p:cNvSpPr/>
          <p:nvPr/>
        </p:nvSpPr>
        <p:spPr>
          <a:xfrm>
            <a:off x="6295753" y="2514956"/>
            <a:ext cx="115200" cy="14389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82" name="그룹 181">
            <a:extLst>
              <a:ext uri="{FF2B5EF4-FFF2-40B4-BE49-F238E27FC236}">
                <a16:creationId xmlns:a16="http://schemas.microsoft.com/office/drawing/2014/main" id="{FD473941-BF61-48C9-8179-82061C4044E5}"/>
              </a:ext>
            </a:extLst>
          </p:cNvPr>
          <p:cNvGrpSpPr/>
          <p:nvPr/>
        </p:nvGrpSpPr>
        <p:grpSpPr>
          <a:xfrm>
            <a:off x="6129387" y="3492583"/>
            <a:ext cx="1912013" cy="1068681"/>
            <a:chOff x="1180851" y="2959945"/>
            <a:chExt cx="7495605" cy="1884776"/>
          </a:xfrm>
        </p:grpSpPr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5297A632-8D76-4413-BFA5-80A9A0ADF9FF}"/>
                </a:ext>
              </a:extLst>
            </p:cNvPr>
            <p:cNvCxnSpPr/>
            <p:nvPr/>
          </p:nvCxnSpPr>
          <p:spPr>
            <a:xfrm>
              <a:off x="1187624" y="2959945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058D1019-8005-4550-8580-DFEE8C3A80A8}"/>
                </a:ext>
              </a:extLst>
            </p:cNvPr>
            <p:cNvCxnSpPr/>
            <p:nvPr/>
          </p:nvCxnSpPr>
          <p:spPr>
            <a:xfrm>
              <a:off x="1187624" y="393586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E413EEB1-D051-4A19-BC80-FDDD0B41977E}"/>
                </a:ext>
              </a:extLst>
            </p:cNvPr>
            <p:cNvGrpSpPr/>
            <p:nvPr/>
          </p:nvGrpSpPr>
          <p:grpSpPr>
            <a:xfrm flipH="1" flipV="1">
              <a:off x="4357435" y="3939476"/>
              <a:ext cx="2688227" cy="652703"/>
              <a:chOff x="1501760" y="2998490"/>
              <a:chExt cx="2520272" cy="1366614"/>
            </a:xfrm>
          </p:grpSpPr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BCA1AC6C-1F91-464B-B1C8-D7EB0F8D3EAF}"/>
                  </a:ext>
                </a:extLst>
              </p:cNvPr>
              <p:cNvSpPr/>
              <p:nvPr/>
            </p:nvSpPr>
            <p:spPr>
              <a:xfrm>
                <a:off x="1501760" y="4217882"/>
                <a:ext cx="72000" cy="14722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9078715B-7713-434A-8207-2B41F4B55AEB}"/>
                  </a:ext>
                </a:extLst>
              </p:cNvPr>
              <p:cNvSpPr/>
              <p:nvPr/>
            </p:nvSpPr>
            <p:spPr>
              <a:xfrm>
                <a:off x="3950032" y="2998490"/>
                <a:ext cx="72000" cy="1366614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688336F9-CA83-4B0A-97CD-FC10888F38C4}"/>
                  </a:ext>
                </a:extLst>
              </p:cNvPr>
              <p:cNvSpPr/>
              <p:nvPr/>
            </p:nvSpPr>
            <p:spPr>
              <a:xfrm>
                <a:off x="3638317" y="3069104"/>
                <a:ext cx="72000" cy="129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A6A2EB2C-A211-44BC-8790-B5520645BF4A}"/>
                  </a:ext>
                </a:extLst>
              </p:cNvPr>
              <p:cNvSpPr/>
              <p:nvPr/>
            </p:nvSpPr>
            <p:spPr>
              <a:xfrm>
                <a:off x="3327361" y="3214514"/>
                <a:ext cx="72000" cy="115059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9" name="직사각형 208">
                <a:extLst>
                  <a:ext uri="{FF2B5EF4-FFF2-40B4-BE49-F238E27FC236}">
                    <a16:creationId xmlns:a16="http://schemas.microsoft.com/office/drawing/2014/main" id="{CA7F3D98-C544-486E-8CA1-EE0B9E35A7BF}"/>
                  </a:ext>
                </a:extLst>
              </p:cNvPr>
              <p:cNvSpPr/>
              <p:nvPr/>
            </p:nvSpPr>
            <p:spPr>
              <a:xfrm>
                <a:off x="3013928" y="3575612"/>
                <a:ext cx="72000" cy="78949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0" name="직사각형 209">
                <a:extLst>
                  <a:ext uri="{FF2B5EF4-FFF2-40B4-BE49-F238E27FC236}">
                    <a16:creationId xmlns:a16="http://schemas.microsoft.com/office/drawing/2014/main" id="{B6B16C4C-8696-45AA-B7B0-0D49A0DEF837}"/>
                  </a:ext>
                </a:extLst>
              </p:cNvPr>
              <p:cNvSpPr/>
              <p:nvPr/>
            </p:nvSpPr>
            <p:spPr>
              <a:xfrm>
                <a:off x="2748848" y="3681104"/>
                <a:ext cx="72000" cy="684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1" name="직사각형 210">
                <a:extLst>
                  <a:ext uri="{FF2B5EF4-FFF2-40B4-BE49-F238E27FC236}">
                    <a16:creationId xmlns:a16="http://schemas.microsoft.com/office/drawing/2014/main" id="{D0586B7C-49A9-4783-AFDB-707E566A121E}"/>
                  </a:ext>
                </a:extLst>
              </p:cNvPr>
              <p:cNvSpPr/>
              <p:nvPr/>
            </p:nvSpPr>
            <p:spPr>
              <a:xfrm>
                <a:off x="2437864" y="3807104"/>
                <a:ext cx="72000" cy="558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2" name="직사각형 211">
                <a:extLst>
                  <a:ext uri="{FF2B5EF4-FFF2-40B4-BE49-F238E27FC236}">
                    <a16:creationId xmlns:a16="http://schemas.microsoft.com/office/drawing/2014/main" id="{C61D6DB3-D088-4927-9259-CB72F1CF7619}"/>
                  </a:ext>
                </a:extLst>
              </p:cNvPr>
              <p:cNvSpPr/>
              <p:nvPr/>
            </p:nvSpPr>
            <p:spPr>
              <a:xfrm>
                <a:off x="2123923" y="3862586"/>
                <a:ext cx="72000" cy="502518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3" name="직사각형 212">
                <a:extLst>
                  <a:ext uri="{FF2B5EF4-FFF2-40B4-BE49-F238E27FC236}">
                    <a16:creationId xmlns:a16="http://schemas.microsoft.com/office/drawing/2014/main" id="{DFDB1911-71F3-49B8-863F-14746A7516F2}"/>
                  </a:ext>
                </a:extLst>
              </p:cNvPr>
              <p:cNvSpPr/>
              <p:nvPr/>
            </p:nvSpPr>
            <p:spPr>
              <a:xfrm>
                <a:off x="1789792" y="4059104"/>
                <a:ext cx="72000" cy="30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3953643F-A9F7-411D-AA50-FF0D1AB34ECF}"/>
                </a:ext>
              </a:extLst>
            </p:cNvPr>
            <p:cNvGrpSpPr/>
            <p:nvPr/>
          </p:nvGrpSpPr>
          <p:grpSpPr>
            <a:xfrm>
              <a:off x="1403648" y="3249056"/>
              <a:ext cx="2520272" cy="684000"/>
              <a:chOff x="1403648" y="2780928"/>
              <a:chExt cx="2520272" cy="1584176"/>
            </a:xfrm>
          </p:grpSpPr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6C46D95A-660C-4D11-A54D-70399BC51AC3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6" name="직사각형 195">
                <a:extLst>
                  <a:ext uri="{FF2B5EF4-FFF2-40B4-BE49-F238E27FC236}">
                    <a16:creationId xmlns:a16="http://schemas.microsoft.com/office/drawing/2014/main" id="{082EE49D-B264-4A80-BAD1-3D64BEC5AEC7}"/>
                  </a:ext>
                </a:extLst>
              </p:cNvPr>
              <p:cNvSpPr/>
              <p:nvPr/>
            </p:nvSpPr>
            <p:spPr>
              <a:xfrm>
                <a:off x="3540205" y="2998490"/>
                <a:ext cx="72000" cy="1366614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37D78823-F075-4FAE-AED2-4DE7B68EA197}"/>
                  </a:ext>
                </a:extLst>
              </p:cNvPr>
              <p:cNvSpPr/>
              <p:nvPr/>
            </p:nvSpPr>
            <p:spPr>
              <a:xfrm>
                <a:off x="3229249" y="3249104"/>
                <a:ext cx="72000" cy="111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BFB32461-A552-4A84-94ED-DA4AA9F22AD7}"/>
                  </a:ext>
                </a:extLst>
              </p:cNvPr>
              <p:cNvSpPr/>
              <p:nvPr/>
            </p:nvSpPr>
            <p:spPr>
              <a:xfrm>
                <a:off x="2915816" y="3429104"/>
                <a:ext cx="72000" cy="93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4272D41-0E55-4D56-8B57-0978599154E8}"/>
                  </a:ext>
                </a:extLst>
              </p:cNvPr>
              <p:cNvSpPr/>
              <p:nvPr/>
            </p:nvSpPr>
            <p:spPr>
              <a:xfrm>
                <a:off x="2650736" y="3575612"/>
                <a:ext cx="72000" cy="789492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0" name="직사각형 199">
                <a:extLst>
                  <a:ext uri="{FF2B5EF4-FFF2-40B4-BE49-F238E27FC236}">
                    <a16:creationId xmlns:a16="http://schemas.microsoft.com/office/drawing/2014/main" id="{B8D08766-A3DB-4A29-8EF5-455529FAFC37}"/>
                  </a:ext>
                </a:extLst>
              </p:cNvPr>
              <p:cNvSpPr/>
              <p:nvPr/>
            </p:nvSpPr>
            <p:spPr>
              <a:xfrm>
                <a:off x="2339752" y="3753104"/>
                <a:ext cx="72000" cy="61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536E4E37-A260-4AA1-8329-EF4DDFE34BDA}"/>
                  </a:ext>
                </a:extLst>
              </p:cNvPr>
              <p:cNvSpPr/>
              <p:nvPr/>
            </p:nvSpPr>
            <p:spPr>
              <a:xfrm>
                <a:off x="2025811" y="3933104"/>
                <a:ext cx="72000" cy="43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BAB0C819-F882-4365-8896-22B03D631E48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3" name="직사각형 202">
                <a:extLst>
                  <a:ext uri="{FF2B5EF4-FFF2-40B4-BE49-F238E27FC236}">
                    <a16:creationId xmlns:a16="http://schemas.microsoft.com/office/drawing/2014/main" id="{C0AE4F41-19B3-4BEC-8BE1-6E70AF64D69F}"/>
                  </a:ext>
                </a:extLst>
              </p:cNvPr>
              <p:cNvSpPr/>
              <p:nvPr/>
            </p:nvSpPr>
            <p:spPr>
              <a:xfrm>
                <a:off x="3851920" y="2780928"/>
                <a:ext cx="72000" cy="1584176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098903C7-6FB9-4D40-89CF-A699D3CF773C}"/>
                </a:ext>
              </a:extLst>
            </p:cNvPr>
            <p:cNvGrpSpPr/>
            <p:nvPr/>
          </p:nvGrpSpPr>
          <p:grpSpPr>
            <a:xfrm>
              <a:off x="7308297" y="3782267"/>
              <a:ext cx="353772" cy="155437"/>
              <a:chOff x="1403648" y="4005104"/>
              <a:chExt cx="360032" cy="360000"/>
            </a:xfrm>
          </p:grpSpPr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B165E73C-A702-40DB-AB01-0F97690C5A9E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76EB4218-38E7-417E-A420-EDB2D961423C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12F8E0E9-448B-40C9-9817-96D0A9B946B4}"/>
                </a:ext>
              </a:extLst>
            </p:cNvPr>
            <p:cNvCxnSpPr/>
            <p:nvPr/>
          </p:nvCxnSpPr>
          <p:spPr>
            <a:xfrm>
              <a:off x="1180851" y="4316387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60C2A40F-0989-4F07-92AC-0BBE5B5D8858}"/>
                </a:ext>
              </a:extLst>
            </p:cNvPr>
            <p:cNvCxnSpPr/>
            <p:nvPr/>
          </p:nvCxnSpPr>
          <p:spPr>
            <a:xfrm>
              <a:off x="1180851" y="3376982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직선 연결선 189">
              <a:extLst>
                <a:ext uri="{FF2B5EF4-FFF2-40B4-BE49-F238E27FC236}">
                  <a16:creationId xmlns:a16="http://schemas.microsoft.com/office/drawing/2014/main" id="{AD647268-14CB-4374-87C8-796B48FC7344}"/>
                </a:ext>
              </a:extLst>
            </p:cNvPr>
            <p:cNvCxnSpPr/>
            <p:nvPr/>
          </p:nvCxnSpPr>
          <p:spPr>
            <a:xfrm>
              <a:off x="1180851" y="484472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자유형 33">
              <a:extLst>
                <a:ext uri="{FF2B5EF4-FFF2-40B4-BE49-F238E27FC236}">
                  <a16:creationId xmlns:a16="http://schemas.microsoft.com/office/drawing/2014/main" id="{75DD9915-21D8-4F93-BC49-03706A2768AE}"/>
                </a:ext>
              </a:extLst>
            </p:cNvPr>
            <p:cNvSpPr/>
            <p:nvPr/>
          </p:nvSpPr>
          <p:spPr>
            <a:xfrm flipH="1" flipV="1">
              <a:off x="4353593" y="3937702"/>
              <a:ext cx="2689623" cy="68400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92" name="자유형 83">
              <a:extLst>
                <a:ext uri="{FF2B5EF4-FFF2-40B4-BE49-F238E27FC236}">
                  <a16:creationId xmlns:a16="http://schemas.microsoft.com/office/drawing/2014/main" id="{23ACAE22-5A7B-4C06-8EA8-A27039494D79}"/>
                </a:ext>
              </a:extLst>
            </p:cNvPr>
            <p:cNvSpPr/>
            <p:nvPr/>
          </p:nvSpPr>
          <p:spPr>
            <a:xfrm>
              <a:off x="1397086" y="3160835"/>
              <a:ext cx="2742866" cy="770368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F32BCDB-16C3-417B-9670-993A79916E05}"/>
              </a:ext>
            </a:extLst>
          </p:cNvPr>
          <p:cNvGrpSpPr/>
          <p:nvPr/>
        </p:nvGrpSpPr>
        <p:grpSpPr>
          <a:xfrm>
            <a:off x="3188979" y="5347287"/>
            <a:ext cx="2430416" cy="190268"/>
            <a:chOff x="3418761" y="4940755"/>
            <a:chExt cx="2430416" cy="190268"/>
          </a:xfrm>
        </p:grpSpPr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DC959AD5-B9EE-4568-A7C6-408C224231D0}"/>
                </a:ext>
              </a:extLst>
            </p:cNvPr>
            <p:cNvGrpSpPr/>
            <p:nvPr/>
          </p:nvGrpSpPr>
          <p:grpSpPr>
            <a:xfrm>
              <a:off x="3418761" y="4940755"/>
              <a:ext cx="1835844" cy="184666"/>
              <a:chOff x="3535608" y="4989368"/>
              <a:chExt cx="1835844" cy="184666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7650601B-1BD7-4088-88DF-3352D5BF31D2}"/>
                  </a:ext>
                </a:extLst>
              </p:cNvPr>
              <p:cNvSpPr/>
              <p:nvPr/>
            </p:nvSpPr>
            <p:spPr>
              <a:xfrm>
                <a:off x="3535608" y="5016742"/>
                <a:ext cx="257502" cy="129918"/>
              </a:xfrm>
              <a:prstGeom prst="round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F72EA73D-AC73-4521-B5C1-06B1173E0AF5}"/>
                  </a:ext>
                </a:extLst>
              </p:cNvPr>
              <p:cNvSpPr txBox="1"/>
              <p:nvPr/>
            </p:nvSpPr>
            <p:spPr>
              <a:xfrm>
                <a:off x="369425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PCS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0" name="사각형: 둥근 모서리 219">
                <a:extLst>
                  <a:ext uri="{FF2B5EF4-FFF2-40B4-BE49-F238E27FC236}">
                    <a16:creationId xmlns:a16="http://schemas.microsoft.com/office/drawing/2014/main" id="{8CF6A5A7-4EB6-4461-A989-51960F4FF31B}"/>
                  </a:ext>
                </a:extLst>
              </p:cNvPr>
              <p:cNvSpPr/>
              <p:nvPr/>
            </p:nvSpPr>
            <p:spPr>
              <a:xfrm>
                <a:off x="4158568" y="5016742"/>
                <a:ext cx="257502" cy="129918"/>
              </a:xfrm>
              <a:prstGeom prst="roundRect">
                <a:avLst/>
              </a:prstGeom>
              <a:solidFill>
                <a:schemeClr val="accent3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D8500DC4-44AF-445D-8F28-9E2236B27FF1}"/>
                  </a:ext>
                </a:extLst>
              </p:cNvPr>
              <p:cNvSpPr txBox="1"/>
              <p:nvPr/>
            </p:nvSpPr>
            <p:spPr>
              <a:xfrm>
                <a:off x="431721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BMS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2" name="사각형: 둥근 모서리 221">
                <a:extLst>
                  <a:ext uri="{FF2B5EF4-FFF2-40B4-BE49-F238E27FC236}">
                    <a16:creationId xmlns:a16="http://schemas.microsoft.com/office/drawing/2014/main" id="{F85DE41F-E16A-40D0-977A-F88C996B6AFC}"/>
                  </a:ext>
                </a:extLst>
              </p:cNvPr>
              <p:cNvSpPr/>
              <p:nvPr/>
            </p:nvSpPr>
            <p:spPr>
              <a:xfrm>
                <a:off x="4794451" y="5016742"/>
                <a:ext cx="257502" cy="129918"/>
              </a:xfrm>
              <a:prstGeom prst="roundRect">
                <a:avLst/>
              </a:prstGeom>
              <a:solidFill>
                <a:srgbClr val="FFC0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3" name="TextBox 222">
                <a:extLst>
                  <a:ext uri="{FF2B5EF4-FFF2-40B4-BE49-F238E27FC236}">
                    <a16:creationId xmlns:a16="http://schemas.microsoft.com/office/drawing/2014/main" id="{1CBFBAC4-3AA7-47AC-AEC6-FDA30892D24A}"/>
                  </a:ext>
                </a:extLst>
              </p:cNvPr>
              <p:cNvSpPr txBox="1"/>
              <p:nvPr/>
            </p:nvSpPr>
            <p:spPr>
              <a:xfrm>
                <a:off x="4953099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16" name="사각형: 둥근 모서리 215">
              <a:extLst>
                <a:ext uri="{FF2B5EF4-FFF2-40B4-BE49-F238E27FC236}">
                  <a16:creationId xmlns:a16="http://schemas.microsoft.com/office/drawing/2014/main" id="{7608AB04-5FB6-43BA-8E50-980B01AF1969}"/>
                </a:ext>
              </a:extLst>
            </p:cNvPr>
            <p:cNvSpPr/>
            <p:nvPr/>
          </p:nvSpPr>
          <p:spPr>
            <a:xfrm>
              <a:off x="5272176" y="4973731"/>
              <a:ext cx="257502" cy="129918"/>
            </a:xfrm>
            <a:prstGeom prst="roundRect">
              <a:avLst/>
            </a:prstGeom>
            <a:solidFill>
              <a:schemeClr val="accent4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5F73DC63-4B35-4E3C-B288-5B1170B08AA0}"/>
                </a:ext>
              </a:extLst>
            </p:cNvPr>
            <p:cNvSpPr txBox="1"/>
            <p:nvPr/>
          </p:nvSpPr>
          <p:spPr>
            <a:xfrm>
              <a:off x="5430824" y="4946357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IOE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8DE4101C-9076-426F-A570-DC060E0E8E0A}"/>
              </a:ext>
            </a:extLst>
          </p:cNvPr>
          <p:cNvGrpSpPr/>
          <p:nvPr/>
        </p:nvGrpSpPr>
        <p:grpSpPr>
          <a:xfrm>
            <a:off x="4945064" y="4437064"/>
            <a:ext cx="869295" cy="376502"/>
            <a:chOff x="4137026" y="5220442"/>
            <a:chExt cx="869295" cy="376502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64CBFC85-61C1-4ED5-82A9-597B35B563E6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PV_1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E30D835F-33D1-4079-82F5-7780F0C06A44}"/>
                </a:ext>
              </a:extLst>
            </p:cNvPr>
            <p:cNvSpPr txBox="1"/>
            <p:nvPr/>
          </p:nvSpPr>
          <p:spPr>
            <a:xfrm>
              <a:off x="4407707" y="5327235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75BD2265-90B4-4017-AB04-A5D8064C366E}"/>
                </a:ext>
              </a:extLst>
            </p:cNvPr>
            <p:cNvSpPr txBox="1"/>
            <p:nvPr/>
          </p:nvSpPr>
          <p:spPr>
            <a:xfrm>
              <a:off x="4407707" y="5427667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6B764FCC-0D65-46B6-896F-B3703617BF5D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누적 발전량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0CEE2281-B466-4753-81FF-FF77BF710754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예측 발전량</a:t>
              </a:r>
            </a:p>
          </p:txBody>
        </p:sp>
      </p:grp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8079280D-0E84-4855-A5D0-D7F4D55441E7}"/>
              </a:ext>
            </a:extLst>
          </p:cNvPr>
          <p:cNvGrpSpPr/>
          <p:nvPr/>
        </p:nvGrpSpPr>
        <p:grpSpPr>
          <a:xfrm>
            <a:off x="3642372" y="4446930"/>
            <a:ext cx="776403" cy="451529"/>
            <a:chOff x="4137026" y="5220442"/>
            <a:chExt cx="542695" cy="451529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05C902A6-CDC5-444C-A525-A03C76CA75C1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4553383F-4A99-472C-8659-D4F21DFE97A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3E082308-7186-4D49-B468-7939DC10C312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549280AD-7504-4C08-9BA2-8362B73C1C60}"/>
              </a:ext>
            </a:extLst>
          </p:cNvPr>
          <p:cNvGrpSpPr/>
          <p:nvPr/>
        </p:nvGrpSpPr>
        <p:grpSpPr>
          <a:xfrm>
            <a:off x="4290161" y="4446217"/>
            <a:ext cx="776403" cy="451529"/>
            <a:chOff x="4137026" y="5220442"/>
            <a:chExt cx="542695" cy="451529"/>
          </a:xfrm>
        </p:grpSpPr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D0D3963-51BB-4AE4-8420-A9154F7DB14C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IOT_3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3F1E6AA9-200D-4BC3-9DB3-8399A021C6B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EC73987D-564E-4B77-B241-C44223B775CD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40" name="그룹 239">
            <a:extLst>
              <a:ext uri="{FF2B5EF4-FFF2-40B4-BE49-F238E27FC236}">
                <a16:creationId xmlns:a16="http://schemas.microsoft.com/office/drawing/2014/main" id="{67F329F7-C7AE-491D-8441-5783A85BC61E}"/>
              </a:ext>
            </a:extLst>
          </p:cNvPr>
          <p:cNvGrpSpPr/>
          <p:nvPr/>
        </p:nvGrpSpPr>
        <p:grpSpPr>
          <a:xfrm>
            <a:off x="6162489" y="3290071"/>
            <a:ext cx="1997715" cy="363942"/>
            <a:chOff x="2987840" y="283425"/>
            <a:chExt cx="1933365" cy="363942"/>
          </a:xfrm>
        </p:grpSpPr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EC31AF4D-BB73-419D-8CF4-6EB50DF8B50E}"/>
                </a:ext>
              </a:extLst>
            </p:cNvPr>
            <p:cNvCxnSpPr/>
            <p:nvPr/>
          </p:nvCxnSpPr>
          <p:spPr>
            <a:xfrm>
              <a:off x="2987840" y="392891"/>
              <a:ext cx="144000" cy="0"/>
            </a:xfrm>
            <a:prstGeom prst="line">
              <a:avLst/>
            </a:prstGeom>
            <a:ln w="190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2F555A4E-2545-47FB-B287-AA9F7F7D95D2}"/>
                </a:ext>
              </a:extLst>
            </p:cNvPr>
            <p:cNvSpPr/>
            <p:nvPr/>
          </p:nvSpPr>
          <p:spPr>
            <a:xfrm>
              <a:off x="3072010" y="285820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</a:t>
              </a:r>
            </a:p>
          </p:txBody>
        </p: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2CA159E9-D4F7-4613-9795-531688CC0116}"/>
                </a:ext>
              </a:extLst>
            </p:cNvPr>
            <p:cNvCxnSpPr/>
            <p:nvPr/>
          </p:nvCxnSpPr>
          <p:spPr>
            <a:xfrm>
              <a:off x="3410158" y="392891"/>
              <a:ext cx="144000" cy="0"/>
            </a:xfrm>
            <a:prstGeom prst="line">
              <a:avLst/>
            </a:prstGeom>
            <a:noFill/>
            <a:ln w="19050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4A8696FD-64C2-42AC-8776-16B99E2253AE}"/>
                </a:ext>
              </a:extLst>
            </p:cNvPr>
            <p:cNvSpPr/>
            <p:nvPr/>
          </p:nvSpPr>
          <p:spPr>
            <a:xfrm>
              <a:off x="3497913" y="283425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</a:t>
              </a:r>
            </a:p>
          </p:txBody>
        </p: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072F361B-804F-4AA7-B138-76FBEAA14FC0}"/>
                </a:ext>
              </a:extLst>
            </p:cNvPr>
            <p:cNvCxnSpPr/>
            <p:nvPr/>
          </p:nvCxnSpPr>
          <p:spPr>
            <a:xfrm>
              <a:off x="4357958" y="392891"/>
              <a:ext cx="144000" cy="0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CF14E13D-1B3E-45C8-A275-5A59CDB79988}"/>
                </a:ext>
              </a:extLst>
            </p:cNvPr>
            <p:cNvSpPr/>
            <p:nvPr/>
          </p:nvSpPr>
          <p:spPr>
            <a:xfrm>
              <a:off x="4433158" y="287327"/>
              <a:ext cx="45979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 계획</a:t>
              </a:r>
            </a:p>
          </p:txBody>
        </p: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4BC42591-7216-4B99-AB64-BD013EB3A369}"/>
                </a:ext>
              </a:extLst>
            </p:cNvPr>
            <p:cNvCxnSpPr/>
            <p:nvPr/>
          </p:nvCxnSpPr>
          <p:spPr>
            <a:xfrm>
              <a:off x="3842877" y="392891"/>
              <a:ext cx="144000" cy="0"/>
            </a:xfrm>
            <a:prstGeom prst="line">
              <a:avLst/>
            </a:prstGeom>
            <a:ln w="12700">
              <a:solidFill>
                <a:schemeClr val="tx1">
                  <a:lumMod val="65000"/>
                  <a:lumOff val="3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ABC66FF9-0F7D-4DCA-96C1-70EEA8135441}"/>
                </a:ext>
              </a:extLst>
            </p:cNvPr>
            <p:cNvSpPr/>
            <p:nvPr/>
          </p:nvSpPr>
          <p:spPr>
            <a:xfrm>
              <a:off x="3913093" y="285103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 계획</a:t>
              </a:r>
            </a:p>
          </p:txBody>
        </p:sp>
      </p:grpSp>
      <p:sp>
        <p:nvSpPr>
          <p:cNvPr id="254" name="TextBox 253">
            <a:extLst>
              <a:ext uri="{FF2B5EF4-FFF2-40B4-BE49-F238E27FC236}">
                <a16:creationId xmlns:a16="http://schemas.microsoft.com/office/drawing/2014/main" id="{2658DC22-2245-43B9-8336-C19A5CA9D2FA}"/>
              </a:ext>
            </a:extLst>
          </p:cNvPr>
          <p:cNvSpPr txBox="1"/>
          <p:nvPr/>
        </p:nvSpPr>
        <p:spPr>
          <a:xfrm>
            <a:off x="3411629" y="2111677"/>
            <a:ext cx="1383487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b="1" dirty="0">
                <a:solidFill>
                  <a:schemeClr val="bg1"/>
                </a:solidFill>
              </a:rPr>
              <a:t>지금은 </a:t>
            </a:r>
            <a:r>
              <a:rPr lang="ko-KR" altLang="en-US" sz="600" b="1" dirty="0">
                <a:solidFill>
                  <a:srgbClr val="FF0000"/>
                </a:solidFill>
              </a:rPr>
              <a:t>요금적용전력</a:t>
            </a:r>
            <a:r>
              <a:rPr lang="ko-KR" altLang="en-US" sz="500" b="1" dirty="0">
                <a:solidFill>
                  <a:schemeClr val="bg1"/>
                </a:solidFill>
              </a:rPr>
              <a:t> 갱신구간 입니다</a:t>
            </a:r>
            <a:r>
              <a:rPr lang="en-US" altLang="ko-KR" sz="500" b="1" dirty="0">
                <a:solidFill>
                  <a:schemeClr val="bg1"/>
                </a:solidFill>
              </a:rPr>
              <a:t>.</a:t>
            </a:r>
            <a:endParaRPr lang="ko-KR" altLang="en-US" sz="500" b="1" dirty="0">
              <a:solidFill>
                <a:schemeClr val="bg1"/>
              </a:solidFill>
            </a:endParaRPr>
          </a:p>
        </p:txBody>
      </p:sp>
      <p:grpSp>
        <p:nvGrpSpPr>
          <p:cNvPr id="255" name="그룹 254">
            <a:extLst>
              <a:ext uri="{FF2B5EF4-FFF2-40B4-BE49-F238E27FC236}">
                <a16:creationId xmlns:a16="http://schemas.microsoft.com/office/drawing/2014/main" id="{B0A013A4-7660-406E-A269-4BD18D610531}"/>
              </a:ext>
            </a:extLst>
          </p:cNvPr>
          <p:cNvGrpSpPr/>
          <p:nvPr/>
        </p:nvGrpSpPr>
        <p:grpSpPr>
          <a:xfrm>
            <a:off x="563396" y="3823768"/>
            <a:ext cx="2230525" cy="380169"/>
            <a:chOff x="1530621" y="2825422"/>
            <a:chExt cx="7060643" cy="1737220"/>
          </a:xfrm>
        </p:grpSpPr>
        <p:sp>
          <p:nvSpPr>
            <p:cNvPr id="256" name="자유형 83">
              <a:extLst>
                <a:ext uri="{FF2B5EF4-FFF2-40B4-BE49-F238E27FC236}">
                  <a16:creationId xmlns:a16="http://schemas.microsoft.com/office/drawing/2014/main" id="{101F247F-CB60-4D9D-8C54-7833E3EA7347}"/>
                </a:ext>
              </a:extLst>
            </p:cNvPr>
            <p:cNvSpPr/>
            <p:nvPr/>
          </p:nvSpPr>
          <p:spPr>
            <a:xfrm>
              <a:off x="1530621" y="2831921"/>
              <a:ext cx="3422156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57" name="자유형 33">
              <a:extLst>
                <a:ext uri="{FF2B5EF4-FFF2-40B4-BE49-F238E27FC236}">
                  <a16:creationId xmlns:a16="http://schemas.microsoft.com/office/drawing/2014/main" id="{B88589FD-B497-4D75-959D-699AEE27C114}"/>
                </a:ext>
              </a:extLst>
            </p:cNvPr>
            <p:cNvSpPr/>
            <p:nvPr/>
          </p:nvSpPr>
          <p:spPr>
            <a:xfrm flipH="1">
              <a:off x="4907819" y="2825422"/>
              <a:ext cx="3683445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58" name="그룹 257">
            <a:extLst>
              <a:ext uri="{FF2B5EF4-FFF2-40B4-BE49-F238E27FC236}">
                <a16:creationId xmlns:a16="http://schemas.microsoft.com/office/drawing/2014/main" id="{B9466BAB-62C3-4DD7-82D7-AC307E20984C}"/>
              </a:ext>
            </a:extLst>
          </p:cNvPr>
          <p:cNvGrpSpPr/>
          <p:nvPr/>
        </p:nvGrpSpPr>
        <p:grpSpPr>
          <a:xfrm>
            <a:off x="622306" y="3092473"/>
            <a:ext cx="2268647" cy="215868"/>
            <a:chOff x="925340" y="3062692"/>
            <a:chExt cx="2268647" cy="215868"/>
          </a:xfrm>
        </p:grpSpPr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0941AC10-78F4-4AAE-A932-0CF060D383EB}"/>
                </a:ext>
              </a:extLst>
            </p:cNvPr>
            <p:cNvGrpSpPr/>
            <p:nvPr/>
          </p:nvGrpSpPr>
          <p:grpSpPr>
            <a:xfrm>
              <a:off x="925340" y="3100721"/>
              <a:ext cx="1683019" cy="157480"/>
              <a:chOff x="4730291" y="2929429"/>
              <a:chExt cx="1683019" cy="157480"/>
            </a:xfrm>
          </p:grpSpPr>
          <p:cxnSp>
            <p:nvCxnSpPr>
              <p:cNvPr id="263" name="직선 연결선 262">
                <a:extLst>
                  <a:ext uri="{FF2B5EF4-FFF2-40B4-BE49-F238E27FC236}">
                    <a16:creationId xmlns:a16="http://schemas.microsoft.com/office/drawing/2014/main" id="{05065CF1-8B50-452F-9BAC-3D16D95F577C}"/>
                  </a:ext>
                </a:extLst>
              </p:cNvPr>
              <p:cNvCxnSpPr/>
              <p:nvPr/>
            </p:nvCxnSpPr>
            <p:spPr>
              <a:xfrm>
                <a:off x="4730291" y="3015425"/>
                <a:ext cx="149996" cy="0"/>
              </a:xfrm>
              <a:prstGeom prst="line">
                <a:avLst/>
              </a:prstGeom>
              <a:ln w="1270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직사각형 263">
                <a:extLst>
                  <a:ext uri="{FF2B5EF4-FFF2-40B4-BE49-F238E27FC236}">
                    <a16:creationId xmlns:a16="http://schemas.microsoft.com/office/drawing/2014/main" id="{DBDC6453-0FB5-45BF-AD70-BD86C3924018}"/>
                  </a:ext>
                </a:extLst>
              </p:cNvPr>
              <p:cNvSpPr/>
              <p:nvPr/>
            </p:nvSpPr>
            <p:spPr>
              <a:xfrm>
                <a:off x="4808469" y="2931990"/>
                <a:ext cx="550418" cy="154919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실제 사용량</a:t>
                </a:r>
              </a:p>
            </p:txBody>
          </p:sp>
          <p:cxnSp>
            <p:nvCxnSpPr>
              <p:cNvPr id="265" name="직선 연결선 264">
                <a:extLst>
                  <a:ext uri="{FF2B5EF4-FFF2-40B4-BE49-F238E27FC236}">
                    <a16:creationId xmlns:a16="http://schemas.microsoft.com/office/drawing/2014/main" id="{6BB4A104-87C2-4022-97F6-726066D073DF}"/>
                  </a:ext>
                </a:extLst>
              </p:cNvPr>
              <p:cNvCxnSpPr/>
              <p:nvPr/>
            </p:nvCxnSpPr>
            <p:spPr>
              <a:xfrm>
                <a:off x="5280128" y="3009449"/>
                <a:ext cx="149996" cy="0"/>
              </a:xfrm>
              <a:prstGeom prst="line">
                <a:avLst/>
              </a:prstGeom>
              <a:solidFill>
                <a:schemeClr val="accent3">
                  <a:lumMod val="40000"/>
                  <a:lumOff val="60000"/>
                </a:schemeClr>
              </a:solidFill>
              <a:ln w="12700">
                <a:solidFill>
                  <a:schemeClr val="accent3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67" name="직사각형 266">
                <a:extLst>
                  <a:ext uri="{FF2B5EF4-FFF2-40B4-BE49-F238E27FC236}">
                    <a16:creationId xmlns:a16="http://schemas.microsoft.com/office/drawing/2014/main" id="{755EB8E2-53ED-4767-8EE1-7EE5406A5C18}"/>
                  </a:ext>
                </a:extLst>
              </p:cNvPr>
              <p:cNvSpPr/>
              <p:nvPr/>
            </p:nvSpPr>
            <p:spPr>
              <a:xfrm>
                <a:off x="5358305" y="2929429"/>
                <a:ext cx="548985" cy="148088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ESS </a:t>
                </a:r>
                <a:r>
                  <a:rPr lang="ko-KR" altLang="en-US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사용량</a:t>
                </a:r>
              </a:p>
            </p:txBody>
          </p:sp>
          <p:cxnSp>
            <p:nvCxnSpPr>
              <p:cNvPr id="268" name="직선 연결선 267">
                <a:extLst>
                  <a:ext uri="{FF2B5EF4-FFF2-40B4-BE49-F238E27FC236}">
                    <a16:creationId xmlns:a16="http://schemas.microsoft.com/office/drawing/2014/main" id="{BEF4ECF7-4151-401A-B57E-7DC67588D5CD}"/>
                  </a:ext>
                </a:extLst>
              </p:cNvPr>
              <p:cNvCxnSpPr/>
              <p:nvPr/>
            </p:nvCxnSpPr>
            <p:spPr>
              <a:xfrm>
                <a:off x="5832767" y="3009449"/>
                <a:ext cx="149996" cy="0"/>
              </a:xfrm>
              <a:prstGeom prst="lin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69" name="직사각형 268">
                <a:extLst>
                  <a:ext uri="{FF2B5EF4-FFF2-40B4-BE49-F238E27FC236}">
                    <a16:creationId xmlns:a16="http://schemas.microsoft.com/office/drawing/2014/main" id="{6806B26D-0E4C-452B-8F96-8A0A75CDBBE3}"/>
                  </a:ext>
                </a:extLst>
              </p:cNvPr>
              <p:cNvSpPr/>
              <p:nvPr/>
            </p:nvSpPr>
            <p:spPr>
              <a:xfrm>
                <a:off x="5927483" y="2929429"/>
                <a:ext cx="485827" cy="148088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PV </a:t>
                </a:r>
                <a:r>
                  <a:rPr lang="ko-KR" altLang="en-US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사용량</a:t>
                </a:r>
              </a:p>
            </p:txBody>
          </p:sp>
        </p:grpSp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8304E1F1-6453-48EC-BE7A-968C2F669675}"/>
                </a:ext>
              </a:extLst>
            </p:cNvPr>
            <p:cNvGrpSpPr/>
            <p:nvPr/>
          </p:nvGrpSpPr>
          <p:grpSpPr>
            <a:xfrm>
              <a:off x="2556521" y="3062692"/>
              <a:ext cx="637466" cy="215868"/>
              <a:chOff x="7398492" y="2212271"/>
              <a:chExt cx="637466" cy="215868"/>
            </a:xfrm>
          </p:grpSpPr>
          <p:cxnSp>
            <p:nvCxnSpPr>
              <p:cNvPr id="261" name="직선 연결선 260">
                <a:extLst>
                  <a:ext uri="{FF2B5EF4-FFF2-40B4-BE49-F238E27FC236}">
                    <a16:creationId xmlns:a16="http://schemas.microsoft.com/office/drawing/2014/main" id="{4A942DC7-1203-4FCA-9C22-C364940506CA}"/>
                  </a:ext>
                </a:extLst>
              </p:cNvPr>
              <p:cNvCxnSpPr/>
              <p:nvPr/>
            </p:nvCxnSpPr>
            <p:spPr>
              <a:xfrm>
                <a:off x="7398492" y="2327092"/>
                <a:ext cx="151200" cy="0"/>
              </a:xfrm>
              <a:prstGeom prst="line">
                <a:avLst/>
              </a:prstGeom>
              <a:ln w="9525">
                <a:solidFill>
                  <a:schemeClr val="accent3">
                    <a:lumMod val="7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2" name="직사각형 261">
                <a:extLst>
                  <a:ext uri="{FF2B5EF4-FFF2-40B4-BE49-F238E27FC236}">
                    <a16:creationId xmlns:a16="http://schemas.microsoft.com/office/drawing/2014/main" id="{2F8EC77D-A353-4FC1-8EB3-E50ADA5949CA}"/>
                  </a:ext>
                </a:extLst>
              </p:cNvPr>
              <p:cNvSpPr/>
              <p:nvPr/>
            </p:nvSpPr>
            <p:spPr>
              <a:xfrm>
                <a:off x="7472623" y="2212271"/>
                <a:ext cx="563335" cy="215868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예측 사용량</a:t>
                </a:r>
              </a:p>
            </p:txBody>
          </p:sp>
        </p:grpSp>
      </p:grpSp>
      <p:sp>
        <p:nvSpPr>
          <p:cNvPr id="270" name="말풍선: 모서리가 둥근 사각형 269">
            <a:extLst>
              <a:ext uri="{FF2B5EF4-FFF2-40B4-BE49-F238E27FC236}">
                <a16:creationId xmlns:a16="http://schemas.microsoft.com/office/drawing/2014/main" id="{2A74562D-9D5D-4EFE-B7FC-F85EC4FC0EE9}"/>
              </a:ext>
            </a:extLst>
          </p:cNvPr>
          <p:cNvSpPr/>
          <p:nvPr/>
        </p:nvSpPr>
        <p:spPr>
          <a:xfrm>
            <a:off x="-1383456" y="1005164"/>
            <a:ext cx="1265293" cy="1602182"/>
          </a:xfrm>
          <a:prstGeom prst="wedgeRoundRectCallout">
            <a:avLst>
              <a:gd name="adj1" fmla="val 75769"/>
              <a:gd name="adj2" fmla="val -36926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 Main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화면부터 상단 간격이 너무 넓음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해당 간격을 줄이고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1920*1680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해상도 기준으로 페이지 전체의 모든 정보가 한눈에 보일 수 있도록 변경 필요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48D83A0-7C30-416F-B54C-E18F6506702E}"/>
              </a:ext>
            </a:extLst>
          </p:cNvPr>
          <p:cNvSpPr/>
          <p:nvPr/>
        </p:nvSpPr>
        <p:spPr>
          <a:xfrm>
            <a:off x="200472" y="1177007"/>
            <a:ext cx="138691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롯데 정밀 화학</a:t>
            </a:r>
          </a:p>
        </p:txBody>
      </p:sp>
      <p:sp>
        <p:nvSpPr>
          <p:cNvPr id="227" name="타원형 설명선 226"/>
          <p:cNvSpPr/>
          <p:nvPr/>
        </p:nvSpPr>
        <p:spPr>
          <a:xfrm>
            <a:off x="7128693" y="1040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2615736" y="14201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563396" y="14201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4726080" y="14201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78220" y="21481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2004129" y="196502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6739618" y="14201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363380" y="102811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1" name="말풍선: 모서리가 둥근 사각형 270">
            <a:extLst>
              <a:ext uri="{FF2B5EF4-FFF2-40B4-BE49-F238E27FC236}">
                <a16:creationId xmlns:a16="http://schemas.microsoft.com/office/drawing/2014/main" id="{D62DFBDC-089E-4363-8164-705C1DDED791}"/>
              </a:ext>
            </a:extLst>
          </p:cNvPr>
          <p:cNvSpPr/>
          <p:nvPr/>
        </p:nvSpPr>
        <p:spPr>
          <a:xfrm>
            <a:off x="1906410" y="2778095"/>
            <a:ext cx="2425858" cy="1466665"/>
          </a:xfrm>
          <a:prstGeom prst="wedgeRoundRectCallout">
            <a:avLst>
              <a:gd name="adj1" fmla="val -27341"/>
              <a:gd name="adj2" fmla="val -58954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배터리 잔량을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등급으로 분리하고 특정 등급 내의 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percentage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 때 해당 등급의 이미지 표시가 필요함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예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 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잔량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85.5%</a:t>
            </a:r>
          </a:p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   8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등급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(80%)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이미지 적용</a:t>
            </a: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*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등급 개수는 디자인 산출 이미지에 따라 조정 가능</a:t>
            </a:r>
          </a:p>
        </p:txBody>
      </p:sp>
    </p:spTree>
    <p:extLst>
      <p:ext uri="{BB962C8B-B14F-4D97-AF65-F5344CB8AC3E}">
        <p14:creationId xmlns:p14="http://schemas.microsoft.com/office/powerpoint/2010/main" val="42090593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6630795"/>
              </p:ext>
            </p:extLst>
          </p:nvPr>
        </p:nvGraphicFramePr>
        <p:xfrm>
          <a:off x="8469397" y="262210"/>
          <a:ext cx="1404000" cy="613900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구성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(DER)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현재 기준 사용량 구성 표시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에너지 모니터링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사용량 구성 화면 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내 알람 정보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발생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발생된 알람 총 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미확인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금일 발생된 알람 중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미확인된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항목의 총 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알람 중 비상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 각각의 개수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최근 한달간 비율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최근 한달간 알람을 다음과 같이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%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알람개수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%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37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피크 전력 현황 표시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현재 피크 전력 현황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‘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에너지 모니터링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’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피크 전력 현황 화면 참고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현황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IOE,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PCS,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BMS,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PV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장치 별 현황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파란색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 이상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주황색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PCS :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BMS :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전압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전류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4) PV :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5) : IOE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연결상태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6)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장치를 더블 클릭하면 해당 장치의 상세정보가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팝업된다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 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모니터링에서의 상세보기와 동일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ewpsp_scr_008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B2102104-3315-402E-ABC9-586FEDDAFB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1" y="796962"/>
            <a:ext cx="8266177" cy="544034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7083A858-D713-4603-B3CA-23A59234A1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2" y="804375"/>
            <a:ext cx="8266176" cy="35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0B5F9E53-BCF9-403F-96B8-C987A9420ECC}"/>
              </a:ext>
            </a:extLst>
          </p:cNvPr>
          <p:cNvCxnSpPr>
            <a:cxnSpLocks/>
          </p:cNvCxnSpPr>
          <p:nvPr/>
        </p:nvCxnSpPr>
        <p:spPr>
          <a:xfrm>
            <a:off x="117727" y="1143681"/>
            <a:ext cx="818717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3EF9983-9B49-4C32-AAFF-105A132508A6}"/>
              </a:ext>
            </a:extLst>
          </p:cNvPr>
          <p:cNvSpPr/>
          <p:nvPr/>
        </p:nvSpPr>
        <p:spPr>
          <a:xfrm>
            <a:off x="180991" y="1557880"/>
            <a:ext cx="8020800" cy="4465954"/>
          </a:xfrm>
          <a:prstGeom prst="rect">
            <a:avLst/>
          </a:prstGeom>
          <a:solidFill>
            <a:srgbClr val="26264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B8D0FE6-4CB9-4D6F-BC08-26944210B2E4}"/>
              </a:ext>
            </a:extLst>
          </p:cNvPr>
          <p:cNvSpPr/>
          <p:nvPr/>
        </p:nvSpPr>
        <p:spPr>
          <a:xfrm>
            <a:off x="184526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에너지 모니터링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2891854C-647F-409D-8CAB-1B57ED9960C5}"/>
              </a:ext>
            </a:extLst>
          </p:cNvPr>
          <p:cNvSpPr/>
          <p:nvPr/>
        </p:nvSpPr>
        <p:spPr>
          <a:xfrm>
            <a:off x="2191085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장치 모니터링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8CD744A-AA50-4B4D-A06A-93198D13D7C1}"/>
              </a:ext>
            </a:extLst>
          </p:cNvPr>
          <p:cNvSpPr/>
          <p:nvPr/>
        </p:nvSpPr>
        <p:spPr>
          <a:xfrm>
            <a:off x="4197644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상황</a:t>
            </a:r>
            <a:r>
              <a:rPr lang="en-US" altLang="ko-KR" sz="700" dirty="0"/>
              <a:t> </a:t>
            </a:r>
            <a:r>
              <a:rPr lang="ko-KR" altLang="en-US" sz="700" dirty="0"/>
              <a:t>관제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A0E4D09A-7B7B-4663-9DAE-528F8916C0F1}"/>
              </a:ext>
            </a:extLst>
          </p:cNvPr>
          <p:cNvSpPr/>
          <p:nvPr/>
        </p:nvSpPr>
        <p:spPr>
          <a:xfrm>
            <a:off x="6204202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요금</a:t>
            </a:r>
            <a:r>
              <a:rPr lang="en-US" altLang="ko-KR" sz="700" dirty="0"/>
              <a:t>/</a:t>
            </a:r>
            <a:r>
              <a:rPr lang="ko-KR" altLang="en-US" sz="700" dirty="0"/>
              <a:t>수익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8F226558-3426-4DA0-967F-188EF9E1380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036493" y="2089084"/>
          <a:ext cx="2626669" cy="151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9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kW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28" name="그룹 27">
            <a:extLst>
              <a:ext uri="{FF2B5EF4-FFF2-40B4-BE49-F238E27FC236}">
                <a16:creationId xmlns:a16="http://schemas.microsoft.com/office/drawing/2014/main" id="{E07C9038-AE5E-4848-8AA9-879FAFBA23B5}"/>
              </a:ext>
            </a:extLst>
          </p:cNvPr>
          <p:cNvGrpSpPr/>
          <p:nvPr/>
        </p:nvGrpSpPr>
        <p:grpSpPr>
          <a:xfrm>
            <a:off x="3201134" y="2315023"/>
            <a:ext cx="2400905" cy="1065479"/>
            <a:chOff x="1475657" y="2688243"/>
            <a:chExt cx="6660000" cy="2092089"/>
          </a:xfrm>
        </p:grpSpPr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27FA866A-AB3E-48D4-ADFA-B2AFD3A5BEB9}"/>
                </a:ext>
              </a:extLst>
            </p:cNvPr>
            <p:cNvCxnSpPr>
              <a:cxnSpLocks/>
            </p:cNvCxnSpPr>
            <p:nvPr/>
          </p:nvCxnSpPr>
          <p:spPr>
            <a:xfrm>
              <a:off x="1475657" y="2688243"/>
              <a:ext cx="6660000" cy="0"/>
            </a:xfrm>
            <a:prstGeom prst="line">
              <a:avLst/>
            </a:prstGeom>
            <a:ln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4588D10F-85F0-4201-99B0-19CF5E0D6C64}"/>
                </a:ext>
              </a:extLst>
            </p:cNvPr>
            <p:cNvCxnSpPr>
              <a:cxnSpLocks/>
            </p:cNvCxnSpPr>
            <p:nvPr/>
          </p:nvCxnSpPr>
          <p:spPr>
            <a:xfrm>
              <a:off x="1475657" y="3594874"/>
              <a:ext cx="6660000" cy="0"/>
            </a:xfrm>
            <a:prstGeom prst="lin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31" name="자유형 11">
              <a:extLst>
                <a:ext uri="{FF2B5EF4-FFF2-40B4-BE49-F238E27FC236}">
                  <a16:creationId xmlns:a16="http://schemas.microsoft.com/office/drawing/2014/main" id="{F8B49049-8919-4AF0-9FCD-125C47C3DE27}"/>
                </a:ext>
              </a:extLst>
            </p:cNvPr>
            <p:cNvSpPr/>
            <p:nvPr/>
          </p:nvSpPr>
          <p:spPr>
            <a:xfrm>
              <a:off x="1744300" y="4492465"/>
              <a:ext cx="3877733" cy="287867"/>
            </a:xfrm>
            <a:custGeom>
              <a:avLst/>
              <a:gdLst>
                <a:gd name="connsiteX0" fmla="*/ 0 w 3877733"/>
                <a:gd name="connsiteY0" fmla="*/ 287867 h 287867"/>
                <a:gd name="connsiteX1" fmla="*/ 406400 w 3877733"/>
                <a:gd name="connsiteY1" fmla="*/ 101600 h 287867"/>
                <a:gd name="connsiteX2" fmla="*/ 863600 w 3877733"/>
                <a:gd name="connsiteY2" fmla="*/ 254000 h 287867"/>
                <a:gd name="connsiteX3" fmla="*/ 1286933 w 3877733"/>
                <a:gd name="connsiteY3" fmla="*/ 0 h 287867"/>
                <a:gd name="connsiteX4" fmla="*/ 1676400 w 3877733"/>
                <a:gd name="connsiteY4" fmla="*/ 67734 h 287867"/>
                <a:gd name="connsiteX5" fmla="*/ 2150533 w 3877733"/>
                <a:gd name="connsiteY5" fmla="*/ 203200 h 287867"/>
                <a:gd name="connsiteX6" fmla="*/ 2607733 w 3877733"/>
                <a:gd name="connsiteY6" fmla="*/ 254000 h 287867"/>
                <a:gd name="connsiteX7" fmla="*/ 2997200 w 3877733"/>
                <a:gd name="connsiteY7" fmla="*/ 254000 h 287867"/>
                <a:gd name="connsiteX8" fmla="*/ 3488266 w 3877733"/>
                <a:gd name="connsiteY8" fmla="*/ 101600 h 287867"/>
                <a:gd name="connsiteX9" fmla="*/ 3877733 w 3877733"/>
                <a:gd name="connsiteY9" fmla="*/ 101600 h 287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7733" h="287867">
                  <a:moveTo>
                    <a:pt x="0" y="287867"/>
                  </a:moveTo>
                  <a:lnTo>
                    <a:pt x="406400" y="101600"/>
                  </a:lnTo>
                  <a:lnTo>
                    <a:pt x="863600" y="254000"/>
                  </a:lnTo>
                  <a:lnTo>
                    <a:pt x="1286933" y="0"/>
                  </a:lnTo>
                  <a:lnTo>
                    <a:pt x="1676400" y="67734"/>
                  </a:lnTo>
                  <a:lnTo>
                    <a:pt x="2150533" y="203200"/>
                  </a:lnTo>
                  <a:lnTo>
                    <a:pt x="2607733" y="254000"/>
                  </a:lnTo>
                  <a:lnTo>
                    <a:pt x="2997200" y="254000"/>
                  </a:lnTo>
                  <a:lnTo>
                    <a:pt x="3488266" y="101600"/>
                  </a:lnTo>
                  <a:lnTo>
                    <a:pt x="3877733" y="101600"/>
                  </a:lnTo>
                </a:path>
              </a:pathLst>
            </a:custGeom>
            <a:ln w="190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29A51609-D54B-474A-B7E4-530CCE7FFC34}"/>
              </a:ext>
            </a:extLst>
          </p:cNvPr>
          <p:cNvCxnSpPr>
            <a:cxnSpLocks/>
          </p:cNvCxnSpPr>
          <p:nvPr/>
        </p:nvCxnSpPr>
        <p:spPr>
          <a:xfrm>
            <a:off x="4708264" y="2089084"/>
            <a:ext cx="0" cy="1510545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CC743F9E-4B5A-4B8E-A0F4-67EB1791F4AD}"/>
              </a:ext>
            </a:extLst>
          </p:cNvPr>
          <p:cNvSpPr txBox="1"/>
          <p:nvPr/>
        </p:nvSpPr>
        <p:spPr>
          <a:xfrm>
            <a:off x="2933296" y="1880452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A4801FBE-B6BC-49B3-B6C4-8CA05046AD75}"/>
              </a:ext>
            </a:extLst>
          </p:cNvPr>
          <p:cNvCxnSpPr>
            <a:cxnSpLocks/>
          </p:cNvCxnSpPr>
          <p:nvPr/>
        </p:nvCxnSpPr>
        <p:spPr>
          <a:xfrm>
            <a:off x="5741146" y="1866501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EF8FF785-A602-4C84-B7A3-BCC2D4E707A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2" y="3272858"/>
          <a:ext cx="2275628" cy="1447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5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/>
                        <a:t>kWh</a:t>
                      </a:r>
                      <a:endParaRPr lang="ko-KR" altLang="en-US" sz="5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87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8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6" name="TextBox 35">
            <a:extLst>
              <a:ext uri="{FF2B5EF4-FFF2-40B4-BE49-F238E27FC236}">
                <a16:creationId xmlns:a16="http://schemas.microsoft.com/office/drawing/2014/main" id="{624B9702-5880-4DD9-A6CF-8A789D48E4EB}"/>
              </a:ext>
            </a:extLst>
          </p:cNvPr>
          <p:cNvSpPr txBox="1"/>
          <p:nvPr/>
        </p:nvSpPr>
        <p:spPr>
          <a:xfrm>
            <a:off x="5769155" y="3098741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chemeClr val="bg1"/>
                </a:solidFill>
              </a:rPr>
              <a:t>충</a:t>
            </a:r>
            <a:r>
              <a:rPr lang="en-US" altLang="ko-KR" sz="800" dirty="0">
                <a:solidFill>
                  <a:schemeClr val="bg1"/>
                </a:solidFill>
              </a:rPr>
              <a:t>/</a:t>
            </a:r>
            <a:r>
              <a:rPr lang="ko-KR" altLang="en-US" sz="800" dirty="0" err="1">
                <a:solidFill>
                  <a:schemeClr val="bg1"/>
                </a:solidFill>
              </a:rPr>
              <a:t>방전량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37" name="AutoShape 182">
            <a:extLst>
              <a:ext uri="{FF2B5EF4-FFF2-40B4-BE49-F238E27FC236}">
                <a16:creationId xmlns:a16="http://schemas.microsoft.com/office/drawing/2014/main" id="{4A013E0B-20B2-4A4A-AAC2-D0E5ED97418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51306" y="4753820"/>
            <a:ext cx="2273814" cy="1261824"/>
          </a:xfrm>
          <a:prstGeom prst="roundRect">
            <a:avLst>
              <a:gd name="adj" fmla="val 1769"/>
            </a:avLst>
          </a:prstGeom>
          <a:solidFill>
            <a:srgbClr val="262645"/>
          </a:solidFill>
          <a:ln w="3175">
            <a:solidFill>
              <a:schemeClr val="bg1"/>
            </a:solidFill>
          </a:ln>
        </p:spPr>
        <p:txBody>
          <a:bodyPr wrap="none" anchor="ctr"/>
          <a:lstStyle/>
          <a:p>
            <a:pPr latinLnBrk="1"/>
            <a:endParaRPr lang="ko-KR" altLang="en-US" sz="1600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C1D71835-95E2-4DBB-ABC8-57238414EE2A}"/>
              </a:ext>
            </a:extLst>
          </p:cNvPr>
          <p:cNvCxnSpPr>
            <a:cxnSpLocks/>
          </p:cNvCxnSpPr>
          <p:nvPr/>
        </p:nvCxnSpPr>
        <p:spPr>
          <a:xfrm>
            <a:off x="5993828" y="492531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A62A6F6F-453C-4F73-AB11-404EDC124467}"/>
              </a:ext>
            </a:extLst>
          </p:cNvPr>
          <p:cNvSpPr txBox="1"/>
          <p:nvPr/>
        </p:nvSpPr>
        <p:spPr>
          <a:xfrm>
            <a:off x="5958346" y="4771035"/>
            <a:ext cx="709061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오늘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6E0D494-BAF5-4FB9-BCC1-38C3F22F5E55}"/>
              </a:ext>
            </a:extLst>
          </p:cNvPr>
          <p:cNvSpPr txBox="1"/>
          <p:nvPr/>
        </p:nvSpPr>
        <p:spPr>
          <a:xfrm>
            <a:off x="6935425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F316E31-C90B-4059-89F8-B7EF3053FCE1}"/>
              </a:ext>
            </a:extLst>
          </p:cNvPr>
          <p:cNvSpPr txBox="1"/>
          <p:nvPr/>
        </p:nvSpPr>
        <p:spPr>
          <a:xfrm>
            <a:off x="7591323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0B29B12-DA7D-4A1D-BA88-4C352B4BABB4}"/>
              </a:ext>
            </a:extLst>
          </p:cNvPr>
          <p:cNvSpPr txBox="1"/>
          <p:nvPr/>
        </p:nvSpPr>
        <p:spPr>
          <a:xfrm>
            <a:off x="6223369" y="492531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60AD1FA-53B7-48F3-8D24-5CCB03069CCC}"/>
              </a:ext>
            </a:extLst>
          </p:cNvPr>
          <p:cNvSpPr txBox="1"/>
          <p:nvPr/>
        </p:nvSpPr>
        <p:spPr>
          <a:xfrm>
            <a:off x="6223369" y="504189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C8EADC3-892A-49D8-BA19-B280AA52CD2A}"/>
              </a:ext>
            </a:extLst>
          </p:cNvPr>
          <p:cNvSpPr txBox="1"/>
          <p:nvPr/>
        </p:nvSpPr>
        <p:spPr>
          <a:xfrm>
            <a:off x="6850640" y="492531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1,350.5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EC37EE8-D160-496E-B15E-AD231585439D}"/>
              </a:ext>
            </a:extLst>
          </p:cNvPr>
          <p:cNvSpPr txBox="1"/>
          <p:nvPr/>
        </p:nvSpPr>
        <p:spPr>
          <a:xfrm>
            <a:off x="6850640" y="504189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50426D1-9B57-4F30-A1B5-ACB5D083F27E}"/>
              </a:ext>
            </a:extLst>
          </p:cNvPr>
          <p:cNvSpPr txBox="1"/>
          <p:nvPr/>
        </p:nvSpPr>
        <p:spPr>
          <a:xfrm>
            <a:off x="7570720" y="497879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2.1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4A7EFA81-8892-470A-9FFC-89E0CEFF7D59}"/>
              </a:ext>
            </a:extLst>
          </p:cNvPr>
          <p:cNvCxnSpPr>
            <a:cxnSpLocks/>
          </p:cNvCxnSpPr>
          <p:nvPr/>
        </p:nvCxnSpPr>
        <p:spPr>
          <a:xfrm>
            <a:off x="5993828" y="535320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3A6A82A-B634-4213-A6BA-8294CF1911C7}"/>
              </a:ext>
            </a:extLst>
          </p:cNvPr>
          <p:cNvSpPr txBox="1"/>
          <p:nvPr/>
        </p:nvSpPr>
        <p:spPr>
          <a:xfrm>
            <a:off x="5958346" y="5204901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 err="1">
                <a:solidFill>
                  <a:schemeClr val="bg1"/>
                </a:solidFill>
              </a:rPr>
              <a:t>이번달</a:t>
            </a:r>
            <a:r>
              <a:rPr lang="ko-KR" altLang="en-US" sz="500" dirty="0">
                <a:solidFill>
                  <a:schemeClr val="bg1"/>
                </a:solidFill>
              </a:rPr>
              <a:t>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7F56B89-656D-4409-94CD-D407204EE771}"/>
              </a:ext>
            </a:extLst>
          </p:cNvPr>
          <p:cNvSpPr txBox="1"/>
          <p:nvPr/>
        </p:nvSpPr>
        <p:spPr>
          <a:xfrm>
            <a:off x="6935425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6F00CD1-ACD4-4A8D-9FFF-E8D84C6B684C}"/>
              </a:ext>
            </a:extLst>
          </p:cNvPr>
          <p:cNvSpPr txBox="1"/>
          <p:nvPr/>
        </p:nvSpPr>
        <p:spPr>
          <a:xfrm>
            <a:off x="7591323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3C0CE3B-40F3-43B7-8D0B-2C69A07D53D2}"/>
              </a:ext>
            </a:extLst>
          </p:cNvPr>
          <p:cNvSpPr txBox="1"/>
          <p:nvPr/>
        </p:nvSpPr>
        <p:spPr>
          <a:xfrm>
            <a:off x="6223369" y="535320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5E238EE-D2C4-4FA8-97F6-74DD46DAD32B}"/>
              </a:ext>
            </a:extLst>
          </p:cNvPr>
          <p:cNvSpPr txBox="1"/>
          <p:nvPr/>
        </p:nvSpPr>
        <p:spPr>
          <a:xfrm>
            <a:off x="6223369" y="546978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D8624A3-0380-4115-8F31-B66286344293}"/>
              </a:ext>
            </a:extLst>
          </p:cNvPr>
          <p:cNvSpPr txBox="1"/>
          <p:nvPr/>
        </p:nvSpPr>
        <p:spPr>
          <a:xfrm>
            <a:off x="6850640" y="535320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5C3B9BA-EB4B-472A-B0DE-F9B11C81D947}"/>
              </a:ext>
            </a:extLst>
          </p:cNvPr>
          <p:cNvSpPr txBox="1"/>
          <p:nvPr/>
        </p:nvSpPr>
        <p:spPr>
          <a:xfrm>
            <a:off x="6850640" y="546978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679B29F-5EA2-4B20-9E50-BEF78E3EF73D}"/>
              </a:ext>
            </a:extLst>
          </p:cNvPr>
          <p:cNvSpPr txBox="1"/>
          <p:nvPr/>
        </p:nvSpPr>
        <p:spPr>
          <a:xfrm>
            <a:off x="7570720" y="5407818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5C7E8237-425A-4EF3-8136-480159CF65C9}"/>
              </a:ext>
            </a:extLst>
          </p:cNvPr>
          <p:cNvCxnSpPr>
            <a:cxnSpLocks/>
          </p:cNvCxnSpPr>
          <p:nvPr/>
        </p:nvCxnSpPr>
        <p:spPr>
          <a:xfrm>
            <a:off x="5993828" y="5771414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>
            <a:extLst>
              <a:ext uri="{FF2B5EF4-FFF2-40B4-BE49-F238E27FC236}">
                <a16:creationId xmlns:a16="http://schemas.microsoft.com/office/drawing/2014/main" id="{C9C0E030-096F-4EBF-813E-654213ACA5E8}"/>
              </a:ext>
            </a:extLst>
          </p:cNvPr>
          <p:cNvSpPr txBox="1"/>
          <p:nvPr/>
        </p:nvSpPr>
        <p:spPr>
          <a:xfrm>
            <a:off x="5932914" y="5623114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올해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75E5D116-D36F-4AB6-8470-DA0915EB7839}"/>
              </a:ext>
            </a:extLst>
          </p:cNvPr>
          <p:cNvSpPr txBox="1"/>
          <p:nvPr/>
        </p:nvSpPr>
        <p:spPr>
          <a:xfrm>
            <a:off x="6909993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11B9D07-38CF-4D9B-9755-6E3D27381571}"/>
              </a:ext>
            </a:extLst>
          </p:cNvPr>
          <p:cNvSpPr txBox="1"/>
          <p:nvPr/>
        </p:nvSpPr>
        <p:spPr>
          <a:xfrm>
            <a:off x="7565891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56CFE52-B960-4A1C-A8CB-257FCEA6EF60}"/>
              </a:ext>
            </a:extLst>
          </p:cNvPr>
          <p:cNvSpPr txBox="1"/>
          <p:nvPr/>
        </p:nvSpPr>
        <p:spPr>
          <a:xfrm>
            <a:off x="6197937" y="5771414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62EB086C-5D28-4408-9F60-FC75C5053968}"/>
              </a:ext>
            </a:extLst>
          </p:cNvPr>
          <p:cNvSpPr txBox="1"/>
          <p:nvPr/>
        </p:nvSpPr>
        <p:spPr>
          <a:xfrm>
            <a:off x="6197937" y="5887999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C803406-F783-46EF-8E44-15822F411AAF}"/>
              </a:ext>
            </a:extLst>
          </p:cNvPr>
          <p:cNvSpPr txBox="1"/>
          <p:nvPr/>
        </p:nvSpPr>
        <p:spPr>
          <a:xfrm>
            <a:off x="6825208" y="5771414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58.9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39CE000-0E33-4113-B82A-5630408AAED9}"/>
              </a:ext>
            </a:extLst>
          </p:cNvPr>
          <p:cNvSpPr txBox="1"/>
          <p:nvPr/>
        </p:nvSpPr>
        <p:spPr>
          <a:xfrm>
            <a:off x="6825208" y="5887999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192.1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0A450997-DD2A-4200-8178-39E54C53EBD8}"/>
              </a:ext>
            </a:extLst>
          </p:cNvPr>
          <p:cNvSpPr txBox="1"/>
          <p:nvPr/>
        </p:nvSpPr>
        <p:spPr>
          <a:xfrm>
            <a:off x="7545288" y="5825376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464.9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D9722A13-A4B1-4617-9D54-602D2721332A}"/>
              </a:ext>
            </a:extLst>
          </p:cNvPr>
          <p:cNvGrpSpPr/>
          <p:nvPr/>
        </p:nvGrpSpPr>
        <p:grpSpPr>
          <a:xfrm>
            <a:off x="4776098" y="3649023"/>
            <a:ext cx="500020" cy="169277"/>
            <a:chOff x="5008084" y="3585093"/>
            <a:chExt cx="500020" cy="169277"/>
          </a:xfrm>
        </p:grpSpPr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76366D38-5D29-4527-BB0E-4A4C7B8DC6D2}"/>
                </a:ext>
              </a:extLst>
            </p:cNvPr>
            <p:cNvCxnSpPr>
              <a:cxnSpLocks/>
            </p:cNvCxnSpPr>
            <p:nvPr/>
          </p:nvCxnSpPr>
          <p:spPr>
            <a:xfrm>
              <a:off x="5008084" y="3669731"/>
              <a:ext cx="108000" cy="0"/>
            </a:xfrm>
            <a:prstGeom prst="line">
              <a:avLst/>
            </a:prstGeom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3CE4766C-F022-4575-BB7F-973E55D09148}"/>
                </a:ext>
              </a:extLst>
            </p:cNvPr>
            <p:cNvSpPr/>
            <p:nvPr/>
          </p:nvSpPr>
          <p:spPr>
            <a:xfrm>
              <a:off x="5044076" y="3585093"/>
              <a:ext cx="46402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현재 부하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0A5F81EA-7FE9-4E95-BF52-593499F4F836}"/>
              </a:ext>
            </a:extLst>
          </p:cNvPr>
          <p:cNvGrpSpPr/>
          <p:nvPr/>
        </p:nvGrpSpPr>
        <p:grpSpPr>
          <a:xfrm>
            <a:off x="5241125" y="3649023"/>
            <a:ext cx="500021" cy="169277"/>
            <a:chOff x="5440131" y="3585093"/>
            <a:chExt cx="500021" cy="169277"/>
          </a:xfrm>
        </p:grpSpPr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E588985-1351-45CB-9AE0-F741CC73E51B}"/>
                </a:ext>
              </a:extLst>
            </p:cNvPr>
            <p:cNvCxnSpPr>
              <a:cxnSpLocks/>
            </p:cNvCxnSpPr>
            <p:nvPr/>
          </p:nvCxnSpPr>
          <p:spPr>
            <a:xfrm>
              <a:off x="5440131" y="3669731"/>
              <a:ext cx="108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0D2AB4E7-3F4F-4E76-A807-71772FD0A249}"/>
                </a:ext>
              </a:extLst>
            </p:cNvPr>
            <p:cNvSpPr/>
            <p:nvPr/>
          </p:nvSpPr>
          <p:spPr>
            <a:xfrm>
              <a:off x="5476123" y="3585093"/>
              <a:ext cx="464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예측 부하</a:t>
              </a:r>
            </a:p>
          </p:txBody>
        </p: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F56E2950-38B1-438D-BAA1-04624DFF24DA}"/>
              </a:ext>
            </a:extLst>
          </p:cNvPr>
          <p:cNvGrpSpPr/>
          <p:nvPr/>
        </p:nvGrpSpPr>
        <p:grpSpPr>
          <a:xfrm>
            <a:off x="3566480" y="3649023"/>
            <a:ext cx="652770" cy="169277"/>
            <a:chOff x="3318237" y="3585093"/>
            <a:chExt cx="652770" cy="169277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14B6B880-5052-4663-BFD4-A0AB7D76CA44}"/>
                </a:ext>
              </a:extLst>
            </p:cNvPr>
            <p:cNvCxnSpPr>
              <a:cxnSpLocks/>
            </p:cNvCxnSpPr>
            <p:nvPr/>
          </p:nvCxnSpPr>
          <p:spPr>
            <a:xfrm>
              <a:off x="3318237" y="3669731"/>
              <a:ext cx="108000" cy="0"/>
            </a:xfrm>
            <a:prstGeom prst="line">
              <a:avLst/>
            </a:prstGeom>
            <a:ln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2659B74B-18FF-46A4-9B90-4E6D52110A45}"/>
                </a:ext>
              </a:extLst>
            </p:cNvPr>
            <p:cNvSpPr/>
            <p:nvPr/>
          </p:nvSpPr>
          <p:spPr>
            <a:xfrm>
              <a:off x="3368549" y="3585093"/>
              <a:ext cx="60245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한전계약 전력</a:t>
              </a:r>
            </a:p>
          </p:txBody>
        </p:sp>
      </p:grp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AEC771C3-7933-4C29-B717-583CCFD95618}"/>
              </a:ext>
            </a:extLst>
          </p:cNvPr>
          <p:cNvGrpSpPr/>
          <p:nvPr/>
        </p:nvGrpSpPr>
        <p:grpSpPr>
          <a:xfrm>
            <a:off x="4184256" y="3649023"/>
            <a:ext cx="626762" cy="169277"/>
            <a:chOff x="3908621" y="3585093"/>
            <a:chExt cx="626762" cy="169277"/>
          </a:xfrm>
        </p:grpSpPr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6243E0E-EDEE-4D80-8422-C1BC68C21736}"/>
                </a:ext>
              </a:extLst>
            </p:cNvPr>
            <p:cNvCxnSpPr>
              <a:cxnSpLocks/>
            </p:cNvCxnSpPr>
            <p:nvPr/>
          </p:nvCxnSpPr>
          <p:spPr>
            <a:xfrm>
              <a:off x="3908621" y="3669731"/>
              <a:ext cx="108000" cy="0"/>
            </a:xfrm>
            <a:prstGeom prst="lin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233CE7E7-072F-44A5-BA00-51374EC344F2}"/>
                </a:ext>
              </a:extLst>
            </p:cNvPr>
            <p:cNvSpPr/>
            <p:nvPr/>
          </p:nvSpPr>
          <p:spPr>
            <a:xfrm>
              <a:off x="3944613" y="3585093"/>
              <a:ext cx="59077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요금적용 전력</a:t>
              </a:r>
            </a:p>
          </p:txBody>
        </p:sp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3E386E6E-3D1B-442C-99E4-F9F10F8F226D}"/>
              </a:ext>
            </a:extLst>
          </p:cNvPr>
          <p:cNvGrpSpPr/>
          <p:nvPr/>
        </p:nvGrpSpPr>
        <p:grpSpPr>
          <a:xfrm>
            <a:off x="273944" y="1885169"/>
            <a:ext cx="2528690" cy="835005"/>
            <a:chOff x="6177167" y="1700808"/>
            <a:chExt cx="2528690" cy="835005"/>
          </a:xfrm>
        </p:grpSpPr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FCECF29E-11A7-4CFF-B7F6-E48B982D6773}"/>
                </a:ext>
              </a:extLst>
            </p:cNvPr>
            <p:cNvGrpSpPr/>
            <p:nvPr/>
          </p:nvGrpSpPr>
          <p:grpSpPr>
            <a:xfrm>
              <a:off x="6177167" y="1700808"/>
              <a:ext cx="1926022" cy="721431"/>
              <a:chOff x="5692418" y="1753651"/>
              <a:chExt cx="3074464" cy="721431"/>
            </a:xfrm>
          </p:grpSpPr>
          <p:sp>
            <p:nvSpPr>
              <p:cNvPr id="88" name="직사각형 87">
                <a:extLst>
                  <a:ext uri="{FF2B5EF4-FFF2-40B4-BE49-F238E27FC236}">
                    <a16:creationId xmlns:a16="http://schemas.microsoft.com/office/drawing/2014/main" id="{1F70B0EC-ED9B-4C48-95BA-0269C3184AE5}"/>
                  </a:ext>
                </a:extLst>
              </p:cNvPr>
              <p:cNvSpPr/>
              <p:nvPr/>
            </p:nvSpPr>
            <p:spPr>
              <a:xfrm>
                <a:off x="5822353" y="2045047"/>
                <a:ext cx="2880000" cy="72008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9" name="직사각형 88">
                <a:extLst>
                  <a:ext uri="{FF2B5EF4-FFF2-40B4-BE49-F238E27FC236}">
                    <a16:creationId xmlns:a16="http://schemas.microsoft.com/office/drawing/2014/main" id="{95C62959-6F22-43B6-89F3-4E9015B44329}"/>
                  </a:ext>
                </a:extLst>
              </p:cNvPr>
              <p:cNvSpPr/>
              <p:nvPr/>
            </p:nvSpPr>
            <p:spPr>
              <a:xfrm>
                <a:off x="5822353" y="2403074"/>
                <a:ext cx="2880000" cy="72008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9E76E181-5B9A-4616-8EFE-026D8DB5FFBA}"/>
                  </a:ext>
                </a:extLst>
              </p:cNvPr>
              <p:cNvSpPr txBox="1"/>
              <p:nvPr/>
            </p:nvSpPr>
            <p:spPr>
              <a:xfrm>
                <a:off x="5692418" y="1843641"/>
                <a:ext cx="1124403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오늘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ko-KR" altLang="en-US" sz="700" b="1" dirty="0" err="1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충전량</a:t>
                </a:r>
                <a:endPara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E9F72634-2345-4BAD-9F25-F98752418607}"/>
                  </a:ext>
                </a:extLst>
              </p:cNvPr>
              <p:cNvSpPr txBox="1"/>
              <p:nvPr/>
            </p:nvSpPr>
            <p:spPr>
              <a:xfrm>
                <a:off x="5692418" y="2201668"/>
                <a:ext cx="1134900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오늘</a:t>
                </a:r>
                <a:r>
                  <a:rPr lang="en-US" altLang="ko-KR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ko-KR" altLang="en-US" sz="700" b="1" dirty="0" err="1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방전량</a:t>
                </a:r>
                <a:endParaRPr lang="ko-KR" altLang="en-US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4F0ED4C4-CFF4-4B73-850B-2038B3BB0C3A}"/>
                  </a:ext>
                </a:extLst>
              </p:cNvPr>
              <p:cNvSpPr txBox="1"/>
              <p:nvPr/>
            </p:nvSpPr>
            <p:spPr>
              <a:xfrm>
                <a:off x="7270746" y="1753651"/>
                <a:ext cx="1496136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1,350.5</a:t>
                </a:r>
                <a:r>
                  <a:rPr lang="en-US" altLang="ko-KR" sz="7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kWh</a:t>
                </a:r>
                <a:endParaRPr lang="ko-KR" altLang="en-US" sz="8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5BF30399-D7FF-44D9-8A80-7FD89F421F2F}"/>
                  </a:ext>
                </a:extLst>
              </p:cNvPr>
              <p:cNvSpPr txBox="1"/>
              <p:nvPr/>
            </p:nvSpPr>
            <p:spPr>
              <a:xfrm>
                <a:off x="7419971" y="2115095"/>
                <a:ext cx="134690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850.5</a:t>
                </a:r>
                <a:r>
                  <a:rPr lang="en-US" altLang="ko-KR" sz="7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kWh</a:t>
                </a:r>
                <a:endParaRPr lang="ko-KR" altLang="en-US" sz="8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82" name="그룹 81">
              <a:extLst>
                <a:ext uri="{FF2B5EF4-FFF2-40B4-BE49-F238E27FC236}">
                  <a16:creationId xmlns:a16="http://schemas.microsoft.com/office/drawing/2014/main" id="{168559AE-A8E5-4041-A997-3C2B894837ED}"/>
                </a:ext>
              </a:extLst>
            </p:cNvPr>
            <p:cNvGrpSpPr/>
            <p:nvPr/>
          </p:nvGrpSpPr>
          <p:grpSpPr>
            <a:xfrm>
              <a:off x="8123038" y="1772816"/>
              <a:ext cx="582819" cy="762997"/>
              <a:chOff x="8066098" y="1891729"/>
              <a:chExt cx="639759" cy="762997"/>
            </a:xfrm>
          </p:grpSpPr>
          <p:pic>
            <p:nvPicPr>
              <p:cNvPr id="85" name="Picture 6" descr="batteryì ëí ì´ë¯¸ì§ ê²ìê²°ê³¼">
                <a:extLst>
                  <a:ext uri="{FF2B5EF4-FFF2-40B4-BE49-F238E27FC236}">
                    <a16:creationId xmlns:a16="http://schemas.microsoft.com/office/drawing/2014/main" id="{4B5514D0-D7FF-48C4-A980-B69C5FF9A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4661" y="2092093"/>
                <a:ext cx="562633" cy="56263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DE241CF2-1630-4E28-AFB0-D875E7DCDED3}"/>
                  </a:ext>
                </a:extLst>
              </p:cNvPr>
              <p:cNvSpPr txBox="1"/>
              <p:nvPr/>
            </p:nvSpPr>
            <p:spPr>
              <a:xfrm>
                <a:off x="8087885" y="1891729"/>
                <a:ext cx="596185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SOC(</a:t>
                </a:r>
                <a:r>
                  <a:rPr lang="ko-KR" altLang="en-US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잔량</a:t>
                </a:r>
                <a:r>
                  <a:rPr lang="en-US" altLang="ko-KR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)</a:t>
                </a:r>
                <a:endParaRPr lang="ko-KR" altLang="en-US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5B0F6A88-E8E0-4CA7-851C-FE4F62A6FBAE}"/>
                  </a:ext>
                </a:extLst>
              </p:cNvPr>
              <p:cNvSpPr txBox="1"/>
              <p:nvPr/>
            </p:nvSpPr>
            <p:spPr>
              <a:xfrm>
                <a:off x="8066098" y="2016579"/>
                <a:ext cx="639759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1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85.5</a:t>
                </a:r>
                <a:r>
                  <a:rPr lang="en-US" altLang="ko-KR" sz="6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%</a:t>
                </a:r>
                <a:endPara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29BE7225-41AF-42CC-A0FE-0F821D41799C}"/>
                </a:ext>
              </a:extLst>
            </p:cNvPr>
            <p:cNvSpPr/>
            <p:nvPr/>
          </p:nvSpPr>
          <p:spPr>
            <a:xfrm>
              <a:off x="7703543" y="1990090"/>
              <a:ext cx="360000" cy="684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1503B530-C9B9-4E10-89F3-45CE8A0602A7}"/>
                </a:ext>
              </a:extLst>
            </p:cNvPr>
            <p:cNvSpPr/>
            <p:nvPr/>
          </p:nvSpPr>
          <p:spPr>
            <a:xfrm>
              <a:off x="7524536" y="2351662"/>
              <a:ext cx="540000" cy="684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9F340A0B-4856-4005-86F6-B3076CBA8CE3}"/>
              </a:ext>
            </a:extLst>
          </p:cNvPr>
          <p:cNvCxnSpPr>
            <a:cxnSpLocks/>
          </p:cNvCxnSpPr>
          <p:nvPr/>
        </p:nvCxnSpPr>
        <p:spPr>
          <a:xfrm>
            <a:off x="2938810" y="1887730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5492D68-2FC4-4CB4-A595-6621D5FE8DDC}"/>
              </a:ext>
            </a:extLst>
          </p:cNvPr>
          <p:cNvSpPr/>
          <p:nvPr/>
        </p:nvSpPr>
        <p:spPr>
          <a:xfrm>
            <a:off x="5810955" y="1802597"/>
            <a:ext cx="182053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현황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47E5037A-FFD1-446C-BD26-D58DACF2998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3" y="1985340"/>
          <a:ext cx="2295059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214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97" name="그룹 96">
            <a:extLst>
              <a:ext uri="{FF2B5EF4-FFF2-40B4-BE49-F238E27FC236}">
                <a16:creationId xmlns:a16="http://schemas.microsoft.com/office/drawing/2014/main" id="{302B5A77-0813-4FBC-9FB0-C62C56BB230E}"/>
              </a:ext>
            </a:extLst>
          </p:cNvPr>
          <p:cNvGrpSpPr/>
          <p:nvPr/>
        </p:nvGrpSpPr>
        <p:grpSpPr>
          <a:xfrm>
            <a:off x="6127556" y="2541597"/>
            <a:ext cx="114467" cy="310233"/>
            <a:chOff x="1234728" y="4790879"/>
            <a:chExt cx="144016" cy="310233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EDD4EEEF-7461-4E90-949E-1A1571E16BB1}"/>
                </a:ext>
              </a:extLst>
            </p:cNvPr>
            <p:cNvSpPr/>
            <p:nvPr/>
          </p:nvSpPr>
          <p:spPr>
            <a:xfrm>
              <a:off x="1234728" y="4836597"/>
              <a:ext cx="144016" cy="264515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57664B3A-8427-494A-A382-067A9049F1A5}"/>
                </a:ext>
              </a:extLst>
            </p:cNvPr>
            <p:cNvSpPr/>
            <p:nvPr/>
          </p:nvSpPr>
          <p:spPr>
            <a:xfrm>
              <a:off x="1234728" y="4790879"/>
              <a:ext cx="144016" cy="175215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BD8DBEB-FCFB-4A9E-9E76-898DF67CD146}"/>
              </a:ext>
            </a:extLst>
          </p:cNvPr>
          <p:cNvSpPr/>
          <p:nvPr/>
        </p:nvSpPr>
        <p:spPr>
          <a:xfrm>
            <a:off x="6295753" y="2515389"/>
            <a:ext cx="115200" cy="33644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0207C4C3-F123-4D15-991E-9B817D38581F}"/>
              </a:ext>
            </a:extLst>
          </p:cNvPr>
          <p:cNvGrpSpPr/>
          <p:nvPr/>
        </p:nvGrpSpPr>
        <p:grpSpPr>
          <a:xfrm>
            <a:off x="6463950" y="2585693"/>
            <a:ext cx="114467" cy="266137"/>
            <a:chOff x="1907704" y="3275281"/>
            <a:chExt cx="288032" cy="535432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66A33D6C-E258-4AB8-AD5D-72F68762BB7E}"/>
                </a:ext>
              </a:extLst>
            </p:cNvPr>
            <p:cNvSpPr/>
            <p:nvPr/>
          </p:nvSpPr>
          <p:spPr>
            <a:xfrm>
              <a:off x="1907704" y="3321001"/>
              <a:ext cx="288032" cy="489712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390AC3DE-B918-4734-8680-8A7CC843E6A3}"/>
                </a:ext>
              </a:extLst>
            </p:cNvPr>
            <p:cNvSpPr/>
            <p:nvPr/>
          </p:nvSpPr>
          <p:spPr>
            <a:xfrm>
              <a:off x="1907704" y="3275281"/>
              <a:ext cx="288032" cy="289487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EDDCF0FF-12B0-4CE9-9086-CEE4DF9DB870}"/>
              </a:ext>
            </a:extLst>
          </p:cNvPr>
          <p:cNvSpPr/>
          <p:nvPr/>
        </p:nvSpPr>
        <p:spPr>
          <a:xfrm>
            <a:off x="6593218" y="2707940"/>
            <a:ext cx="114467" cy="14389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06" name="표 105">
            <a:extLst>
              <a:ext uri="{FF2B5EF4-FFF2-40B4-BE49-F238E27FC236}">
                <a16:creationId xmlns:a16="http://schemas.microsoft.com/office/drawing/2014/main" id="{AECF42C3-9927-4567-83AD-65A5BAE8128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91742" y="3055006"/>
          <a:ext cx="2547265" cy="15056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7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kWh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88949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0C4EF8B6-D6E2-42B1-909B-5808D638D80C}"/>
              </a:ext>
            </a:extLst>
          </p:cNvPr>
          <p:cNvGrpSpPr/>
          <p:nvPr/>
        </p:nvGrpSpPr>
        <p:grpSpPr>
          <a:xfrm>
            <a:off x="574906" y="3980766"/>
            <a:ext cx="1526152" cy="367021"/>
            <a:chOff x="1354667" y="3680460"/>
            <a:chExt cx="4732866" cy="586740"/>
          </a:xfrm>
        </p:grpSpPr>
        <p:sp>
          <p:nvSpPr>
            <p:cNvPr id="108" name="자유형 5">
              <a:extLst>
                <a:ext uri="{FF2B5EF4-FFF2-40B4-BE49-F238E27FC236}">
                  <a16:creationId xmlns:a16="http://schemas.microsoft.com/office/drawing/2014/main" id="{298F7A9C-ACD2-40BA-87FC-AFE06A6AF2DB}"/>
                </a:ext>
              </a:extLst>
            </p:cNvPr>
            <p:cNvSpPr/>
            <p:nvPr/>
          </p:nvSpPr>
          <p:spPr>
            <a:xfrm>
              <a:off x="2286000" y="3680460"/>
              <a:ext cx="1733550" cy="453390"/>
            </a:xfrm>
            <a:custGeom>
              <a:avLst/>
              <a:gdLst>
                <a:gd name="connsiteX0" fmla="*/ 0 w 1733550"/>
                <a:gd name="connsiteY0" fmla="*/ 171450 h 453390"/>
                <a:gd name="connsiteX1" fmla="*/ 582930 w 1733550"/>
                <a:gd name="connsiteY1" fmla="*/ 430530 h 453390"/>
                <a:gd name="connsiteX2" fmla="*/ 864870 w 1733550"/>
                <a:gd name="connsiteY2" fmla="*/ 453390 h 453390"/>
                <a:gd name="connsiteX3" fmla="*/ 1165860 w 1733550"/>
                <a:gd name="connsiteY3" fmla="*/ 419100 h 453390"/>
                <a:gd name="connsiteX4" fmla="*/ 1482090 w 1733550"/>
                <a:gd name="connsiteY4" fmla="*/ 106680 h 453390"/>
                <a:gd name="connsiteX5" fmla="*/ 1733550 w 1733550"/>
                <a:gd name="connsiteY5" fmla="*/ 0 h 453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550" h="453390">
                  <a:moveTo>
                    <a:pt x="0" y="171450"/>
                  </a:moveTo>
                  <a:lnTo>
                    <a:pt x="582930" y="430530"/>
                  </a:lnTo>
                  <a:lnTo>
                    <a:pt x="864870" y="453390"/>
                  </a:lnTo>
                  <a:lnTo>
                    <a:pt x="1165860" y="419100"/>
                  </a:lnTo>
                  <a:lnTo>
                    <a:pt x="1482090" y="106680"/>
                  </a:lnTo>
                  <a:lnTo>
                    <a:pt x="1733550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9" name="자유형 4">
              <a:extLst>
                <a:ext uri="{FF2B5EF4-FFF2-40B4-BE49-F238E27FC236}">
                  <a16:creationId xmlns:a16="http://schemas.microsoft.com/office/drawing/2014/main" id="{2D51EF02-CE9C-474D-9D99-B911FDC95FA5}"/>
                </a:ext>
              </a:extLst>
            </p:cNvPr>
            <p:cNvSpPr/>
            <p:nvPr/>
          </p:nvSpPr>
          <p:spPr>
            <a:xfrm rot="10259621">
              <a:off x="2260738" y="3727732"/>
              <a:ext cx="1757660" cy="90164"/>
            </a:xfrm>
            <a:custGeom>
              <a:avLst/>
              <a:gdLst>
                <a:gd name="connsiteX0" fmla="*/ 0 w 1761066"/>
                <a:gd name="connsiteY0" fmla="*/ 177800 h 228600"/>
                <a:gd name="connsiteX1" fmla="*/ 601133 w 1761066"/>
                <a:gd name="connsiteY1" fmla="*/ 228600 h 228600"/>
                <a:gd name="connsiteX2" fmla="*/ 905933 w 1761066"/>
                <a:gd name="connsiteY2" fmla="*/ 177800 h 228600"/>
                <a:gd name="connsiteX3" fmla="*/ 1159933 w 1761066"/>
                <a:gd name="connsiteY3" fmla="*/ 127000 h 228600"/>
                <a:gd name="connsiteX4" fmla="*/ 1498600 w 1761066"/>
                <a:gd name="connsiteY4" fmla="*/ 59267 h 228600"/>
                <a:gd name="connsiteX5" fmla="*/ 1761066 w 1761066"/>
                <a:gd name="connsiteY5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1066" h="228600">
                  <a:moveTo>
                    <a:pt x="0" y="177800"/>
                  </a:moveTo>
                  <a:lnTo>
                    <a:pt x="601133" y="228600"/>
                  </a:lnTo>
                  <a:lnTo>
                    <a:pt x="905933" y="177800"/>
                  </a:lnTo>
                  <a:lnTo>
                    <a:pt x="1159933" y="127000"/>
                  </a:lnTo>
                  <a:lnTo>
                    <a:pt x="1498600" y="59267"/>
                  </a:lnTo>
                  <a:lnTo>
                    <a:pt x="1761066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0" name="자유형 7">
              <a:extLst>
                <a:ext uri="{FF2B5EF4-FFF2-40B4-BE49-F238E27FC236}">
                  <a16:creationId xmlns:a16="http://schemas.microsoft.com/office/drawing/2014/main" id="{0B38DE36-BF1B-4E8A-AA25-709AC0E1482B}"/>
                </a:ext>
              </a:extLst>
            </p:cNvPr>
            <p:cNvSpPr/>
            <p:nvPr/>
          </p:nvSpPr>
          <p:spPr>
            <a:xfrm>
              <a:off x="4023360" y="3699510"/>
              <a:ext cx="2049780" cy="567690"/>
            </a:xfrm>
            <a:custGeom>
              <a:avLst/>
              <a:gdLst>
                <a:gd name="connsiteX0" fmla="*/ 0 w 2049780"/>
                <a:gd name="connsiteY0" fmla="*/ 0 h 567690"/>
                <a:gd name="connsiteX1" fmla="*/ 331470 w 2049780"/>
                <a:gd name="connsiteY1" fmla="*/ 60960 h 567690"/>
                <a:gd name="connsiteX2" fmla="*/ 640080 w 2049780"/>
                <a:gd name="connsiteY2" fmla="*/ 220980 h 567690"/>
                <a:gd name="connsiteX3" fmla="*/ 1242060 w 2049780"/>
                <a:gd name="connsiteY3" fmla="*/ 236220 h 567690"/>
                <a:gd name="connsiteX4" fmla="*/ 1684020 w 2049780"/>
                <a:gd name="connsiteY4" fmla="*/ 144780 h 567690"/>
                <a:gd name="connsiteX5" fmla="*/ 2049780 w 2049780"/>
                <a:gd name="connsiteY5" fmla="*/ 19050 h 567690"/>
                <a:gd name="connsiteX6" fmla="*/ 1779270 w 2049780"/>
                <a:gd name="connsiteY6" fmla="*/ 346710 h 567690"/>
                <a:gd name="connsiteX7" fmla="*/ 1249680 w 2049780"/>
                <a:gd name="connsiteY7" fmla="*/ 567690 h 567690"/>
                <a:gd name="connsiteX8" fmla="*/ 621030 w 2049780"/>
                <a:gd name="connsiteY8" fmla="*/ 563880 h 567690"/>
                <a:gd name="connsiteX9" fmla="*/ 308610 w 2049780"/>
                <a:gd name="connsiteY9" fmla="*/ 419100 h 567690"/>
                <a:gd name="connsiteX10" fmla="*/ 0 w 2049780"/>
                <a:gd name="connsiteY10" fmla="*/ 0 h 56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49780" h="567690">
                  <a:moveTo>
                    <a:pt x="0" y="0"/>
                  </a:moveTo>
                  <a:lnTo>
                    <a:pt x="331470" y="60960"/>
                  </a:lnTo>
                  <a:lnTo>
                    <a:pt x="640080" y="220980"/>
                  </a:lnTo>
                  <a:lnTo>
                    <a:pt x="1242060" y="236220"/>
                  </a:lnTo>
                  <a:lnTo>
                    <a:pt x="1684020" y="144780"/>
                  </a:lnTo>
                  <a:lnTo>
                    <a:pt x="2049780" y="19050"/>
                  </a:lnTo>
                  <a:lnTo>
                    <a:pt x="1779270" y="346710"/>
                  </a:lnTo>
                  <a:lnTo>
                    <a:pt x="1249680" y="567690"/>
                  </a:lnTo>
                  <a:lnTo>
                    <a:pt x="621030" y="563880"/>
                  </a:lnTo>
                  <a:lnTo>
                    <a:pt x="308610" y="419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1" name="자유형 1">
              <a:extLst>
                <a:ext uri="{FF2B5EF4-FFF2-40B4-BE49-F238E27FC236}">
                  <a16:creationId xmlns:a16="http://schemas.microsoft.com/office/drawing/2014/main" id="{ED9718AB-5CCD-47D4-BA5B-DCA054E7B676}"/>
                </a:ext>
              </a:extLst>
            </p:cNvPr>
            <p:cNvSpPr/>
            <p:nvPr/>
          </p:nvSpPr>
          <p:spPr>
            <a:xfrm>
              <a:off x="1354667" y="3683000"/>
              <a:ext cx="4732866" cy="584200"/>
            </a:xfrm>
            <a:custGeom>
              <a:avLst/>
              <a:gdLst>
                <a:gd name="connsiteX0" fmla="*/ 0 w 4732866"/>
                <a:gd name="connsiteY0" fmla="*/ 330200 h 584200"/>
                <a:gd name="connsiteX1" fmla="*/ 262466 w 4732866"/>
                <a:gd name="connsiteY1" fmla="*/ 169333 h 584200"/>
                <a:gd name="connsiteX2" fmla="*/ 575733 w 4732866"/>
                <a:gd name="connsiteY2" fmla="*/ 279400 h 584200"/>
                <a:gd name="connsiteX3" fmla="*/ 905933 w 4732866"/>
                <a:gd name="connsiteY3" fmla="*/ 169333 h 584200"/>
                <a:gd name="connsiteX4" fmla="*/ 1193800 w 4732866"/>
                <a:gd name="connsiteY4" fmla="*/ 296333 h 584200"/>
                <a:gd name="connsiteX5" fmla="*/ 1507066 w 4732866"/>
                <a:gd name="connsiteY5" fmla="*/ 431800 h 584200"/>
                <a:gd name="connsiteX6" fmla="*/ 1794933 w 4732866"/>
                <a:gd name="connsiteY6" fmla="*/ 457200 h 584200"/>
                <a:gd name="connsiteX7" fmla="*/ 2091266 w 4732866"/>
                <a:gd name="connsiteY7" fmla="*/ 423333 h 584200"/>
                <a:gd name="connsiteX8" fmla="*/ 2413000 w 4732866"/>
                <a:gd name="connsiteY8" fmla="*/ 101600 h 584200"/>
                <a:gd name="connsiteX9" fmla="*/ 2667000 w 4732866"/>
                <a:gd name="connsiteY9" fmla="*/ 0 h 584200"/>
                <a:gd name="connsiteX10" fmla="*/ 2971800 w 4732866"/>
                <a:gd name="connsiteY10" fmla="*/ 431800 h 584200"/>
                <a:gd name="connsiteX11" fmla="*/ 3293533 w 4732866"/>
                <a:gd name="connsiteY11" fmla="*/ 567267 h 584200"/>
                <a:gd name="connsiteX12" fmla="*/ 3615266 w 4732866"/>
                <a:gd name="connsiteY12" fmla="*/ 558800 h 584200"/>
                <a:gd name="connsiteX13" fmla="*/ 3911600 w 4732866"/>
                <a:gd name="connsiteY13" fmla="*/ 584200 h 584200"/>
                <a:gd name="connsiteX14" fmla="*/ 4199466 w 4732866"/>
                <a:gd name="connsiteY14" fmla="*/ 440267 h 584200"/>
                <a:gd name="connsiteX15" fmla="*/ 4453466 w 4732866"/>
                <a:gd name="connsiteY15" fmla="*/ 364067 h 584200"/>
                <a:gd name="connsiteX16" fmla="*/ 4732866 w 4732866"/>
                <a:gd name="connsiteY16" fmla="*/ 16933 h 58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732866" h="584200">
                  <a:moveTo>
                    <a:pt x="0" y="330200"/>
                  </a:moveTo>
                  <a:lnTo>
                    <a:pt x="262466" y="169333"/>
                  </a:lnTo>
                  <a:lnTo>
                    <a:pt x="575733" y="279400"/>
                  </a:lnTo>
                  <a:lnTo>
                    <a:pt x="905933" y="169333"/>
                  </a:lnTo>
                  <a:lnTo>
                    <a:pt x="1193800" y="296333"/>
                  </a:lnTo>
                  <a:lnTo>
                    <a:pt x="1507066" y="431800"/>
                  </a:lnTo>
                  <a:lnTo>
                    <a:pt x="1794933" y="457200"/>
                  </a:lnTo>
                  <a:lnTo>
                    <a:pt x="2091266" y="423333"/>
                  </a:lnTo>
                  <a:lnTo>
                    <a:pt x="2413000" y="101600"/>
                  </a:lnTo>
                  <a:lnTo>
                    <a:pt x="2667000" y="0"/>
                  </a:lnTo>
                  <a:lnTo>
                    <a:pt x="2971800" y="431800"/>
                  </a:lnTo>
                  <a:lnTo>
                    <a:pt x="3293533" y="567267"/>
                  </a:lnTo>
                  <a:lnTo>
                    <a:pt x="3615266" y="558800"/>
                  </a:lnTo>
                  <a:lnTo>
                    <a:pt x="3911600" y="584200"/>
                  </a:lnTo>
                  <a:lnTo>
                    <a:pt x="4199466" y="440267"/>
                  </a:lnTo>
                  <a:lnTo>
                    <a:pt x="4453466" y="364067"/>
                  </a:lnTo>
                  <a:lnTo>
                    <a:pt x="4732866" y="16933"/>
                  </a:lnTo>
                </a:path>
              </a:pathLst>
            </a:custGeom>
            <a:ln w="222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C2BEAF07-29E1-4E0A-AD98-44A528D46F68}"/>
              </a:ext>
            </a:extLst>
          </p:cNvPr>
          <p:cNvSpPr txBox="1"/>
          <p:nvPr/>
        </p:nvSpPr>
        <p:spPr>
          <a:xfrm>
            <a:off x="222795" y="2840555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사용량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구성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(DER)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F992A0CF-FD53-4105-99A2-BCAC3A4AE812}"/>
              </a:ext>
            </a:extLst>
          </p:cNvPr>
          <p:cNvGrpSpPr/>
          <p:nvPr/>
        </p:nvGrpSpPr>
        <p:grpSpPr>
          <a:xfrm>
            <a:off x="512960" y="4519346"/>
            <a:ext cx="2088232" cy="254366"/>
            <a:chOff x="766046" y="3528551"/>
            <a:chExt cx="2088232" cy="254366"/>
          </a:xfrm>
        </p:grpSpPr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DCD8F9D2-4BE9-4187-8F1E-9957DBD32782}"/>
                </a:ext>
              </a:extLst>
            </p:cNvPr>
            <p:cNvGrpSpPr/>
            <p:nvPr/>
          </p:nvGrpSpPr>
          <p:grpSpPr>
            <a:xfrm>
              <a:off x="1558134" y="3547722"/>
              <a:ext cx="631876" cy="216024"/>
              <a:chOff x="1187624" y="4744315"/>
              <a:chExt cx="631876" cy="216024"/>
            </a:xfrm>
          </p:grpSpPr>
          <p:sp>
            <p:nvSpPr>
              <p:cNvPr id="121" name="직사각형 120">
                <a:extLst>
                  <a:ext uri="{FF2B5EF4-FFF2-40B4-BE49-F238E27FC236}">
                    <a16:creationId xmlns:a16="http://schemas.microsoft.com/office/drawing/2014/main" id="{85D1B163-F308-4C13-9E54-6336920F0856}"/>
                  </a:ext>
                </a:extLst>
              </p:cNvPr>
              <p:cNvSpPr/>
              <p:nvPr/>
            </p:nvSpPr>
            <p:spPr>
              <a:xfrm>
                <a:off x="118762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3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ESS </a:t>
                </a:r>
                <a:r>
                  <a:rPr lang="ko-KR" altLang="en-US" sz="500" b="1" dirty="0">
                    <a:solidFill>
                      <a:schemeClr val="accent3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사용</a:t>
                </a:r>
              </a:p>
            </p:txBody>
          </p:sp>
          <p:sp>
            <p:nvSpPr>
              <p:cNvPr id="122" name="직사각형 121">
                <a:extLst>
                  <a:ext uri="{FF2B5EF4-FFF2-40B4-BE49-F238E27FC236}">
                    <a16:creationId xmlns:a16="http://schemas.microsoft.com/office/drawing/2014/main" id="{457EC856-9257-4A1C-9E47-5ABC04F7C002}"/>
                  </a:ext>
                </a:extLst>
              </p:cNvPr>
              <p:cNvSpPr/>
              <p:nvPr/>
            </p:nvSpPr>
            <p:spPr>
              <a:xfrm>
                <a:off x="147565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10%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5" name="그룹 114">
              <a:extLst>
                <a:ext uri="{FF2B5EF4-FFF2-40B4-BE49-F238E27FC236}">
                  <a16:creationId xmlns:a16="http://schemas.microsoft.com/office/drawing/2014/main" id="{63C5332A-63BC-415B-9AF8-6D929E320046}"/>
                </a:ext>
              </a:extLst>
            </p:cNvPr>
            <p:cNvGrpSpPr/>
            <p:nvPr/>
          </p:nvGrpSpPr>
          <p:grpSpPr>
            <a:xfrm>
              <a:off x="2278214" y="3528551"/>
              <a:ext cx="576064" cy="254366"/>
              <a:chOff x="1907704" y="4725144"/>
              <a:chExt cx="576064" cy="254366"/>
            </a:xfrm>
          </p:grpSpPr>
          <p:sp>
            <p:nvSpPr>
              <p:cNvPr id="119" name="직사각형 118">
                <a:extLst>
                  <a:ext uri="{FF2B5EF4-FFF2-40B4-BE49-F238E27FC236}">
                    <a16:creationId xmlns:a16="http://schemas.microsoft.com/office/drawing/2014/main" id="{6CA947FB-19A7-4EA8-A25A-93ECA996052A}"/>
                  </a:ext>
                </a:extLst>
              </p:cNvPr>
              <p:cNvSpPr/>
              <p:nvPr/>
            </p:nvSpPr>
            <p:spPr>
              <a:xfrm>
                <a:off x="190770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2">
                        <a:lumMod val="40000"/>
                        <a:lumOff val="6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PV </a:t>
                </a:r>
                <a:r>
                  <a:rPr lang="ko-KR" altLang="en-US" sz="500" b="1" dirty="0">
                    <a:solidFill>
                      <a:schemeClr val="accent2">
                        <a:lumMod val="40000"/>
                        <a:lumOff val="6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사용</a:t>
                </a:r>
              </a:p>
            </p:txBody>
          </p:sp>
          <p:sp>
            <p:nvSpPr>
              <p:cNvPr id="120" name="직사각형 119">
                <a:extLst>
                  <a:ext uri="{FF2B5EF4-FFF2-40B4-BE49-F238E27FC236}">
                    <a16:creationId xmlns:a16="http://schemas.microsoft.com/office/drawing/2014/main" id="{8D983A37-1838-487A-A656-E7DD0843C05D}"/>
                  </a:ext>
                </a:extLst>
              </p:cNvPr>
              <p:cNvSpPr/>
              <p:nvPr/>
            </p:nvSpPr>
            <p:spPr>
              <a:xfrm>
                <a:off x="2213173" y="4725144"/>
                <a:ext cx="270595" cy="254366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9%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6" name="그룹 115">
              <a:extLst>
                <a:ext uri="{FF2B5EF4-FFF2-40B4-BE49-F238E27FC236}">
                  <a16:creationId xmlns:a16="http://schemas.microsoft.com/office/drawing/2014/main" id="{E9452DD6-1779-4C8D-BF9E-621BFE929D70}"/>
                </a:ext>
              </a:extLst>
            </p:cNvPr>
            <p:cNvGrpSpPr/>
            <p:nvPr/>
          </p:nvGrpSpPr>
          <p:grpSpPr>
            <a:xfrm>
              <a:off x="766046" y="3547722"/>
              <a:ext cx="703884" cy="216024"/>
              <a:chOff x="395536" y="4744315"/>
              <a:chExt cx="703884" cy="216024"/>
            </a:xfrm>
          </p:grpSpPr>
          <p:sp>
            <p:nvSpPr>
              <p:cNvPr id="117" name="직사각형 116">
                <a:extLst>
                  <a:ext uri="{FF2B5EF4-FFF2-40B4-BE49-F238E27FC236}">
                    <a16:creationId xmlns:a16="http://schemas.microsoft.com/office/drawing/2014/main" id="{CE38C945-7371-4D4E-9F85-1BDC5426E86E}"/>
                  </a:ext>
                </a:extLst>
              </p:cNvPr>
              <p:cNvSpPr/>
              <p:nvPr/>
            </p:nvSpPr>
            <p:spPr>
              <a:xfrm>
                <a:off x="395536" y="4781396"/>
                <a:ext cx="356537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한전 사용</a:t>
                </a:r>
              </a:p>
            </p:txBody>
          </p:sp>
          <p:sp>
            <p:nvSpPr>
              <p:cNvPr id="118" name="직사각형 117">
                <a:extLst>
                  <a:ext uri="{FF2B5EF4-FFF2-40B4-BE49-F238E27FC236}">
                    <a16:creationId xmlns:a16="http://schemas.microsoft.com/office/drawing/2014/main" id="{2FFF6D7F-6812-4828-89ED-27AB3E94AE6A}"/>
                  </a:ext>
                </a:extLst>
              </p:cNvPr>
              <p:cNvSpPr/>
              <p:nvPr/>
            </p:nvSpPr>
            <p:spPr>
              <a:xfrm>
                <a:off x="75557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rgbClr val="FF0000"/>
                    </a:solidFill>
                    <a:latin typeface="맑은 고딕" pitchFamily="50" charset="-127"/>
                    <a:ea typeface="맑은 고딕" pitchFamily="50" charset="-127"/>
                  </a:rPr>
                  <a:t>81%</a:t>
                </a:r>
                <a:endParaRPr lang="ko-KR" altLang="en-US" sz="10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FB7626DC-0BE0-48BE-8733-EBFA8912AC7B}"/>
              </a:ext>
            </a:extLst>
          </p:cNvPr>
          <p:cNvGrpSpPr/>
          <p:nvPr/>
        </p:nvGrpSpPr>
        <p:grpSpPr>
          <a:xfrm>
            <a:off x="1210790" y="2810709"/>
            <a:ext cx="1673038" cy="254348"/>
            <a:chOff x="6419190" y="4725153"/>
            <a:chExt cx="1673038" cy="254348"/>
          </a:xfrm>
        </p:grpSpPr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676CE03A-FB8B-4383-B3CB-14BB46D8F3EF}"/>
                </a:ext>
              </a:extLst>
            </p:cNvPr>
            <p:cNvSpPr/>
            <p:nvPr/>
          </p:nvSpPr>
          <p:spPr>
            <a:xfrm>
              <a:off x="7139098" y="4776288"/>
              <a:ext cx="390541" cy="18233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071A8EE2-4490-4B99-942C-0FB01425840E}"/>
                </a:ext>
              </a:extLst>
            </p:cNvPr>
            <p:cNvSpPr/>
            <p:nvPr/>
          </p:nvSpPr>
          <p:spPr>
            <a:xfrm>
              <a:off x="7494198" y="4725153"/>
              <a:ext cx="462178" cy="25434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900</a:t>
              </a:r>
              <a:endParaRPr lang="ko-KR" altLang="en-US" sz="1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C4922241-0799-457E-A331-584B25A20B3C}"/>
                </a:ext>
              </a:extLst>
            </p:cNvPr>
            <p:cNvSpPr/>
            <p:nvPr/>
          </p:nvSpPr>
          <p:spPr>
            <a:xfrm>
              <a:off x="7876204" y="4795451"/>
              <a:ext cx="216024" cy="144013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4769895E-4040-40AE-A7F6-FC257D000FAC}"/>
                </a:ext>
              </a:extLst>
            </p:cNvPr>
            <p:cNvSpPr/>
            <p:nvPr/>
          </p:nvSpPr>
          <p:spPr>
            <a:xfrm>
              <a:off x="6419190" y="4775713"/>
              <a:ext cx="725954" cy="18235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YYYY-MM-DD hh:mm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CF1D8DCD-6519-44D7-B38C-89402B2513C3}"/>
              </a:ext>
            </a:extLst>
          </p:cNvPr>
          <p:cNvGrpSpPr/>
          <p:nvPr/>
        </p:nvGrpSpPr>
        <p:grpSpPr>
          <a:xfrm>
            <a:off x="7354339" y="1196752"/>
            <a:ext cx="943186" cy="181080"/>
            <a:chOff x="5772819" y="420208"/>
            <a:chExt cx="943186" cy="207079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038B6921-08F5-4E82-B777-2D4B4369B4D5}"/>
                </a:ext>
              </a:extLst>
            </p:cNvPr>
            <p:cNvSpPr txBox="1"/>
            <p:nvPr/>
          </p:nvSpPr>
          <p:spPr>
            <a:xfrm>
              <a:off x="5772819" y="420208"/>
              <a:ext cx="943186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군관리로 돌아가기</a:t>
              </a:r>
            </a:p>
          </p:txBody>
        </p:sp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EDF61E98-2544-4850-8CFA-B38B7C8E24CB}"/>
                </a:ext>
              </a:extLst>
            </p:cNvPr>
            <p:cNvSpPr/>
            <p:nvPr/>
          </p:nvSpPr>
          <p:spPr>
            <a:xfrm>
              <a:off x="5797598" y="454187"/>
              <a:ext cx="893629" cy="173100"/>
            </a:xfrm>
            <a:prstGeom prst="round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1" name="말풍선: 사각형 130">
            <a:extLst>
              <a:ext uri="{FF2B5EF4-FFF2-40B4-BE49-F238E27FC236}">
                <a16:creationId xmlns:a16="http://schemas.microsoft.com/office/drawing/2014/main" id="{1F4A2584-477E-4D99-8B50-A7F8FE7F69D4}"/>
              </a:ext>
            </a:extLst>
          </p:cNvPr>
          <p:cNvSpPr/>
          <p:nvPr/>
        </p:nvSpPr>
        <p:spPr>
          <a:xfrm>
            <a:off x="3657131" y="2616085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90B9AB95-17F4-4035-B5AC-1342E5A3C398}"/>
              </a:ext>
            </a:extLst>
          </p:cNvPr>
          <p:cNvSpPr/>
          <p:nvPr/>
        </p:nvSpPr>
        <p:spPr>
          <a:xfrm>
            <a:off x="3073112" y="4138270"/>
            <a:ext cx="599739" cy="307364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E629848E-07A0-4734-88F3-EA2E6E887EFF}"/>
              </a:ext>
            </a:extLst>
          </p:cNvPr>
          <p:cNvSpPr/>
          <p:nvPr/>
        </p:nvSpPr>
        <p:spPr>
          <a:xfrm>
            <a:off x="3723621" y="4145558"/>
            <a:ext cx="599739" cy="292788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0746F83A-1DDC-4D37-A469-D684FB61CA74}"/>
              </a:ext>
            </a:extLst>
          </p:cNvPr>
          <p:cNvSpPr/>
          <p:nvPr/>
        </p:nvSpPr>
        <p:spPr>
          <a:xfrm>
            <a:off x="4374130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F5B3B89A-3054-4ADF-86AA-452CC5FF720D}"/>
              </a:ext>
            </a:extLst>
          </p:cNvPr>
          <p:cNvSpPr/>
          <p:nvPr/>
        </p:nvSpPr>
        <p:spPr>
          <a:xfrm>
            <a:off x="5024639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41BAA6F0-79D1-4676-8896-19BC5BBBB238}"/>
              </a:ext>
            </a:extLst>
          </p:cNvPr>
          <p:cNvSpPr/>
          <p:nvPr/>
        </p:nvSpPr>
        <p:spPr>
          <a:xfrm>
            <a:off x="3073112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사각형: 둥근 모서리 136">
            <a:extLst>
              <a:ext uri="{FF2B5EF4-FFF2-40B4-BE49-F238E27FC236}">
                <a16:creationId xmlns:a16="http://schemas.microsoft.com/office/drawing/2014/main" id="{8A7F9969-F7A2-4960-A4B3-B33E2AF8FA44}"/>
              </a:ext>
            </a:extLst>
          </p:cNvPr>
          <p:cNvSpPr/>
          <p:nvPr/>
        </p:nvSpPr>
        <p:spPr>
          <a:xfrm>
            <a:off x="3723621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사각형: 둥근 모서리 137">
            <a:extLst>
              <a:ext uri="{FF2B5EF4-FFF2-40B4-BE49-F238E27FC236}">
                <a16:creationId xmlns:a16="http://schemas.microsoft.com/office/drawing/2014/main" id="{2AC3D3A0-8D1D-45D6-BB76-49B845C7F76C}"/>
              </a:ext>
            </a:extLst>
          </p:cNvPr>
          <p:cNvSpPr/>
          <p:nvPr/>
        </p:nvSpPr>
        <p:spPr>
          <a:xfrm>
            <a:off x="4374130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사각형: 둥근 모서리 138">
            <a:extLst>
              <a:ext uri="{FF2B5EF4-FFF2-40B4-BE49-F238E27FC236}">
                <a16:creationId xmlns:a16="http://schemas.microsoft.com/office/drawing/2014/main" id="{2D4023E6-BFA8-420B-BF10-34E5DCCA2BEE}"/>
              </a:ext>
            </a:extLst>
          </p:cNvPr>
          <p:cNvSpPr/>
          <p:nvPr/>
        </p:nvSpPr>
        <p:spPr>
          <a:xfrm>
            <a:off x="5024639" y="4478797"/>
            <a:ext cx="599739" cy="307364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8181A669-3BC5-4774-AD11-6550AE97E8B8}"/>
              </a:ext>
            </a:extLst>
          </p:cNvPr>
          <p:cNvSpPr txBox="1"/>
          <p:nvPr/>
        </p:nvSpPr>
        <p:spPr>
          <a:xfrm>
            <a:off x="3018000" y="410536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72D79BBC-EA2B-4585-B975-87492F99092E}"/>
              </a:ext>
            </a:extLst>
          </p:cNvPr>
          <p:cNvSpPr txBox="1"/>
          <p:nvPr/>
        </p:nvSpPr>
        <p:spPr>
          <a:xfrm>
            <a:off x="3180791" y="4218984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C77703D0-D0C7-46A4-9C26-B19BDEBFE043}"/>
              </a:ext>
            </a:extLst>
          </p:cNvPr>
          <p:cNvSpPr txBox="1"/>
          <p:nvPr/>
        </p:nvSpPr>
        <p:spPr>
          <a:xfrm>
            <a:off x="3179049" y="4305768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F466CF74-8CA8-4605-B29C-1A90B21C9311}"/>
              </a:ext>
            </a:extLst>
          </p:cNvPr>
          <p:cNvSpPr txBox="1"/>
          <p:nvPr/>
        </p:nvSpPr>
        <p:spPr>
          <a:xfrm>
            <a:off x="2980670" y="4217298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7D963E90-8F15-4588-80B4-400D17E55314}"/>
              </a:ext>
            </a:extLst>
          </p:cNvPr>
          <p:cNvSpPr txBox="1"/>
          <p:nvPr/>
        </p:nvSpPr>
        <p:spPr>
          <a:xfrm>
            <a:off x="2975456" y="4307743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D0A6385F-2C74-4BD7-B8E1-080D573446F0}"/>
              </a:ext>
            </a:extLst>
          </p:cNvPr>
          <p:cNvSpPr txBox="1"/>
          <p:nvPr/>
        </p:nvSpPr>
        <p:spPr>
          <a:xfrm>
            <a:off x="3829581" y="4214743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6AE199BD-2A66-4043-9C23-29140A2289FD}"/>
              </a:ext>
            </a:extLst>
          </p:cNvPr>
          <p:cNvSpPr txBox="1"/>
          <p:nvPr/>
        </p:nvSpPr>
        <p:spPr>
          <a:xfrm>
            <a:off x="3827839" y="4301527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AE696A1F-5E0A-4AD0-8515-A223D75ECB6C}"/>
              </a:ext>
            </a:extLst>
          </p:cNvPr>
          <p:cNvSpPr txBox="1"/>
          <p:nvPr/>
        </p:nvSpPr>
        <p:spPr>
          <a:xfrm>
            <a:off x="3629460" y="4204329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659C2E1D-7769-4DB4-B98E-27F31F7C039D}"/>
              </a:ext>
            </a:extLst>
          </p:cNvPr>
          <p:cNvSpPr txBox="1"/>
          <p:nvPr/>
        </p:nvSpPr>
        <p:spPr>
          <a:xfrm>
            <a:off x="3624246" y="4306434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80AD5206-EE5E-4369-9D34-D1C6C45DB806}"/>
              </a:ext>
            </a:extLst>
          </p:cNvPr>
          <p:cNvSpPr txBox="1"/>
          <p:nvPr/>
        </p:nvSpPr>
        <p:spPr>
          <a:xfrm>
            <a:off x="3674559" y="4115684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PCS_2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3A56B298-C36B-4FC9-B4D9-7E7A014D4B02}"/>
              </a:ext>
            </a:extLst>
          </p:cNvPr>
          <p:cNvGrpSpPr/>
          <p:nvPr/>
        </p:nvGrpSpPr>
        <p:grpSpPr>
          <a:xfrm>
            <a:off x="4271903" y="4105535"/>
            <a:ext cx="805559" cy="374585"/>
            <a:chOff x="4135417" y="5220442"/>
            <a:chExt cx="805559" cy="374585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EC690CCE-429F-4C2A-B270-1F29C65220B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0B6BE3D5-2AFC-48EF-9C42-B2AB5CA57F40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E65B4815-0C9A-4596-8E7F-87AE78C524CE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B6A1C69B-CC94-4B5A-9BF5-A420EAA590C0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C4D4A4A4-E86C-4B7D-A014-C063D2B4302A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AAC1DAA0-5BE5-4009-99E0-E7250B030DE5}"/>
              </a:ext>
            </a:extLst>
          </p:cNvPr>
          <p:cNvGrpSpPr/>
          <p:nvPr/>
        </p:nvGrpSpPr>
        <p:grpSpPr>
          <a:xfrm>
            <a:off x="4928848" y="4105535"/>
            <a:ext cx="805559" cy="374585"/>
            <a:chOff x="4135417" y="5220442"/>
            <a:chExt cx="805559" cy="374585"/>
          </a:xfrm>
        </p:grpSpPr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2FA9600-1469-4BC5-889F-0C97A12704F4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0573636-5F6F-4B5D-A43E-30AC002AFB54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C91C3ADA-03EF-471D-8D5E-97B3BEE1230C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0435AC8-4ED7-475A-AA8E-0E04E801E2E1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CC7249A9-517A-4B4A-ABB6-2E81BCF77830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B1AEFCF0-0453-4ADD-AC0E-FADB62085339}"/>
              </a:ext>
            </a:extLst>
          </p:cNvPr>
          <p:cNvGrpSpPr/>
          <p:nvPr/>
        </p:nvGrpSpPr>
        <p:grpSpPr>
          <a:xfrm>
            <a:off x="2987545" y="4447583"/>
            <a:ext cx="776403" cy="451529"/>
            <a:chOff x="4137026" y="5220442"/>
            <a:chExt cx="542695" cy="451529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4233288C-DD47-48B7-8AEE-FAFBBD3AFA7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BFFB1ECC-AEE7-46C2-962C-C9DB9B60996B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05E3CECA-1BBA-4E4E-8F6C-56419E3B3478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sp>
        <p:nvSpPr>
          <p:cNvPr id="166" name="사각형: 둥근 모서리 165">
            <a:extLst>
              <a:ext uri="{FF2B5EF4-FFF2-40B4-BE49-F238E27FC236}">
                <a16:creationId xmlns:a16="http://schemas.microsoft.com/office/drawing/2014/main" id="{59EB8A80-C789-4765-8155-EF2C30DBCA9A}"/>
              </a:ext>
            </a:extLst>
          </p:cNvPr>
          <p:cNvSpPr/>
          <p:nvPr/>
        </p:nvSpPr>
        <p:spPr>
          <a:xfrm>
            <a:off x="3718638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사각형: 둥근 모서리 166">
            <a:extLst>
              <a:ext uri="{FF2B5EF4-FFF2-40B4-BE49-F238E27FC236}">
                <a16:creationId xmlns:a16="http://schemas.microsoft.com/office/drawing/2014/main" id="{EB390EBF-8C9F-4C69-94B4-1A70E89C0E89}"/>
              </a:ext>
            </a:extLst>
          </p:cNvPr>
          <p:cNvSpPr/>
          <p:nvPr/>
        </p:nvSpPr>
        <p:spPr>
          <a:xfrm>
            <a:off x="4369147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15F6E3FF-6980-4C0B-AE99-84D9F9180178}"/>
              </a:ext>
            </a:extLst>
          </p:cNvPr>
          <p:cNvSpPr/>
          <p:nvPr/>
        </p:nvSpPr>
        <p:spPr>
          <a:xfrm>
            <a:off x="5019656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사각형: 둥근 모서리 168">
            <a:extLst>
              <a:ext uri="{FF2B5EF4-FFF2-40B4-BE49-F238E27FC236}">
                <a16:creationId xmlns:a16="http://schemas.microsoft.com/office/drawing/2014/main" id="{41E73680-F486-4E02-B356-683B3E003EAB}"/>
              </a:ext>
            </a:extLst>
          </p:cNvPr>
          <p:cNvSpPr/>
          <p:nvPr/>
        </p:nvSpPr>
        <p:spPr>
          <a:xfrm>
            <a:off x="3079907" y="4831035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135BCD2D-0C8F-42BB-92B2-A78CFF61817C}"/>
              </a:ext>
            </a:extLst>
          </p:cNvPr>
          <p:cNvGrpSpPr/>
          <p:nvPr/>
        </p:nvGrpSpPr>
        <p:grpSpPr>
          <a:xfrm>
            <a:off x="5779878" y="2893179"/>
            <a:ext cx="2492869" cy="314700"/>
            <a:chOff x="475933" y="4908190"/>
            <a:chExt cx="2804731" cy="314700"/>
          </a:xfrm>
        </p:grpSpPr>
        <p:sp>
          <p:nvSpPr>
            <p:cNvPr id="171" name="직사각형 170">
              <a:extLst>
                <a:ext uri="{FF2B5EF4-FFF2-40B4-BE49-F238E27FC236}">
                  <a16:creationId xmlns:a16="http://schemas.microsoft.com/office/drawing/2014/main" id="{4F9B228F-73DD-4E8A-BDFC-886AB4E4DA6B}"/>
                </a:ext>
              </a:extLst>
            </p:cNvPr>
            <p:cNvSpPr/>
            <p:nvPr/>
          </p:nvSpPr>
          <p:spPr>
            <a:xfrm>
              <a:off x="475933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ESS</a:t>
              </a:r>
              <a:r>
                <a:rPr lang="ko-KR" altLang="en-US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9B9BDAA6-6EBC-497D-9AA3-1125E3361C67}"/>
                </a:ext>
              </a:extLst>
            </p:cNvPr>
            <p:cNvSpPr/>
            <p:nvPr/>
          </p:nvSpPr>
          <p:spPr>
            <a:xfrm>
              <a:off x="753539" y="4915601"/>
              <a:ext cx="606962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3" name="직사각형 172">
              <a:extLst>
                <a:ext uri="{FF2B5EF4-FFF2-40B4-BE49-F238E27FC236}">
                  <a16:creationId xmlns:a16="http://schemas.microsoft.com/office/drawing/2014/main" id="{BBABC023-E1AB-4965-B8E5-23F634C42D1A}"/>
                </a:ext>
              </a:extLst>
            </p:cNvPr>
            <p:cNvSpPr/>
            <p:nvPr/>
          </p:nvSpPr>
          <p:spPr>
            <a:xfrm>
              <a:off x="1098838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DR</a:t>
              </a:r>
              <a:r>
                <a:rPr lang="ko-KR" altLang="en-US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CF9832C7-CF19-48EB-8203-1F947A6F14B3}"/>
                </a:ext>
              </a:extLst>
            </p:cNvPr>
            <p:cNvSpPr/>
            <p:nvPr/>
          </p:nvSpPr>
          <p:spPr>
            <a:xfrm>
              <a:off x="1364833" y="4915601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25,000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2E8D2295-1A56-4F82-82A3-C3F700874FFF}"/>
                </a:ext>
              </a:extLst>
            </p:cNvPr>
            <p:cNvSpPr/>
            <p:nvPr/>
          </p:nvSpPr>
          <p:spPr>
            <a:xfrm>
              <a:off x="2134425" y="4934890"/>
              <a:ext cx="825695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4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전체 수익</a:t>
              </a: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0AF78589-4F47-4328-81B7-B593D888BD8E}"/>
                </a:ext>
              </a:extLst>
            </p:cNvPr>
            <p:cNvSpPr/>
            <p:nvPr/>
          </p:nvSpPr>
          <p:spPr>
            <a:xfrm>
              <a:off x="2615847" y="4921226"/>
              <a:ext cx="664817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120,000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846B7C7C-7656-4007-A81D-A45FD0242D07}"/>
                </a:ext>
              </a:extLst>
            </p:cNvPr>
            <p:cNvSpPr/>
            <p:nvPr/>
          </p:nvSpPr>
          <p:spPr>
            <a:xfrm>
              <a:off x="1708458" y="4921854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PV</a:t>
              </a:r>
              <a:r>
                <a:rPr lang="ko-KR" altLang="en-US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FC0304E2-615C-4689-BCD1-61865965A73A}"/>
                </a:ext>
              </a:extLst>
            </p:cNvPr>
            <p:cNvSpPr/>
            <p:nvPr/>
          </p:nvSpPr>
          <p:spPr>
            <a:xfrm>
              <a:off x="1972163" y="4908190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pic>
        <p:nvPicPr>
          <p:cNvPr id="179" name="그림 178">
            <a:extLst>
              <a:ext uri="{FF2B5EF4-FFF2-40B4-BE49-F238E27FC236}">
                <a16:creationId xmlns:a16="http://schemas.microsoft.com/office/drawing/2014/main" id="{43F49AA6-A334-423D-8A9A-9ACFF614386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623" y="4914501"/>
            <a:ext cx="2540384" cy="1109333"/>
          </a:xfrm>
          <a:prstGeom prst="rect">
            <a:avLst/>
          </a:prstGeom>
        </p:spPr>
      </p:pic>
      <p:pic>
        <p:nvPicPr>
          <p:cNvPr id="180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14E0CEB-2990-4BB9-BC98-4FEF770551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3240" y="875775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EC79ED2B-6574-420F-89F8-A71ADF751787}"/>
              </a:ext>
            </a:extLst>
          </p:cNvPr>
          <p:cNvSpPr/>
          <p:nvPr/>
        </p:nvSpPr>
        <p:spPr>
          <a:xfrm>
            <a:off x="6295753" y="2514956"/>
            <a:ext cx="115200" cy="14389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82" name="그룹 181">
            <a:extLst>
              <a:ext uri="{FF2B5EF4-FFF2-40B4-BE49-F238E27FC236}">
                <a16:creationId xmlns:a16="http://schemas.microsoft.com/office/drawing/2014/main" id="{FD473941-BF61-48C9-8179-82061C4044E5}"/>
              </a:ext>
            </a:extLst>
          </p:cNvPr>
          <p:cNvGrpSpPr/>
          <p:nvPr/>
        </p:nvGrpSpPr>
        <p:grpSpPr>
          <a:xfrm>
            <a:off x="6129387" y="3492583"/>
            <a:ext cx="1912013" cy="1068681"/>
            <a:chOff x="1180851" y="2959945"/>
            <a:chExt cx="7495605" cy="1884776"/>
          </a:xfrm>
        </p:grpSpPr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5297A632-8D76-4413-BFA5-80A9A0ADF9FF}"/>
                </a:ext>
              </a:extLst>
            </p:cNvPr>
            <p:cNvCxnSpPr/>
            <p:nvPr/>
          </p:nvCxnSpPr>
          <p:spPr>
            <a:xfrm>
              <a:off x="1187624" y="2959945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058D1019-8005-4550-8580-DFEE8C3A80A8}"/>
                </a:ext>
              </a:extLst>
            </p:cNvPr>
            <p:cNvCxnSpPr/>
            <p:nvPr/>
          </p:nvCxnSpPr>
          <p:spPr>
            <a:xfrm>
              <a:off x="1187624" y="393586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E413EEB1-D051-4A19-BC80-FDDD0B41977E}"/>
                </a:ext>
              </a:extLst>
            </p:cNvPr>
            <p:cNvGrpSpPr/>
            <p:nvPr/>
          </p:nvGrpSpPr>
          <p:grpSpPr>
            <a:xfrm flipH="1" flipV="1">
              <a:off x="4357435" y="3939476"/>
              <a:ext cx="2688227" cy="652703"/>
              <a:chOff x="1501760" y="2998490"/>
              <a:chExt cx="2520272" cy="1366614"/>
            </a:xfrm>
          </p:grpSpPr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BCA1AC6C-1F91-464B-B1C8-D7EB0F8D3EAF}"/>
                  </a:ext>
                </a:extLst>
              </p:cNvPr>
              <p:cNvSpPr/>
              <p:nvPr/>
            </p:nvSpPr>
            <p:spPr>
              <a:xfrm>
                <a:off x="1501760" y="4217882"/>
                <a:ext cx="72000" cy="14722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9078715B-7713-434A-8207-2B41F4B55AEB}"/>
                  </a:ext>
                </a:extLst>
              </p:cNvPr>
              <p:cNvSpPr/>
              <p:nvPr/>
            </p:nvSpPr>
            <p:spPr>
              <a:xfrm>
                <a:off x="3950032" y="2998490"/>
                <a:ext cx="72000" cy="1366614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688336F9-CA83-4B0A-97CD-FC10888F38C4}"/>
                  </a:ext>
                </a:extLst>
              </p:cNvPr>
              <p:cNvSpPr/>
              <p:nvPr/>
            </p:nvSpPr>
            <p:spPr>
              <a:xfrm>
                <a:off x="3638317" y="3069104"/>
                <a:ext cx="72000" cy="129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A6A2EB2C-A211-44BC-8790-B5520645BF4A}"/>
                  </a:ext>
                </a:extLst>
              </p:cNvPr>
              <p:cNvSpPr/>
              <p:nvPr/>
            </p:nvSpPr>
            <p:spPr>
              <a:xfrm>
                <a:off x="3327361" y="3214514"/>
                <a:ext cx="72000" cy="115059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9" name="직사각형 208">
                <a:extLst>
                  <a:ext uri="{FF2B5EF4-FFF2-40B4-BE49-F238E27FC236}">
                    <a16:creationId xmlns:a16="http://schemas.microsoft.com/office/drawing/2014/main" id="{CA7F3D98-C544-486E-8CA1-EE0B9E35A7BF}"/>
                  </a:ext>
                </a:extLst>
              </p:cNvPr>
              <p:cNvSpPr/>
              <p:nvPr/>
            </p:nvSpPr>
            <p:spPr>
              <a:xfrm>
                <a:off x="3013928" y="3575612"/>
                <a:ext cx="72000" cy="78949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0" name="직사각형 209">
                <a:extLst>
                  <a:ext uri="{FF2B5EF4-FFF2-40B4-BE49-F238E27FC236}">
                    <a16:creationId xmlns:a16="http://schemas.microsoft.com/office/drawing/2014/main" id="{B6B16C4C-8696-45AA-B7B0-0D49A0DEF837}"/>
                  </a:ext>
                </a:extLst>
              </p:cNvPr>
              <p:cNvSpPr/>
              <p:nvPr/>
            </p:nvSpPr>
            <p:spPr>
              <a:xfrm>
                <a:off x="2748848" y="3681104"/>
                <a:ext cx="72000" cy="684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1" name="직사각형 210">
                <a:extLst>
                  <a:ext uri="{FF2B5EF4-FFF2-40B4-BE49-F238E27FC236}">
                    <a16:creationId xmlns:a16="http://schemas.microsoft.com/office/drawing/2014/main" id="{D0586B7C-49A9-4783-AFDB-707E566A121E}"/>
                  </a:ext>
                </a:extLst>
              </p:cNvPr>
              <p:cNvSpPr/>
              <p:nvPr/>
            </p:nvSpPr>
            <p:spPr>
              <a:xfrm>
                <a:off x="2437864" y="3807104"/>
                <a:ext cx="72000" cy="558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2" name="직사각형 211">
                <a:extLst>
                  <a:ext uri="{FF2B5EF4-FFF2-40B4-BE49-F238E27FC236}">
                    <a16:creationId xmlns:a16="http://schemas.microsoft.com/office/drawing/2014/main" id="{C61D6DB3-D088-4927-9259-CB72F1CF7619}"/>
                  </a:ext>
                </a:extLst>
              </p:cNvPr>
              <p:cNvSpPr/>
              <p:nvPr/>
            </p:nvSpPr>
            <p:spPr>
              <a:xfrm>
                <a:off x="2123923" y="3862586"/>
                <a:ext cx="72000" cy="502518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3" name="직사각형 212">
                <a:extLst>
                  <a:ext uri="{FF2B5EF4-FFF2-40B4-BE49-F238E27FC236}">
                    <a16:creationId xmlns:a16="http://schemas.microsoft.com/office/drawing/2014/main" id="{DFDB1911-71F3-49B8-863F-14746A7516F2}"/>
                  </a:ext>
                </a:extLst>
              </p:cNvPr>
              <p:cNvSpPr/>
              <p:nvPr/>
            </p:nvSpPr>
            <p:spPr>
              <a:xfrm>
                <a:off x="1789792" y="4059104"/>
                <a:ext cx="72000" cy="30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3953643F-A9F7-411D-AA50-FF0D1AB34ECF}"/>
                </a:ext>
              </a:extLst>
            </p:cNvPr>
            <p:cNvGrpSpPr/>
            <p:nvPr/>
          </p:nvGrpSpPr>
          <p:grpSpPr>
            <a:xfrm>
              <a:off x="1403648" y="3249056"/>
              <a:ext cx="2520272" cy="684000"/>
              <a:chOff x="1403648" y="2780928"/>
              <a:chExt cx="2520272" cy="1584176"/>
            </a:xfrm>
          </p:grpSpPr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6C46D95A-660C-4D11-A54D-70399BC51AC3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6" name="직사각형 195">
                <a:extLst>
                  <a:ext uri="{FF2B5EF4-FFF2-40B4-BE49-F238E27FC236}">
                    <a16:creationId xmlns:a16="http://schemas.microsoft.com/office/drawing/2014/main" id="{082EE49D-B264-4A80-BAD1-3D64BEC5AEC7}"/>
                  </a:ext>
                </a:extLst>
              </p:cNvPr>
              <p:cNvSpPr/>
              <p:nvPr/>
            </p:nvSpPr>
            <p:spPr>
              <a:xfrm>
                <a:off x="3540205" y="2998490"/>
                <a:ext cx="72000" cy="1366614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37D78823-F075-4FAE-AED2-4DE7B68EA197}"/>
                  </a:ext>
                </a:extLst>
              </p:cNvPr>
              <p:cNvSpPr/>
              <p:nvPr/>
            </p:nvSpPr>
            <p:spPr>
              <a:xfrm>
                <a:off x="3229249" y="3249104"/>
                <a:ext cx="72000" cy="111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BFB32461-A552-4A84-94ED-DA4AA9F22AD7}"/>
                  </a:ext>
                </a:extLst>
              </p:cNvPr>
              <p:cNvSpPr/>
              <p:nvPr/>
            </p:nvSpPr>
            <p:spPr>
              <a:xfrm>
                <a:off x="2915816" y="3429104"/>
                <a:ext cx="72000" cy="93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4272D41-0E55-4D56-8B57-0978599154E8}"/>
                  </a:ext>
                </a:extLst>
              </p:cNvPr>
              <p:cNvSpPr/>
              <p:nvPr/>
            </p:nvSpPr>
            <p:spPr>
              <a:xfrm>
                <a:off x="2650736" y="3575612"/>
                <a:ext cx="72000" cy="789492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0" name="직사각형 199">
                <a:extLst>
                  <a:ext uri="{FF2B5EF4-FFF2-40B4-BE49-F238E27FC236}">
                    <a16:creationId xmlns:a16="http://schemas.microsoft.com/office/drawing/2014/main" id="{B8D08766-A3DB-4A29-8EF5-455529FAFC37}"/>
                  </a:ext>
                </a:extLst>
              </p:cNvPr>
              <p:cNvSpPr/>
              <p:nvPr/>
            </p:nvSpPr>
            <p:spPr>
              <a:xfrm>
                <a:off x="2339752" y="3753104"/>
                <a:ext cx="72000" cy="61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536E4E37-A260-4AA1-8329-EF4DDFE34BDA}"/>
                  </a:ext>
                </a:extLst>
              </p:cNvPr>
              <p:cNvSpPr/>
              <p:nvPr/>
            </p:nvSpPr>
            <p:spPr>
              <a:xfrm>
                <a:off x="2025811" y="3933104"/>
                <a:ext cx="72000" cy="43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BAB0C819-F882-4365-8896-22B03D631E48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3" name="직사각형 202">
                <a:extLst>
                  <a:ext uri="{FF2B5EF4-FFF2-40B4-BE49-F238E27FC236}">
                    <a16:creationId xmlns:a16="http://schemas.microsoft.com/office/drawing/2014/main" id="{C0AE4F41-19B3-4BEC-8BE1-6E70AF64D69F}"/>
                  </a:ext>
                </a:extLst>
              </p:cNvPr>
              <p:cNvSpPr/>
              <p:nvPr/>
            </p:nvSpPr>
            <p:spPr>
              <a:xfrm>
                <a:off x="3851920" y="2780928"/>
                <a:ext cx="72000" cy="1584176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098903C7-6FB9-4D40-89CF-A699D3CF773C}"/>
                </a:ext>
              </a:extLst>
            </p:cNvPr>
            <p:cNvGrpSpPr/>
            <p:nvPr/>
          </p:nvGrpSpPr>
          <p:grpSpPr>
            <a:xfrm>
              <a:off x="7308297" y="3782267"/>
              <a:ext cx="353772" cy="155437"/>
              <a:chOff x="1403648" y="4005104"/>
              <a:chExt cx="360032" cy="360000"/>
            </a:xfrm>
          </p:grpSpPr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B165E73C-A702-40DB-AB01-0F97690C5A9E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76EB4218-38E7-417E-A420-EDB2D961423C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12F8E0E9-448B-40C9-9817-96D0A9B946B4}"/>
                </a:ext>
              </a:extLst>
            </p:cNvPr>
            <p:cNvCxnSpPr/>
            <p:nvPr/>
          </p:nvCxnSpPr>
          <p:spPr>
            <a:xfrm>
              <a:off x="1180851" y="4316387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60C2A40F-0989-4F07-92AC-0BBE5B5D8858}"/>
                </a:ext>
              </a:extLst>
            </p:cNvPr>
            <p:cNvCxnSpPr/>
            <p:nvPr/>
          </p:nvCxnSpPr>
          <p:spPr>
            <a:xfrm>
              <a:off x="1180851" y="3376982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직선 연결선 189">
              <a:extLst>
                <a:ext uri="{FF2B5EF4-FFF2-40B4-BE49-F238E27FC236}">
                  <a16:creationId xmlns:a16="http://schemas.microsoft.com/office/drawing/2014/main" id="{AD647268-14CB-4374-87C8-796B48FC7344}"/>
                </a:ext>
              </a:extLst>
            </p:cNvPr>
            <p:cNvCxnSpPr/>
            <p:nvPr/>
          </p:nvCxnSpPr>
          <p:spPr>
            <a:xfrm>
              <a:off x="1180851" y="484472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자유형 33">
              <a:extLst>
                <a:ext uri="{FF2B5EF4-FFF2-40B4-BE49-F238E27FC236}">
                  <a16:creationId xmlns:a16="http://schemas.microsoft.com/office/drawing/2014/main" id="{75DD9915-21D8-4F93-BC49-03706A2768AE}"/>
                </a:ext>
              </a:extLst>
            </p:cNvPr>
            <p:cNvSpPr/>
            <p:nvPr/>
          </p:nvSpPr>
          <p:spPr>
            <a:xfrm flipH="1" flipV="1">
              <a:off x="4353593" y="3937702"/>
              <a:ext cx="2689623" cy="68400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92" name="자유형 83">
              <a:extLst>
                <a:ext uri="{FF2B5EF4-FFF2-40B4-BE49-F238E27FC236}">
                  <a16:creationId xmlns:a16="http://schemas.microsoft.com/office/drawing/2014/main" id="{23ACAE22-5A7B-4C06-8EA8-A27039494D79}"/>
                </a:ext>
              </a:extLst>
            </p:cNvPr>
            <p:cNvSpPr/>
            <p:nvPr/>
          </p:nvSpPr>
          <p:spPr>
            <a:xfrm>
              <a:off x="1397086" y="3160835"/>
              <a:ext cx="2742866" cy="770368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F32BCDB-16C3-417B-9670-993A79916E05}"/>
              </a:ext>
            </a:extLst>
          </p:cNvPr>
          <p:cNvGrpSpPr/>
          <p:nvPr/>
        </p:nvGrpSpPr>
        <p:grpSpPr>
          <a:xfrm>
            <a:off x="3188979" y="5347287"/>
            <a:ext cx="2430416" cy="190268"/>
            <a:chOff x="3418761" y="4940755"/>
            <a:chExt cx="2430416" cy="190268"/>
          </a:xfrm>
        </p:grpSpPr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DC959AD5-B9EE-4568-A7C6-408C224231D0}"/>
                </a:ext>
              </a:extLst>
            </p:cNvPr>
            <p:cNvGrpSpPr/>
            <p:nvPr/>
          </p:nvGrpSpPr>
          <p:grpSpPr>
            <a:xfrm>
              <a:off x="3418761" y="4940755"/>
              <a:ext cx="1835844" cy="184666"/>
              <a:chOff x="3535608" y="4989368"/>
              <a:chExt cx="1835844" cy="184666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7650601B-1BD7-4088-88DF-3352D5BF31D2}"/>
                  </a:ext>
                </a:extLst>
              </p:cNvPr>
              <p:cNvSpPr/>
              <p:nvPr/>
            </p:nvSpPr>
            <p:spPr>
              <a:xfrm>
                <a:off x="3535608" y="5016742"/>
                <a:ext cx="257502" cy="129918"/>
              </a:xfrm>
              <a:prstGeom prst="round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F72EA73D-AC73-4521-B5C1-06B1173E0AF5}"/>
                  </a:ext>
                </a:extLst>
              </p:cNvPr>
              <p:cNvSpPr txBox="1"/>
              <p:nvPr/>
            </p:nvSpPr>
            <p:spPr>
              <a:xfrm>
                <a:off x="369425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PCS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0" name="사각형: 둥근 모서리 219">
                <a:extLst>
                  <a:ext uri="{FF2B5EF4-FFF2-40B4-BE49-F238E27FC236}">
                    <a16:creationId xmlns:a16="http://schemas.microsoft.com/office/drawing/2014/main" id="{8CF6A5A7-4EB6-4461-A989-51960F4FF31B}"/>
                  </a:ext>
                </a:extLst>
              </p:cNvPr>
              <p:cNvSpPr/>
              <p:nvPr/>
            </p:nvSpPr>
            <p:spPr>
              <a:xfrm>
                <a:off x="4158568" y="5016742"/>
                <a:ext cx="257502" cy="129918"/>
              </a:xfrm>
              <a:prstGeom prst="roundRect">
                <a:avLst/>
              </a:prstGeom>
              <a:solidFill>
                <a:schemeClr val="accent3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D8500DC4-44AF-445D-8F28-9E2236B27FF1}"/>
                  </a:ext>
                </a:extLst>
              </p:cNvPr>
              <p:cNvSpPr txBox="1"/>
              <p:nvPr/>
            </p:nvSpPr>
            <p:spPr>
              <a:xfrm>
                <a:off x="431721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BMS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2" name="사각형: 둥근 모서리 221">
                <a:extLst>
                  <a:ext uri="{FF2B5EF4-FFF2-40B4-BE49-F238E27FC236}">
                    <a16:creationId xmlns:a16="http://schemas.microsoft.com/office/drawing/2014/main" id="{F85DE41F-E16A-40D0-977A-F88C996B6AFC}"/>
                  </a:ext>
                </a:extLst>
              </p:cNvPr>
              <p:cNvSpPr/>
              <p:nvPr/>
            </p:nvSpPr>
            <p:spPr>
              <a:xfrm>
                <a:off x="4794451" y="5016742"/>
                <a:ext cx="257502" cy="129918"/>
              </a:xfrm>
              <a:prstGeom prst="roundRect">
                <a:avLst/>
              </a:prstGeom>
              <a:solidFill>
                <a:srgbClr val="FFC0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3" name="TextBox 222">
                <a:extLst>
                  <a:ext uri="{FF2B5EF4-FFF2-40B4-BE49-F238E27FC236}">
                    <a16:creationId xmlns:a16="http://schemas.microsoft.com/office/drawing/2014/main" id="{1CBFBAC4-3AA7-47AC-AEC6-FDA30892D24A}"/>
                  </a:ext>
                </a:extLst>
              </p:cNvPr>
              <p:cNvSpPr txBox="1"/>
              <p:nvPr/>
            </p:nvSpPr>
            <p:spPr>
              <a:xfrm>
                <a:off x="4953099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16" name="사각형: 둥근 모서리 215">
              <a:extLst>
                <a:ext uri="{FF2B5EF4-FFF2-40B4-BE49-F238E27FC236}">
                  <a16:creationId xmlns:a16="http://schemas.microsoft.com/office/drawing/2014/main" id="{7608AB04-5FB6-43BA-8E50-980B01AF1969}"/>
                </a:ext>
              </a:extLst>
            </p:cNvPr>
            <p:cNvSpPr/>
            <p:nvPr/>
          </p:nvSpPr>
          <p:spPr>
            <a:xfrm>
              <a:off x="5272176" y="4973731"/>
              <a:ext cx="257502" cy="129918"/>
            </a:xfrm>
            <a:prstGeom prst="roundRect">
              <a:avLst/>
            </a:prstGeom>
            <a:solidFill>
              <a:schemeClr val="accent4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5F73DC63-4B35-4E3C-B288-5B1170B08AA0}"/>
                </a:ext>
              </a:extLst>
            </p:cNvPr>
            <p:cNvSpPr txBox="1"/>
            <p:nvPr/>
          </p:nvSpPr>
          <p:spPr>
            <a:xfrm>
              <a:off x="5430824" y="4946357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IOE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8DE4101C-9076-426F-A570-DC060E0E8E0A}"/>
              </a:ext>
            </a:extLst>
          </p:cNvPr>
          <p:cNvGrpSpPr/>
          <p:nvPr/>
        </p:nvGrpSpPr>
        <p:grpSpPr>
          <a:xfrm>
            <a:off x="4945064" y="4437064"/>
            <a:ext cx="869295" cy="376502"/>
            <a:chOff x="4137026" y="5220442"/>
            <a:chExt cx="869295" cy="376502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64CBFC85-61C1-4ED5-82A9-597B35B563E6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PV_1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E30D835F-33D1-4079-82F5-7780F0C06A44}"/>
                </a:ext>
              </a:extLst>
            </p:cNvPr>
            <p:cNvSpPr txBox="1"/>
            <p:nvPr/>
          </p:nvSpPr>
          <p:spPr>
            <a:xfrm>
              <a:off x="4407707" y="5327235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75BD2265-90B4-4017-AB04-A5D8064C366E}"/>
                </a:ext>
              </a:extLst>
            </p:cNvPr>
            <p:cNvSpPr txBox="1"/>
            <p:nvPr/>
          </p:nvSpPr>
          <p:spPr>
            <a:xfrm>
              <a:off x="4407707" y="5427667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6B764FCC-0D65-46B6-896F-B3703617BF5D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누적 발전량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0CEE2281-B466-4753-81FF-FF77BF710754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예측 발전량</a:t>
              </a:r>
            </a:p>
          </p:txBody>
        </p:sp>
      </p:grp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8079280D-0E84-4855-A5D0-D7F4D55441E7}"/>
              </a:ext>
            </a:extLst>
          </p:cNvPr>
          <p:cNvGrpSpPr/>
          <p:nvPr/>
        </p:nvGrpSpPr>
        <p:grpSpPr>
          <a:xfrm>
            <a:off x="3642372" y="4446930"/>
            <a:ext cx="776403" cy="451529"/>
            <a:chOff x="4137026" y="5220442"/>
            <a:chExt cx="542695" cy="451529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05C902A6-CDC5-444C-A525-A03C76CA75C1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4553383F-4A99-472C-8659-D4F21DFE97A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3E082308-7186-4D49-B468-7939DC10C312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549280AD-7504-4C08-9BA2-8362B73C1C60}"/>
              </a:ext>
            </a:extLst>
          </p:cNvPr>
          <p:cNvGrpSpPr/>
          <p:nvPr/>
        </p:nvGrpSpPr>
        <p:grpSpPr>
          <a:xfrm>
            <a:off x="4290161" y="4446217"/>
            <a:ext cx="776403" cy="451529"/>
            <a:chOff x="4137026" y="5220442"/>
            <a:chExt cx="542695" cy="451529"/>
          </a:xfrm>
        </p:grpSpPr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D0D3963-51BB-4AE4-8420-A9154F7DB14C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IOT_3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3F1E6AA9-200D-4BC3-9DB3-8399A021C6B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EC73987D-564E-4B77-B241-C44223B775CD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40" name="그룹 239">
            <a:extLst>
              <a:ext uri="{FF2B5EF4-FFF2-40B4-BE49-F238E27FC236}">
                <a16:creationId xmlns:a16="http://schemas.microsoft.com/office/drawing/2014/main" id="{67F329F7-C7AE-491D-8441-5783A85BC61E}"/>
              </a:ext>
            </a:extLst>
          </p:cNvPr>
          <p:cNvGrpSpPr/>
          <p:nvPr/>
        </p:nvGrpSpPr>
        <p:grpSpPr>
          <a:xfrm>
            <a:off x="6162489" y="3290071"/>
            <a:ext cx="1997715" cy="363942"/>
            <a:chOff x="2987840" y="283425"/>
            <a:chExt cx="1933365" cy="363942"/>
          </a:xfrm>
        </p:grpSpPr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EC31AF4D-BB73-419D-8CF4-6EB50DF8B50E}"/>
                </a:ext>
              </a:extLst>
            </p:cNvPr>
            <p:cNvCxnSpPr/>
            <p:nvPr/>
          </p:nvCxnSpPr>
          <p:spPr>
            <a:xfrm>
              <a:off x="2987840" y="392891"/>
              <a:ext cx="144000" cy="0"/>
            </a:xfrm>
            <a:prstGeom prst="line">
              <a:avLst/>
            </a:prstGeom>
            <a:ln w="190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2F555A4E-2545-47FB-B287-AA9F7F7D95D2}"/>
                </a:ext>
              </a:extLst>
            </p:cNvPr>
            <p:cNvSpPr/>
            <p:nvPr/>
          </p:nvSpPr>
          <p:spPr>
            <a:xfrm>
              <a:off x="3072010" y="285820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</a:t>
              </a:r>
            </a:p>
          </p:txBody>
        </p: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2CA159E9-D4F7-4613-9795-531688CC0116}"/>
                </a:ext>
              </a:extLst>
            </p:cNvPr>
            <p:cNvCxnSpPr/>
            <p:nvPr/>
          </p:nvCxnSpPr>
          <p:spPr>
            <a:xfrm>
              <a:off x="3410158" y="392891"/>
              <a:ext cx="144000" cy="0"/>
            </a:xfrm>
            <a:prstGeom prst="line">
              <a:avLst/>
            </a:prstGeom>
            <a:noFill/>
            <a:ln w="19050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4A8696FD-64C2-42AC-8776-16B99E2253AE}"/>
                </a:ext>
              </a:extLst>
            </p:cNvPr>
            <p:cNvSpPr/>
            <p:nvPr/>
          </p:nvSpPr>
          <p:spPr>
            <a:xfrm>
              <a:off x="3497913" y="283425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</a:t>
              </a:r>
            </a:p>
          </p:txBody>
        </p: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072F361B-804F-4AA7-B138-76FBEAA14FC0}"/>
                </a:ext>
              </a:extLst>
            </p:cNvPr>
            <p:cNvCxnSpPr/>
            <p:nvPr/>
          </p:nvCxnSpPr>
          <p:spPr>
            <a:xfrm>
              <a:off x="4357958" y="392891"/>
              <a:ext cx="144000" cy="0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CF14E13D-1B3E-45C8-A275-5A59CDB79988}"/>
                </a:ext>
              </a:extLst>
            </p:cNvPr>
            <p:cNvSpPr/>
            <p:nvPr/>
          </p:nvSpPr>
          <p:spPr>
            <a:xfrm>
              <a:off x="4433158" y="287327"/>
              <a:ext cx="45979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 계획</a:t>
              </a:r>
            </a:p>
          </p:txBody>
        </p: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4BC42591-7216-4B99-AB64-BD013EB3A369}"/>
                </a:ext>
              </a:extLst>
            </p:cNvPr>
            <p:cNvCxnSpPr/>
            <p:nvPr/>
          </p:nvCxnSpPr>
          <p:spPr>
            <a:xfrm>
              <a:off x="3842877" y="392891"/>
              <a:ext cx="144000" cy="0"/>
            </a:xfrm>
            <a:prstGeom prst="line">
              <a:avLst/>
            </a:prstGeom>
            <a:ln w="12700">
              <a:solidFill>
                <a:schemeClr val="tx1">
                  <a:lumMod val="65000"/>
                  <a:lumOff val="3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ABC66FF9-0F7D-4DCA-96C1-70EEA8135441}"/>
                </a:ext>
              </a:extLst>
            </p:cNvPr>
            <p:cNvSpPr/>
            <p:nvPr/>
          </p:nvSpPr>
          <p:spPr>
            <a:xfrm>
              <a:off x="3913093" y="285103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 계획</a:t>
              </a:r>
            </a:p>
          </p:txBody>
        </p:sp>
      </p:grpSp>
      <p:sp>
        <p:nvSpPr>
          <p:cNvPr id="254" name="TextBox 253">
            <a:extLst>
              <a:ext uri="{FF2B5EF4-FFF2-40B4-BE49-F238E27FC236}">
                <a16:creationId xmlns:a16="http://schemas.microsoft.com/office/drawing/2014/main" id="{2658DC22-2245-43B9-8336-C19A5CA9D2FA}"/>
              </a:ext>
            </a:extLst>
          </p:cNvPr>
          <p:cNvSpPr txBox="1"/>
          <p:nvPr/>
        </p:nvSpPr>
        <p:spPr>
          <a:xfrm>
            <a:off x="3411629" y="2111677"/>
            <a:ext cx="1383487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b="1" dirty="0">
                <a:solidFill>
                  <a:schemeClr val="bg1"/>
                </a:solidFill>
              </a:rPr>
              <a:t>지금은 </a:t>
            </a:r>
            <a:r>
              <a:rPr lang="ko-KR" altLang="en-US" sz="600" b="1" dirty="0">
                <a:solidFill>
                  <a:srgbClr val="FF0000"/>
                </a:solidFill>
              </a:rPr>
              <a:t>요금적용전력</a:t>
            </a:r>
            <a:r>
              <a:rPr lang="ko-KR" altLang="en-US" sz="500" b="1" dirty="0">
                <a:solidFill>
                  <a:schemeClr val="bg1"/>
                </a:solidFill>
              </a:rPr>
              <a:t> 갱신구간 입니다</a:t>
            </a:r>
            <a:r>
              <a:rPr lang="en-US" altLang="ko-KR" sz="500" b="1" dirty="0">
                <a:solidFill>
                  <a:schemeClr val="bg1"/>
                </a:solidFill>
              </a:rPr>
              <a:t>.</a:t>
            </a:r>
            <a:endParaRPr lang="ko-KR" altLang="en-US" sz="500" b="1" dirty="0">
              <a:solidFill>
                <a:schemeClr val="bg1"/>
              </a:solidFill>
            </a:endParaRPr>
          </a:p>
        </p:txBody>
      </p:sp>
      <p:grpSp>
        <p:nvGrpSpPr>
          <p:cNvPr id="255" name="그룹 254">
            <a:extLst>
              <a:ext uri="{FF2B5EF4-FFF2-40B4-BE49-F238E27FC236}">
                <a16:creationId xmlns:a16="http://schemas.microsoft.com/office/drawing/2014/main" id="{B0A013A4-7660-406E-A269-4BD18D610531}"/>
              </a:ext>
            </a:extLst>
          </p:cNvPr>
          <p:cNvGrpSpPr/>
          <p:nvPr/>
        </p:nvGrpSpPr>
        <p:grpSpPr>
          <a:xfrm>
            <a:off x="563396" y="3823768"/>
            <a:ext cx="2230525" cy="380169"/>
            <a:chOff x="1530621" y="2825422"/>
            <a:chExt cx="7060643" cy="1737220"/>
          </a:xfrm>
        </p:grpSpPr>
        <p:sp>
          <p:nvSpPr>
            <p:cNvPr id="256" name="자유형 83">
              <a:extLst>
                <a:ext uri="{FF2B5EF4-FFF2-40B4-BE49-F238E27FC236}">
                  <a16:creationId xmlns:a16="http://schemas.microsoft.com/office/drawing/2014/main" id="{101F247F-CB60-4D9D-8C54-7833E3EA7347}"/>
                </a:ext>
              </a:extLst>
            </p:cNvPr>
            <p:cNvSpPr/>
            <p:nvPr/>
          </p:nvSpPr>
          <p:spPr>
            <a:xfrm>
              <a:off x="1530621" y="2831921"/>
              <a:ext cx="3422156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57" name="자유형 33">
              <a:extLst>
                <a:ext uri="{FF2B5EF4-FFF2-40B4-BE49-F238E27FC236}">
                  <a16:creationId xmlns:a16="http://schemas.microsoft.com/office/drawing/2014/main" id="{B88589FD-B497-4D75-959D-699AEE27C114}"/>
                </a:ext>
              </a:extLst>
            </p:cNvPr>
            <p:cNvSpPr/>
            <p:nvPr/>
          </p:nvSpPr>
          <p:spPr>
            <a:xfrm flipH="1">
              <a:off x="4907819" y="2825422"/>
              <a:ext cx="3683445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58" name="그룹 257">
            <a:extLst>
              <a:ext uri="{FF2B5EF4-FFF2-40B4-BE49-F238E27FC236}">
                <a16:creationId xmlns:a16="http://schemas.microsoft.com/office/drawing/2014/main" id="{B9466BAB-62C3-4DD7-82D7-AC307E20984C}"/>
              </a:ext>
            </a:extLst>
          </p:cNvPr>
          <p:cNvGrpSpPr/>
          <p:nvPr/>
        </p:nvGrpSpPr>
        <p:grpSpPr>
          <a:xfrm>
            <a:off x="622306" y="3092473"/>
            <a:ext cx="2268647" cy="215868"/>
            <a:chOff x="925340" y="3062692"/>
            <a:chExt cx="2268647" cy="215868"/>
          </a:xfrm>
        </p:grpSpPr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0941AC10-78F4-4AAE-A932-0CF060D383EB}"/>
                </a:ext>
              </a:extLst>
            </p:cNvPr>
            <p:cNvGrpSpPr/>
            <p:nvPr/>
          </p:nvGrpSpPr>
          <p:grpSpPr>
            <a:xfrm>
              <a:off x="925340" y="3100721"/>
              <a:ext cx="1683019" cy="157480"/>
              <a:chOff x="4730291" y="2929429"/>
              <a:chExt cx="1683019" cy="157480"/>
            </a:xfrm>
          </p:grpSpPr>
          <p:cxnSp>
            <p:nvCxnSpPr>
              <p:cNvPr id="263" name="직선 연결선 262">
                <a:extLst>
                  <a:ext uri="{FF2B5EF4-FFF2-40B4-BE49-F238E27FC236}">
                    <a16:creationId xmlns:a16="http://schemas.microsoft.com/office/drawing/2014/main" id="{05065CF1-8B50-452F-9BAC-3D16D95F577C}"/>
                  </a:ext>
                </a:extLst>
              </p:cNvPr>
              <p:cNvCxnSpPr/>
              <p:nvPr/>
            </p:nvCxnSpPr>
            <p:spPr>
              <a:xfrm>
                <a:off x="4730291" y="3015425"/>
                <a:ext cx="149996" cy="0"/>
              </a:xfrm>
              <a:prstGeom prst="line">
                <a:avLst/>
              </a:prstGeom>
              <a:ln w="1270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직사각형 263">
                <a:extLst>
                  <a:ext uri="{FF2B5EF4-FFF2-40B4-BE49-F238E27FC236}">
                    <a16:creationId xmlns:a16="http://schemas.microsoft.com/office/drawing/2014/main" id="{DBDC6453-0FB5-45BF-AD70-BD86C3924018}"/>
                  </a:ext>
                </a:extLst>
              </p:cNvPr>
              <p:cNvSpPr/>
              <p:nvPr/>
            </p:nvSpPr>
            <p:spPr>
              <a:xfrm>
                <a:off x="4808469" y="2931990"/>
                <a:ext cx="550418" cy="154919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실제 사용량</a:t>
                </a:r>
              </a:p>
            </p:txBody>
          </p:sp>
          <p:cxnSp>
            <p:nvCxnSpPr>
              <p:cNvPr id="265" name="직선 연결선 264">
                <a:extLst>
                  <a:ext uri="{FF2B5EF4-FFF2-40B4-BE49-F238E27FC236}">
                    <a16:creationId xmlns:a16="http://schemas.microsoft.com/office/drawing/2014/main" id="{6BB4A104-87C2-4022-97F6-726066D073DF}"/>
                  </a:ext>
                </a:extLst>
              </p:cNvPr>
              <p:cNvCxnSpPr/>
              <p:nvPr/>
            </p:nvCxnSpPr>
            <p:spPr>
              <a:xfrm>
                <a:off x="5280128" y="3009449"/>
                <a:ext cx="149996" cy="0"/>
              </a:xfrm>
              <a:prstGeom prst="line">
                <a:avLst/>
              </a:prstGeom>
              <a:solidFill>
                <a:schemeClr val="accent3">
                  <a:lumMod val="40000"/>
                  <a:lumOff val="60000"/>
                </a:schemeClr>
              </a:solidFill>
              <a:ln w="12700">
                <a:solidFill>
                  <a:schemeClr val="accent3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67" name="직사각형 266">
                <a:extLst>
                  <a:ext uri="{FF2B5EF4-FFF2-40B4-BE49-F238E27FC236}">
                    <a16:creationId xmlns:a16="http://schemas.microsoft.com/office/drawing/2014/main" id="{755EB8E2-53ED-4767-8EE1-7EE5406A5C18}"/>
                  </a:ext>
                </a:extLst>
              </p:cNvPr>
              <p:cNvSpPr/>
              <p:nvPr/>
            </p:nvSpPr>
            <p:spPr>
              <a:xfrm>
                <a:off x="5358305" y="2929429"/>
                <a:ext cx="548985" cy="148088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ESS </a:t>
                </a:r>
                <a:r>
                  <a:rPr lang="ko-KR" altLang="en-US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사용량</a:t>
                </a:r>
              </a:p>
            </p:txBody>
          </p:sp>
          <p:cxnSp>
            <p:nvCxnSpPr>
              <p:cNvPr id="268" name="직선 연결선 267">
                <a:extLst>
                  <a:ext uri="{FF2B5EF4-FFF2-40B4-BE49-F238E27FC236}">
                    <a16:creationId xmlns:a16="http://schemas.microsoft.com/office/drawing/2014/main" id="{BEF4ECF7-4151-401A-B57E-7DC67588D5CD}"/>
                  </a:ext>
                </a:extLst>
              </p:cNvPr>
              <p:cNvCxnSpPr/>
              <p:nvPr/>
            </p:nvCxnSpPr>
            <p:spPr>
              <a:xfrm>
                <a:off x="5832767" y="3009449"/>
                <a:ext cx="149996" cy="0"/>
              </a:xfrm>
              <a:prstGeom prst="lin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69" name="직사각형 268">
                <a:extLst>
                  <a:ext uri="{FF2B5EF4-FFF2-40B4-BE49-F238E27FC236}">
                    <a16:creationId xmlns:a16="http://schemas.microsoft.com/office/drawing/2014/main" id="{6806B26D-0E4C-452B-8F96-8A0A75CDBBE3}"/>
                  </a:ext>
                </a:extLst>
              </p:cNvPr>
              <p:cNvSpPr/>
              <p:nvPr/>
            </p:nvSpPr>
            <p:spPr>
              <a:xfrm>
                <a:off x="5927483" y="2929429"/>
                <a:ext cx="485827" cy="148088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PV </a:t>
                </a:r>
                <a:r>
                  <a:rPr lang="ko-KR" altLang="en-US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사용량</a:t>
                </a:r>
              </a:p>
            </p:txBody>
          </p:sp>
        </p:grpSp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8304E1F1-6453-48EC-BE7A-968C2F669675}"/>
                </a:ext>
              </a:extLst>
            </p:cNvPr>
            <p:cNvGrpSpPr/>
            <p:nvPr/>
          </p:nvGrpSpPr>
          <p:grpSpPr>
            <a:xfrm>
              <a:off x="2556521" y="3062692"/>
              <a:ext cx="637466" cy="215868"/>
              <a:chOff x="7398492" y="2212271"/>
              <a:chExt cx="637466" cy="215868"/>
            </a:xfrm>
          </p:grpSpPr>
          <p:cxnSp>
            <p:nvCxnSpPr>
              <p:cNvPr id="261" name="직선 연결선 260">
                <a:extLst>
                  <a:ext uri="{FF2B5EF4-FFF2-40B4-BE49-F238E27FC236}">
                    <a16:creationId xmlns:a16="http://schemas.microsoft.com/office/drawing/2014/main" id="{4A942DC7-1203-4FCA-9C22-C364940506CA}"/>
                  </a:ext>
                </a:extLst>
              </p:cNvPr>
              <p:cNvCxnSpPr/>
              <p:nvPr/>
            </p:nvCxnSpPr>
            <p:spPr>
              <a:xfrm>
                <a:off x="7398492" y="2327092"/>
                <a:ext cx="151200" cy="0"/>
              </a:xfrm>
              <a:prstGeom prst="line">
                <a:avLst/>
              </a:prstGeom>
              <a:ln w="9525">
                <a:solidFill>
                  <a:schemeClr val="accent3">
                    <a:lumMod val="7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2" name="직사각형 261">
                <a:extLst>
                  <a:ext uri="{FF2B5EF4-FFF2-40B4-BE49-F238E27FC236}">
                    <a16:creationId xmlns:a16="http://schemas.microsoft.com/office/drawing/2014/main" id="{2F8EC77D-A353-4FC1-8EB3-E50ADA5949CA}"/>
                  </a:ext>
                </a:extLst>
              </p:cNvPr>
              <p:cNvSpPr/>
              <p:nvPr/>
            </p:nvSpPr>
            <p:spPr>
              <a:xfrm>
                <a:off x="7472623" y="2212271"/>
                <a:ext cx="563335" cy="215868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예측 사용량</a:t>
                </a:r>
              </a:p>
            </p:txBody>
          </p:sp>
        </p:grpSp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A48D83A0-7C30-416F-B54C-E18F6506702E}"/>
              </a:ext>
            </a:extLst>
          </p:cNvPr>
          <p:cNvSpPr/>
          <p:nvPr/>
        </p:nvSpPr>
        <p:spPr>
          <a:xfrm>
            <a:off x="200472" y="1177007"/>
            <a:ext cx="138691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롯데 정밀 화학</a:t>
            </a:r>
          </a:p>
        </p:txBody>
      </p:sp>
      <p:sp>
        <p:nvSpPr>
          <p:cNvPr id="244" name="타원형 설명선 243"/>
          <p:cNvSpPr/>
          <p:nvPr/>
        </p:nvSpPr>
        <p:spPr>
          <a:xfrm>
            <a:off x="2785381" y="186969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75742" y="475656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2767847" y="39222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9940" y="277676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293245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1029764"/>
              </p:ext>
            </p:extLst>
          </p:nvPr>
        </p:nvGraphicFramePr>
        <p:xfrm>
          <a:off x="8469313" y="276225"/>
          <a:ext cx="1404000" cy="514041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현황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연간 수익 현황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별 수익을 막대 그래프 합으로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ESS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DR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PV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 수익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수익 현황 기간을 일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년 중 어느 단위로 할 것인지 확정 필요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오늘 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 총량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표시 항목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별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별 충전 계획량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별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별 방전 계획량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37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충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방전 총량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수익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 별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충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방전 총량 및 수익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지정 기간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오늘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이번달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올해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표시 항목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 충전 총량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 방전 총량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 수익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* </a:t>
                      </a:r>
                      <a:r>
                        <a:rPr lang="ko-KR" altLang="en-US" sz="800" b="1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 수익 산출 기준 확인 필요</a:t>
                      </a:r>
                      <a:endParaRPr lang="en-US" altLang="ko-KR" sz="800" b="1" u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ewpsp_scr_008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B2102104-3315-402E-ABC9-586FEDDAFB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1" y="796962"/>
            <a:ext cx="8266177" cy="544034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7083A858-D713-4603-B3CA-23A59234A1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2" y="804375"/>
            <a:ext cx="8266176" cy="35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0B5F9E53-BCF9-403F-96B8-C987A9420ECC}"/>
              </a:ext>
            </a:extLst>
          </p:cNvPr>
          <p:cNvCxnSpPr>
            <a:cxnSpLocks/>
          </p:cNvCxnSpPr>
          <p:nvPr/>
        </p:nvCxnSpPr>
        <p:spPr>
          <a:xfrm>
            <a:off x="117727" y="1143681"/>
            <a:ext cx="818717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3EF9983-9B49-4C32-AAFF-105A132508A6}"/>
              </a:ext>
            </a:extLst>
          </p:cNvPr>
          <p:cNvSpPr/>
          <p:nvPr/>
        </p:nvSpPr>
        <p:spPr>
          <a:xfrm>
            <a:off x="184430" y="1557880"/>
            <a:ext cx="8020800" cy="4465954"/>
          </a:xfrm>
          <a:prstGeom prst="rect">
            <a:avLst/>
          </a:prstGeom>
          <a:solidFill>
            <a:srgbClr val="26264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B8D0FE6-4CB9-4D6F-BC08-26944210B2E4}"/>
              </a:ext>
            </a:extLst>
          </p:cNvPr>
          <p:cNvSpPr/>
          <p:nvPr/>
        </p:nvSpPr>
        <p:spPr>
          <a:xfrm>
            <a:off x="184526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에너지 모니터링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2891854C-647F-409D-8CAB-1B57ED9960C5}"/>
              </a:ext>
            </a:extLst>
          </p:cNvPr>
          <p:cNvSpPr/>
          <p:nvPr/>
        </p:nvSpPr>
        <p:spPr>
          <a:xfrm>
            <a:off x="2191085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장치 모니터링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8CD744A-AA50-4B4D-A06A-93198D13D7C1}"/>
              </a:ext>
            </a:extLst>
          </p:cNvPr>
          <p:cNvSpPr/>
          <p:nvPr/>
        </p:nvSpPr>
        <p:spPr>
          <a:xfrm>
            <a:off x="4197644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상황</a:t>
            </a:r>
            <a:r>
              <a:rPr lang="en-US" altLang="ko-KR" sz="700" dirty="0"/>
              <a:t> </a:t>
            </a:r>
            <a:r>
              <a:rPr lang="ko-KR" altLang="en-US" sz="700" dirty="0"/>
              <a:t>관제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A0E4D09A-7B7B-4663-9DAE-528F8916C0F1}"/>
              </a:ext>
            </a:extLst>
          </p:cNvPr>
          <p:cNvSpPr/>
          <p:nvPr/>
        </p:nvSpPr>
        <p:spPr>
          <a:xfrm>
            <a:off x="6204202" y="1505937"/>
            <a:ext cx="2005200" cy="2482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/>
              <a:t>요금</a:t>
            </a:r>
            <a:r>
              <a:rPr lang="en-US" altLang="ko-KR" sz="700" dirty="0"/>
              <a:t>/</a:t>
            </a:r>
            <a:r>
              <a:rPr lang="ko-KR" altLang="en-US" sz="700" dirty="0"/>
              <a:t>수익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8F226558-3426-4DA0-967F-188EF9E1380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036493" y="2089084"/>
          <a:ext cx="2626669" cy="151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9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kW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28" name="그룹 27">
            <a:extLst>
              <a:ext uri="{FF2B5EF4-FFF2-40B4-BE49-F238E27FC236}">
                <a16:creationId xmlns:a16="http://schemas.microsoft.com/office/drawing/2014/main" id="{E07C9038-AE5E-4848-8AA9-879FAFBA23B5}"/>
              </a:ext>
            </a:extLst>
          </p:cNvPr>
          <p:cNvGrpSpPr/>
          <p:nvPr/>
        </p:nvGrpSpPr>
        <p:grpSpPr>
          <a:xfrm>
            <a:off x="3201134" y="2315023"/>
            <a:ext cx="2400905" cy="1065479"/>
            <a:chOff x="1475657" y="2688243"/>
            <a:chExt cx="6660000" cy="2092089"/>
          </a:xfrm>
        </p:grpSpPr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27FA866A-AB3E-48D4-ADFA-B2AFD3A5BEB9}"/>
                </a:ext>
              </a:extLst>
            </p:cNvPr>
            <p:cNvCxnSpPr>
              <a:cxnSpLocks/>
            </p:cNvCxnSpPr>
            <p:nvPr/>
          </p:nvCxnSpPr>
          <p:spPr>
            <a:xfrm>
              <a:off x="1475657" y="2688243"/>
              <a:ext cx="6660000" cy="0"/>
            </a:xfrm>
            <a:prstGeom prst="line">
              <a:avLst/>
            </a:prstGeom>
            <a:ln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4588D10F-85F0-4201-99B0-19CF5E0D6C64}"/>
                </a:ext>
              </a:extLst>
            </p:cNvPr>
            <p:cNvCxnSpPr>
              <a:cxnSpLocks/>
            </p:cNvCxnSpPr>
            <p:nvPr/>
          </p:nvCxnSpPr>
          <p:spPr>
            <a:xfrm>
              <a:off x="1475657" y="3594874"/>
              <a:ext cx="6660000" cy="0"/>
            </a:xfrm>
            <a:prstGeom prst="lin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31" name="자유형 11">
              <a:extLst>
                <a:ext uri="{FF2B5EF4-FFF2-40B4-BE49-F238E27FC236}">
                  <a16:creationId xmlns:a16="http://schemas.microsoft.com/office/drawing/2014/main" id="{F8B49049-8919-4AF0-9FCD-125C47C3DE27}"/>
                </a:ext>
              </a:extLst>
            </p:cNvPr>
            <p:cNvSpPr/>
            <p:nvPr/>
          </p:nvSpPr>
          <p:spPr>
            <a:xfrm>
              <a:off x="1744300" y="4492465"/>
              <a:ext cx="3877733" cy="287867"/>
            </a:xfrm>
            <a:custGeom>
              <a:avLst/>
              <a:gdLst>
                <a:gd name="connsiteX0" fmla="*/ 0 w 3877733"/>
                <a:gd name="connsiteY0" fmla="*/ 287867 h 287867"/>
                <a:gd name="connsiteX1" fmla="*/ 406400 w 3877733"/>
                <a:gd name="connsiteY1" fmla="*/ 101600 h 287867"/>
                <a:gd name="connsiteX2" fmla="*/ 863600 w 3877733"/>
                <a:gd name="connsiteY2" fmla="*/ 254000 h 287867"/>
                <a:gd name="connsiteX3" fmla="*/ 1286933 w 3877733"/>
                <a:gd name="connsiteY3" fmla="*/ 0 h 287867"/>
                <a:gd name="connsiteX4" fmla="*/ 1676400 w 3877733"/>
                <a:gd name="connsiteY4" fmla="*/ 67734 h 287867"/>
                <a:gd name="connsiteX5" fmla="*/ 2150533 w 3877733"/>
                <a:gd name="connsiteY5" fmla="*/ 203200 h 287867"/>
                <a:gd name="connsiteX6" fmla="*/ 2607733 w 3877733"/>
                <a:gd name="connsiteY6" fmla="*/ 254000 h 287867"/>
                <a:gd name="connsiteX7" fmla="*/ 2997200 w 3877733"/>
                <a:gd name="connsiteY7" fmla="*/ 254000 h 287867"/>
                <a:gd name="connsiteX8" fmla="*/ 3488266 w 3877733"/>
                <a:gd name="connsiteY8" fmla="*/ 101600 h 287867"/>
                <a:gd name="connsiteX9" fmla="*/ 3877733 w 3877733"/>
                <a:gd name="connsiteY9" fmla="*/ 101600 h 287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7733" h="287867">
                  <a:moveTo>
                    <a:pt x="0" y="287867"/>
                  </a:moveTo>
                  <a:lnTo>
                    <a:pt x="406400" y="101600"/>
                  </a:lnTo>
                  <a:lnTo>
                    <a:pt x="863600" y="254000"/>
                  </a:lnTo>
                  <a:lnTo>
                    <a:pt x="1286933" y="0"/>
                  </a:lnTo>
                  <a:lnTo>
                    <a:pt x="1676400" y="67734"/>
                  </a:lnTo>
                  <a:lnTo>
                    <a:pt x="2150533" y="203200"/>
                  </a:lnTo>
                  <a:lnTo>
                    <a:pt x="2607733" y="254000"/>
                  </a:lnTo>
                  <a:lnTo>
                    <a:pt x="2997200" y="254000"/>
                  </a:lnTo>
                  <a:lnTo>
                    <a:pt x="3488266" y="101600"/>
                  </a:lnTo>
                  <a:lnTo>
                    <a:pt x="3877733" y="101600"/>
                  </a:lnTo>
                </a:path>
              </a:pathLst>
            </a:custGeom>
            <a:ln w="190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29A51609-D54B-474A-B7E4-530CCE7FFC34}"/>
              </a:ext>
            </a:extLst>
          </p:cNvPr>
          <p:cNvCxnSpPr>
            <a:cxnSpLocks/>
          </p:cNvCxnSpPr>
          <p:nvPr/>
        </p:nvCxnSpPr>
        <p:spPr>
          <a:xfrm>
            <a:off x="4708264" y="2089084"/>
            <a:ext cx="0" cy="1510545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CC743F9E-4B5A-4B8E-A0F4-67EB1791F4AD}"/>
              </a:ext>
            </a:extLst>
          </p:cNvPr>
          <p:cNvSpPr txBox="1"/>
          <p:nvPr/>
        </p:nvSpPr>
        <p:spPr>
          <a:xfrm>
            <a:off x="2933296" y="1880452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A4801FBE-B6BC-49B3-B6C4-8CA05046AD75}"/>
              </a:ext>
            </a:extLst>
          </p:cNvPr>
          <p:cNvCxnSpPr>
            <a:cxnSpLocks/>
          </p:cNvCxnSpPr>
          <p:nvPr/>
        </p:nvCxnSpPr>
        <p:spPr>
          <a:xfrm>
            <a:off x="5741146" y="1866501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EF8FF785-A602-4C84-B7A3-BCC2D4E707A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2" y="3272858"/>
          <a:ext cx="2275628" cy="1447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5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/>
                        <a:t>kWh</a:t>
                      </a:r>
                      <a:endParaRPr lang="ko-KR" altLang="en-US" sz="5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87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8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6" name="TextBox 35">
            <a:extLst>
              <a:ext uri="{FF2B5EF4-FFF2-40B4-BE49-F238E27FC236}">
                <a16:creationId xmlns:a16="http://schemas.microsoft.com/office/drawing/2014/main" id="{624B9702-5880-4DD9-A6CF-8A789D48E4EB}"/>
              </a:ext>
            </a:extLst>
          </p:cNvPr>
          <p:cNvSpPr txBox="1"/>
          <p:nvPr/>
        </p:nvSpPr>
        <p:spPr>
          <a:xfrm>
            <a:off x="5769155" y="3098741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chemeClr val="bg1"/>
                </a:solidFill>
              </a:rPr>
              <a:t>충</a:t>
            </a:r>
            <a:r>
              <a:rPr lang="en-US" altLang="ko-KR" sz="800" dirty="0">
                <a:solidFill>
                  <a:schemeClr val="bg1"/>
                </a:solidFill>
              </a:rPr>
              <a:t>/</a:t>
            </a:r>
            <a:r>
              <a:rPr lang="ko-KR" altLang="en-US" sz="800" dirty="0" err="1">
                <a:solidFill>
                  <a:schemeClr val="bg1"/>
                </a:solidFill>
              </a:rPr>
              <a:t>방전량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37" name="AutoShape 182">
            <a:extLst>
              <a:ext uri="{FF2B5EF4-FFF2-40B4-BE49-F238E27FC236}">
                <a16:creationId xmlns:a16="http://schemas.microsoft.com/office/drawing/2014/main" id="{4A013E0B-20B2-4A4A-AAC2-D0E5ED97418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51306" y="4753820"/>
            <a:ext cx="2273814" cy="1261824"/>
          </a:xfrm>
          <a:prstGeom prst="roundRect">
            <a:avLst>
              <a:gd name="adj" fmla="val 1769"/>
            </a:avLst>
          </a:prstGeom>
          <a:solidFill>
            <a:srgbClr val="262645"/>
          </a:solidFill>
          <a:ln w="3175">
            <a:solidFill>
              <a:schemeClr val="bg1"/>
            </a:solidFill>
          </a:ln>
        </p:spPr>
        <p:txBody>
          <a:bodyPr wrap="none" anchor="ctr"/>
          <a:lstStyle/>
          <a:p>
            <a:pPr latinLnBrk="1"/>
            <a:endParaRPr lang="ko-KR" altLang="en-US" sz="1600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C1D71835-95E2-4DBB-ABC8-57238414EE2A}"/>
              </a:ext>
            </a:extLst>
          </p:cNvPr>
          <p:cNvCxnSpPr>
            <a:cxnSpLocks/>
          </p:cNvCxnSpPr>
          <p:nvPr/>
        </p:nvCxnSpPr>
        <p:spPr>
          <a:xfrm>
            <a:off x="5993828" y="492531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A62A6F6F-453C-4F73-AB11-404EDC124467}"/>
              </a:ext>
            </a:extLst>
          </p:cNvPr>
          <p:cNvSpPr txBox="1"/>
          <p:nvPr/>
        </p:nvSpPr>
        <p:spPr>
          <a:xfrm>
            <a:off x="5958346" y="4771035"/>
            <a:ext cx="709061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오늘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6E0D494-BAF5-4FB9-BCC1-38C3F22F5E55}"/>
              </a:ext>
            </a:extLst>
          </p:cNvPr>
          <p:cNvSpPr txBox="1"/>
          <p:nvPr/>
        </p:nvSpPr>
        <p:spPr>
          <a:xfrm>
            <a:off x="6935425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F316E31-C90B-4059-89F8-B7EF3053FCE1}"/>
              </a:ext>
            </a:extLst>
          </p:cNvPr>
          <p:cNvSpPr txBox="1"/>
          <p:nvPr/>
        </p:nvSpPr>
        <p:spPr>
          <a:xfrm>
            <a:off x="7591323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0B29B12-DA7D-4A1D-BA88-4C352B4BABB4}"/>
              </a:ext>
            </a:extLst>
          </p:cNvPr>
          <p:cNvSpPr txBox="1"/>
          <p:nvPr/>
        </p:nvSpPr>
        <p:spPr>
          <a:xfrm>
            <a:off x="6223369" y="492531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60AD1FA-53B7-48F3-8D24-5CCB03069CCC}"/>
              </a:ext>
            </a:extLst>
          </p:cNvPr>
          <p:cNvSpPr txBox="1"/>
          <p:nvPr/>
        </p:nvSpPr>
        <p:spPr>
          <a:xfrm>
            <a:off x="6223369" y="504189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C8EADC3-892A-49D8-BA19-B280AA52CD2A}"/>
              </a:ext>
            </a:extLst>
          </p:cNvPr>
          <p:cNvSpPr txBox="1"/>
          <p:nvPr/>
        </p:nvSpPr>
        <p:spPr>
          <a:xfrm>
            <a:off x="6850640" y="492531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1,350.5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EC37EE8-D160-496E-B15E-AD231585439D}"/>
              </a:ext>
            </a:extLst>
          </p:cNvPr>
          <p:cNvSpPr txBox="1"/>
          <p:nvPr/>
        </p:nvSpPr>
        <p:spPr>
          <a:xfrm>
            <a:off x="6850640" y="504189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50426D1-9B57-4F30-A1B5-ACB5D083F27E}"/>
              </a:ext>
            </a:extLst>
          </p:cNvPr>
          <p:cNvSpPr txBox="1"/>
          <p:nvPr/>
        </p:nvSpPr>
        <p:spPr>
          <a:xfrm>
            <a:off x="7570720" y="497879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2.1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4A7EFA81-8892-470A-9FFC-89E0CEFF7D59}"/>
              </a:ext>
            </a:extLst>
          </p:cNvPr>
          <p:cNvCxnSpPr>
            <a:cxnSpLocks/>
          </p:cNvCxnSpPr>
          <p:nvPr/>
        </p:nvCxnSpPr>
        <p:spPr>
          <a:xfrm>
            <a:off x="5993828" y="535320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3A6A82A-B634-4213-A6BA-8294CF1911C7}"/>
              </a:ext>
            </a:extLst>
          </p:cNvPr>
          <p:cNvSpPr txBox="1"/>
          <p:nvPr/>
        </p:nvSpPr>
        <p:spPr>
          <a:xfrm>
            <a:off x="5958346" y="5204901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 err="1">
                <a:solidFill>
                  <a:schemeClr val="bg1"/>
                </a:solidFill>
              </a:rPr>
              <a:t>이번달</a:t>
            </a:r>
            <a:r>
              <a:rPr lang="ko-KR" altLang="en-US" sz="500" dirty="0">
                <a:solidFill>
                  <a:schemeClr val="bg1"/>
                </a:solidFill>
              </a:rPr>
              <a:t>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7F56B89-656D-4409-94CD-D407204EE771}"/>
              </a:ext>
            </a:extLst>
          </p:cNvPr>
          <p:cNvSpPr txBox="1"/>
          <p:nvPr/>
        </p:nvSpPr>
        <p:spPr>
          <a:xfrm>
            <a:off x="6935425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6F00CD1-ACD4-4A8D-9FFF-E8D84C6B684C}"/>
              </a:ext>
            </a:extLst>
          </p:cNvPr>
          <p:cNvSpPr txBox="1"/>
          <p:nvPr/>
        </p:nvSpPr>
        <p:spPr>
          <a:xfrm>
            <a:off x="7591323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3C0CE3B-40F3-43B7-8D0B-2C69A07D53D2}"/>
              </a:ext>
            </a:extLst>
          </p:cNvPr>
          <p:cNvSpPr txBox="1"/>
          <p:nvPr/>
        </p:nvSpPr>
        <p:spPr>
          <a:xfrm>
            <a:off x="6223369" y="535320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5E238EE-D2C4-4FA8-97F6-74DD46DAD32B}"/>
              </a:ext>
            </a:extLst>
          </p:cNvPr>
          <p:cNvSpPr txBox="1"/>
          <p:nvPr/>
        </p:nvSpPr>
        <p:spPr>
          <a:xfrm>
            <a:off x="6223369" y="546978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D8624A3-0380-4115-8F31-B66286344293}"/>
              </a:ext>
            </a:extLst>
          </p:cNvPr>
          <p:cNvSpPr txBox="1"/>
          <p:nvPr/>
        </p:nvSpPr>
        <p:spPr>
          <a:xfrm>
            <a:off x="6850640" y="535320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5C3B9BA-EB4B-472A-B0DE-F9B11C81D947}"/>
              </a:ext>
            </a:extLst>
          </p:cNvPr>
          <p:cNvSpPr txBox="1"/>
          <p:nvPr/>
        </p:nvSpPr>
        <p:spPr>
          <a:xfrm>
            <a:off x="6850640" y="546978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679B29F-5EA2-4B20-9E50-BEF78E3EF73D}"/>
              </a:ext>
            </a:extLst>
          </p:cNvPr>
          <p:cNvSpPr txBox="1"/>
          <p:nvPr/>
        </p:nvSpPr>
        <p:spPr>
          <a:xfrm>
            <a:off x="7570720" y="5407818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5C7E8237-425A-4EF3-8136-480159CF65C9}"/>
              </a:ext>
            </a:extLst>
          </p:cNvPr>
          <p:cNvCxnSpPr>
            <a:cxnSpLocks/>
          </p:cNvCxnSpPr>
          <p:nvPr/>
        </p:nvCxnSpPr>
        <p:spPr>
          <a:xfrm>
            <a:off x="5993828" y="5771414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>
            <a:extLst>
              <a:ext uri="{FF2B5EF4-FFF2-40B4-BE49-F238E27FC236}">
                <a16:creationId xmlns:a16="http://schemas.microsoft.com/office/drawing/2014/main" id="{C9C0E030-096F-4EBF-813E-654213ACA5E8}"/>
              </a:ext>
            </a:extLst>
          </p:cNvPr>
          <p:cNvSpPr txBox="1"/>
          <p:nvPr/>
        </p:nvSpPr>
        <p:spPr>
          <a:xfrm>
            <a:off x="5932914" y="5623114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올해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75E5D116-D36F-4AB6-8470-DA0915EB7839}"/>
              </a:ext>
            </a:extLst>
          </p:cNvPr>
          <p:cNvSpPr txBox="1"/>
          <p:nvPr/>
        </p:nvSpPr>
        <p:spPr>
          <a:xfrm>
            <a:off x="6909993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11B9D07-38CF-4D9B-9755-6E3D27381571}"/>
              </a:ext>
            </a:extLst>
          </p:cNvPr>
          <p:cNvSpPr txBox="1"/>
          <p:nvPr/>
        </p:nvSpPr>
        <p:spPr>
          <a:xfrm>
            <a:off x="7565891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56CFE52-B960-4A1C-A8CB-257FCEA6EF60}"/>
              </a:ext>
            </a:extLst>
          </p:cNvPr>
          <p:cNvSpPr txBox="1"/>
          <p:nvPr/>
        </p:nvSpPr>
        <p:spPr>
          <a:xfrm>
            <a:off x="6197937" y="5771414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62EB086C-5D28-4408-9F60-FC75C5053968}"/>
              </a:ext>
            </a:extLst>
          </p:cNvPr>
          <p:cNvSpPr txBox="1"/>
          <p:nvPr/>
        </p:nvSpPr>
        <p:spPr>
          <a:xfrm>
            <a:off x="6197937" y="5887999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C803406-F783-46EF-8E44-15822F411AAF}"/>
              </a:ext>
            </a:extLst>
          </p:cNvPr>
          <p:cNvSpPr txBox="1"/>
          <p:nvPr/>
        </p:nvSpPr>
        <p:spPr>
          <a:xfrm>
            <a:off x="6825208" y="5771414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58.9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39CE000-0E33-4113-B82A-5630408AAED9}"/>
              </a:ext>
            </a:extLst>
          </p:cNvPr>
          <p:cNvSpPr txBox="1"/>
          <p:nvPr/>
        </p:nvSpPr>
        <p:spPr>
          <a:xfrm>
            <a:off x="6825208" y="5887999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192.1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0A450997-DD2A-4200-8178-39E54C53EBD8}"/>
              </a:ext>
            </a:extLst>
          </p:cNvPr>
          <p:cNvSpPr txBox="1"/>
          <p:nvPr/>
        </p:nvSpPr>
        <p:spPr>
          <a:xfrm>
            <a:off x="7545288" y="5825376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464.9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D9722A13-A4B1-4617-9D54-602D2721332A}"/>
              </a:ext>
            </a:extLst>
          </p:cNvPr>
          <p:cNvGrpSpPr/>
          <p:nvPr/>
        </p:nvGrpSpPr>
        <p:grpSpPr>
          <a:xfrm>
            <a:off x="4776098" y="3649023"/>
            <a:ext cx="500020" cy="169277"/>
            <a:chOff x="5008084" y="3585093"/>
            <a:chExt cx="500020" cy="169277"/>
          </a:xfrm>
        </p:grpSpPr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76366D38-5D29-4527-BB0E-4A4C7B8DC6D2}"/>
                </a:ext>
              </a:extLst>
            </p:cNvPr>
            <p:cNvCxnSpPr>
              <a:cxnSpLocks/>
            </p:cNvCxnSpPr>
            <p:nvPr/>
          </p:nvCxnSpPr>
          <p:spPr>
            <a:xfrm>
              <a:off x="5008084" y="3669731"/>
              <a:ext cx="108000" cy="0"/>
            </a:xfrm>
            <a:prstGeom prst="line">
              <a:avLst/>
            </a:prstGeom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3CE4766C-F022-4575-BB7F-973E55D09148}"/>
                </a:ext>
              </a:extLst>
            </p:cNvPr>
            <p:cNvSpPr/>
            <p:nvPr/>
          </p:nvSpPr>
          <p:spPr>
            <a:xfrm>
              <a:off x="5044076" y="3585093"/>
              <a:ext cx="46402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현재 부하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0A5F81EA-7FE9-4E95-BF52-593499F4F836}"/>
              </a:ext>
            </a:extLst>
          </p:cNvPr>
          <p:cNvGrpSpPr/>
          <p:nvPr/>
        </p:nvGrpSpPr>
        <p:grpSpPr>
          <a:xfrm>
            <a:off x="5241125" y="3649023"/>
            <a:ext cx="500021" cy="169277"/>
            <a:chOff x="5440131" y="3585093"/>
            <a:chExt cx="500021" cy="169277"/>
          </a:xfrm>
        </p:grpSpPr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E588985-1351-45CB-9AE0-F741CC73E51B}"/>
                </a:ext>
              </a:extLst>
            </p:cNvPr>
            <p:cNvCxnSpPr>
              <a:cxnSpLocks/>
            </p:cNvCxnSpPr>
            <p:nvPr/>
          </p:nvCxnSpPr>
          <p:spPr>
            <a:xfrm>
              <a:off x="5440131" y="3669731"/>
              <a:ext cx="108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0D2AB4E7-3F4F-4E76-A807-71772FD0A249}"/>
                </a:ext>
              </a:extLst>
            </p:cNvPr>
            <p:cNvSpPr/>
            <p:nvPr/>
          </p:nvSpPr>
          <p:spPr>
            <a:xfrm>
              <a:off x="5476123" y="3585093"/>
              <a:ext cx="464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예측 부하</a:t>
              </a:r>
            </a:p>
          </p:txBody>
        </p: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F56E2950-38B1-438D-BAA1-04624DFF24DA}"/>
              </a:ext>
            </a:extLst>
          </p:cNvPr>
          <p:cNvGrpSpPr/>
          <p:nvPr/>
        </p:nvGrpSpPr>
        <p:grpSpPr>
          <a:xfrm>
            <a:off x="3566480" y="3649023"/>
            <a:ext cx="652770" cy="169277"/>
            <a:chOff x="3318237" y="3585093"/>
            <a:chExt cx="652770" cy="169277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14B6B880-5052-4663-BFD4-A0AB7D76CA44}"/>
                </a:ext>
              </a:extLst>
            </p:cNvPr>
            <p:cNvCxnSpPr>
              <a:cxnSpLocks/>
            </p:cNvCxnSpPr>
            <p:nvPr/>
          </p:nvCxnSpPr>
          <p:spPr>
            <a:xfrm>
              <a:off x="3318237" y="3669731"/>
              <a:ext cx="108000" cy="0"/>
            </a:xfrm>
            <a:prstGeom prst="line">
              <a:avLst/>
            </a:prstGeom>
            <a:ln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2659B74B-18FF-46A4-9B90-4E6D52110A45}"/>
                </a:ext>
              </a:extLst>
            </p:cNvPr>
            <p:cNvSpPr/>
            <p:nvPr/>
          </p:nvSpPr>
          <p:spPr>
            <a:xfrm>
              <a:off x="3368549" y="3585093"/>
              <a:ext cx="60245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한전계약 전력</a:t>
              </a:r>
            </a:p>
          </p:txBody>
        </p:sp>
      </p:grp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AEC771C3-7933-4C29-B717-583CCFD95618}"/>
              </a:ext>
            </a:extLst>
          </p:cNvPr>
          <p:cNvGrpSpPr/>
          <p:nvPr/>
        </p:nvGrpSpPr>
        <p:grpSpPr>
          <a:xfrm>
            <a:off x="4184256" y="3649023"/>
            <a:ext cx="626762" cy="169277"/>
            <a:chOff x="3908621" y="3585093"/>
            <a:chExt cx="626762" cy="169277"/>
          </a:xfrm>
        </p:grpSpPr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76243E0E-EDEE-4D80-8422-C1BC68C21736}"/>
                </a:ext>
              </a:extLst>
            </p:cNvPr>
            <p:cNvCxnSpPr>
              <a:cxnSpLocks/>
            </p:cNvCxnSpPr>
            <p:nvPr/>
          </p:nvCxnSpPr>
          <p:spPr>
            <a:xfrm>
              <a:off x="3908621" y="3669731"/>
              <a:ext cx="108000" cy="0"/>
            </a:xfrm>
            <a:prstGeom prst="lin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233CE7E7-072F-44A5-BA00-51374EC344F2}"/>
                </a:ext>
              </a:extLst>
            </p:cNvPr>
            <p:cNvSpPr/>
            <p:nvPr/>
          </p:nvSpPr>
          <p:spPr>
            <a:xfrm>
              <a:off x="3944613" y="3585093"/>
              <a:ext cx="59077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요금적용 전력</a:t>
              </a:r>
            </a:p>
          </p:txBody>
        </p:sp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3E386E6E-3D1B-442C-99E4-F9F10F8F226D}"/>
              </a:ext>
            </a:extLst>
          </p:cNvPr>
          <p:cNvGrpSpPr/>
          <p:nvPr/>
        </p:nvGrpSpPr>
        <p:grpSpPr>
          <a:xfrm>
            <a:off x="273944" y="1885169"/>
            <a:ext cx="2528690" cy="835005"/>
            <a:chOff x="6177167" y="1700808"/>
            <a:chExt cx="2528690" cy="835005"/>
          </a:xfrm>
        </p:grpSpPr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FCECF29E-11A7-4CFF-B7F6-E48B982D6773}"/>
                </a:ext>
              </a:extLst>
            </p:cNvPr>
            <p:cNvGrpSpPr/>
            <p:nvPr/>
          </p:nvGrpSpPr>
          <p:grpSpPr>
            <a:xfrm>
              <a:off x="6177167" y="1700808"/>
              <a:ext cx="1926022" cy="721431"/>
              <a:chOff x="5692418" y="1753651"/>
              <a:chExt cx="3074464" cy="721431"/>
            </a:xfrm>
          </p:grpSpPr>
          <p:sp>
            <p:nvSpPr>
              <p:cNvPr id="88" name="직사각형 87">
                <a:extLst>
                  <a:ext uri="{FF2B5EF4-FFF2-40B4-BE49-F238E27FC236}">
                    <a16:creationId xmlns:a16="http://schemas.microsoft.com/office/drawing/2014/main" id="{1F70B0EC-ED9B-4C48-95BA-0269C3184AE5}"/>
                  </a:ext>
                </a:extLst>
              </p:cNvPr>
              <p:cNvSpPr/>
              <p:nvPr/>
            </p:nvSpPr>
            <p:spPr>
              <a:xfrm>
                <a:off x="5822353" y="2045047"/>
                <a:ext cx="2880000" cy="72008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9" name="직사각형 88">
                <a:extLst>
                  <a:ext uri="{FF2B5EF4-FFF2-40B4-BE49-F238E27FC236}">
                    <a16:creationId xmlns:a16="http://schemas.microsoft.com/office/drawing/2014/main" id="{95C62959-6F22-43B6-89F3-4E9015B44329}"/>
                  </a:ext>
                </a:extLst>
              </p:cNvPr>
              <p:cNvSpPr/>
              <p:nvPr/>
            </p:nvSpPr>
            <p:spPr>
              <a:xfrm>
                <a:off x="5822353" y="2403074"/>
                <a:ext cx="2880000" cy="72008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9E76E181-5B9A-4616-8EFE-026D8DB5FFBA}"/>
                  </a:ext>
                </a:extLst>
              </p:cNvPr>
              <p:cNvSpPr txBox="1"/>
              <p:nvPr/>
            </p:nvSpPr>
            <p:spPr>
              <a:xfrm>
                <a:off x="5692418" y="1843641"/>
                <a:ext cx="1124403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오늘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ko-KR" altLang="en-US" sz="700" b="1" dirty="0" err="1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충전량</a:t>
                </a:r>
                <a:endPara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E9F72634-2345-4BAD-9F25-F98752418607}"/>
                  </a:ext>
                </a:extLst>
              </p:cNvPr>
              <p:cNvSpPr txBox="1"/>
              <p:nvPr/>
            </p:nvSpPr>
            <p:spPr>
              <a:xfrm>
                <a:off x="5692418" y="2201668"/>
                <a:ext cx="1134900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오늘</a:t>
                </a:r>
                <a:r>
                  <a:rPr lang="en-US" altLang="ko-KR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ko-KR" altLang="en-US" sz="700" b="1" dirty="0" err="1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방전량</a:t>
                </a:r>
                <a:endParaRPr lang="ko-KR" altLang="en-US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4F0ED4C4-CFF4-4B73-850B-2038B3BB0C3A}"/>
                  </a:ext>
                </a:extLst>
              </p:cNvPr>
              <p:cNvSpPr txBox="1"/>
              <p:nvPr/>
            </p:nvSpPr>
            <p:spPr>
              <a:xfrm>
                <a:off x="7270746" y="1753651"/>
                <a:ext cx="1496136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1,350.5</a:t>
                </a:r>
                <a:r>
                  <a:rPr lang="en-US" altLang="ko-KR" sz="7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kWh</a:t>
                </a:r>
                <a:endParaRPr lang="ko-KR" altLang="en-US" sz="8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5BF30399-D7FF-44D9-8A80-7FD89F421F2F}"/>
                  </a:ext>
                </a:extLst>
              </p:cNvPr>
              <p:cNvSpPr txBox="1"/>
              <p:nvPr/>
            </p:nvSpPr>
            <p:spPr>
              <a:xfrm>
                <a:off x="7419971" y="2115095"/>
                <a:ext cx="134690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850.5</a:t>
                </a:r>
                <a:r>
                  <a:rPr lang="en-US" altLang="ko-KR" sz="7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kWh</a:t>
                </a:r>
                <a:endParaRPr lang="ko-KR" altLang="en-US" sz="8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82" name="그룹 81">
              <a:extLst>
                <a:ext uri="{FF2B5EF4-FFF2-40B4-BE49-F238E27FC236}">
                  <a16:creationId xmlns:a16="http://schemas.microsoft.com/office/drawing/2014/main" id="{168559AE-A8E5-4041-A997-3C2B894837ED}"/>
                </a:ext>
              </a:extLst>
            </p:cNvPr>
            <p:cNvGrpSpPr/>
            <p:nvPr/>
          </p:nvGrpSpPr>
          <p:grpSpPr>
            <a:xfrm>
              <a:off x="8123038" y="1772816"/>
              <a:ext cx="582819" cy="762997"/>
              <a:chOff x="8066098" y="1891729"/>
              <a:chExt cx="639759" cy="762997"/>
            </a:xfrm>
          </p:grpSpPr>
          <p:pic>
            <p:nvPicPr>
              <p:cNvPr id="85" name="Picture 6" descr="batteryì ëí ì´ë¯¸ì§ ê²ìê²°ê³¼">
                <a:extLst>
                  <a:ext uri="{FF2B5EF4-FFF2-40B4-BE49-F238E27FC236}">
                    <a16:creationId xmlns:a16="http://schemas.microsoft.com/office/drawing/2014/main" id="{4B5514D0-D7FF-48C4-A980-B69C5FF9A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4661" y="2092093"/>
                <a:ext cx="562633" cy="56263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DE241CF2-1630-4E28-AFB0-D875E7DCDED3}"/>
                  </a:ext>
                </a:extLst>
              </p:cNvPr>
              <p:cNvSpPr txBox="1"/>
              <p:nvPr/>
            </p:nvSpPr>
            <p:spPr>
              <a:xfrm>
                <a:off x="8087885" y="1891729"/>
                <a:ext cx="596185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SOC(</a:t>
                </a:r>
                <a:r>
                  <a:rPr lang="ko-KR" altLang="en-US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잔량</a:t>
                </a:r>
                <a:r>
                  <a:rPr lang="en-US" altLang="ko-KR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)</a:t>
                </a:r>
                <a:endParaRPr lang="ko-KR" altLang="en-US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5B0F6A88-E8E0-4CA7-851C-FE4F62A6FBAE}"/>
                  </a:ext>
                </a:extLst>
              </p:cNvPr>
              <p:cNvSpPr txBox="1"/>
              <p:nvPr/>
            </p:nvSpPr>
            <p:spPr>
              <a:xfrm>
                <a:off x="8066098" y="2016579"/>
                <a:ext cx="639759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1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85.5</a:t>
                </a:r>
                <a:r>
                  <a:rPr lang="en-US" altLang="ko-KR" sz="6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%</a:t>
                </a:r>
                <a:endPara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29BE7225-41AF-42CC-A0FE-0F821D41799C}"/>
                </a:ext>
              </a:extLst>
            </p:cNvPr>
            <p:cNvSpPr/>
            <p:nvPr/>
          </p:nvSpPr>
          <p:spPr>
            <a:xfrm>
              <a:off x="7703543" y="1990090"/>
              <a:ext cx="360000" cy="684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1503B530-C9B9-4E10-89F3-45CE8A0602A7}"/>
                </a:ext>
              </a:extLst>
            </p:cNvPr>
            <p:cNvSpPr/>
            <p:nvPr/>
          </p:nvSpPr>
          <p:spPr>
            <a:xfrm>
              <a:off x="7524536" y="2351662"/>
              <a:ext cx="540000" cy="684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9F340A0B-4856-4005-86F6-B3076CBA8CE3}"/>
              </a:ext>
            </a:extLst>
          </p:cNvPr>
          <p:cNvCxnSpPr>
            <a:cxnSpLocks/>
          </p:cNvCxnSpPr>
          <p:nvPr/>
        </p:nvCxnSpPr>
        <p:spPr>
          <a:xfrm>
            <a:off x="2938810" y="1887730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5492D68-2FC4-4CB4-A595-6621D5FE8DDC}"/>
              </a:ext>
            </a:extLst>
          </p:cNvPr>
          <p:cNvSpPr/>
          <p:nvPr/>
        </p:nvSpPr>
        <p:spPr>
          <a:xfrm>
            <a:off x="5810955" y="1802597"/>
            <a:ext cx="182053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현황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47E5037A-FFD1-446C-BD26-D58DACF2998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3" y="1985340"/>
          <a:ext cx="2295059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214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97" name="그룹 96">
            <a:extLst>
              <a:ext uri="{FF2B5EF4-FFF2-40B4-BE49-F238E27FC236}">
                <a16:creationId xmlns:a16="http://schemas.microsoft.com/office/drawing/2014/main" id="{302B5A77-0813-4FBC-9FB0-C62C56BB230E}"/>
              </a:ext>
            </a:extLst>
          </p:cNvPr>
          <p:cNvGrpSpPr/>
          <p:nvPr/>
        </p:nvGrpSpPr>
        <p:grpSpPr>
          <a:xfrm>
            <a:off x="6127556" y="2541597"/>
            <a:ext cx="114467" cy="310233"/>
            <a:chOff x="1234728" y="4790879"/>
            <a:chExt cx="144016" cy="310233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EDD4EEEF-7461-4E90-949E-1A1571E16BB1}"/>
                </a:ext>
              </a:extLst>
            </p:cNvPr>
            <p:cNvSpPr/>
            <p:nvPr/>
          </p:nvSpPr>
          <p:spPr>
            <a:xfrm>
              <a:off x="1234728" y="4836597"/>
              <a:ext cx="144016" cy="264515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57664B3A-8427-494A-A382-067A9049F1A5}"/>
                </a:ext>
              </a:extLst>
            </p:cNvPr>
            <p:cNvSpPr/>
            <p:nvPr/>
          </p:nvSpPr>
          <p:spPr>
            <a:xfrm>
              <a:off x="1234728" y="4790879"/>
              <a:ext cx="144016" cy="175215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BD8DBEB-FCFB-4A9E-9E76-898DF67CD146}"/>
              </a:ext>
            </a:extLst>
          </p:cNvPr>
          <p:cNvSpPr/>
          <p:nvPr/>
        </p:nvSpPr>
        <p:spPr>
          <a:xfrm>
            <a:off x="6295753" y="2515389"/>
            <a:ext cx="115200" cy="33644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0207C4C3-F123-4D15-991E-9B817D38581F}"/>
              </a:ext>
            </a:extLst>
          </p:cNvPr>
          <p:cNvGrpSpPr/>
          <p:nvPr/>
        </p:nvGrpSpPr>
        <p:grpSpPr>
          <a:xfrm>
            <a:off x="6463950" y="2585693"/>
            <a:ext cx="114467" cy="266137"/>
            <a:chOff x="1907704" y="3275281"/>
            <a:chExt cx="288032" cy="535432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66A33D6C-E258-4AB8-AD5D-72F68762BB7E}"/>
                </a:ext>
              </a:extLst>
            </p:cNvPr>
            <p:cNvSpPr/>
            <p:nvPr/>
          </p:nvSpPr>
          <p:spPr>
            <a:xfrm>
              <a:off x="1907704" y="3321001"/>
              <a:ext cx="288032" cy="489712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390AC3DE-B918-4734-8680-8A7CC843E6A3}"/>
                </a:ext>
              </a:extLst>
            </p:cNvPr>
            <p:cNvSpPr/>
            <p:nvPr/>
          </p:nvSpPr>
          <p:spPr>
            <a:xfrm>
              <a:off x="1907704" y="3275281"/>
              <a:ext cx="288032" cy="289487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EDDCF0FF-12B0-4CE9-9086-CEE4DF9DB870}"/>
              </a:ext>
            </a:extLst>
          </p:cNvPr>
          <p:cNvSpPr/>
          <p:nvPr/>
        </p:nvSpPr>
        <p:spPr>
          <a:xfrm>
            <a:off x="6593218" y="2707940"/>
            <a:ext cx="114467" cy="14389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06" name="표 105">
            <a:extLst>
              <a:ext uri="{FF2B5EF4-FFF2-40B4-BE49-F238E27FC236}">
                <a16:creationId xmlns:a16="http://schemas.microsoft.com/office/drawing/2014/main" id="{AECF42C3-9927-4567-83AD-65A5BAE8128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91742" y="3055006"/>
          <a:ext cx="2547265" cy="15056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7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kWh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88949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0C4EF8B6-D6E2-42B1-909B-5808D638D80C}"/>
              </a:ext>
            </a:extLst>
          </p:cNvPr>
          <p:cNvGrpSpPr/>
          <p:nvPr/>
        </p:nvGrpSpPr>
        <p:grpSpPr>
          <a:xfrm>
            <a:off x="574906" y="3980766"/>
            <a:ext cx="1526152" cy="367021"/>
            <a:chOff x="1354667" y="3680460"/>
            <a:chExt cx="4732866" cy="586740"/>
          </a:xfrm>
        </p:grpSpPr>
        <p:sp>
          <p:nvSpPr>
            <p:cNvPr id="108" name="자유형 5">
              <a:extLst>
                <a:ext uri="{FF2B5EF4-FFF2-40B4-BE49-F238E27FC236}">
                  <a16:creationId xmlns:a16="http://schemas.microsoft.com/office/drawing/2014/main" id="{298F7A9C-ACD2-40BA-87FC-AFE06A6AF2DB}"/>
                </a:ext>
              </a:extLst>
            </p:cNvPr>
            <p:cNvSpPr/>
            <p:nvPr/>
          </p:nvSpPr>
          <p:spPr>
            <a:xfrm>
              <a:off x="2286000" y="3680460"/>
              <a:ext cx="1733550" cy="453390"/>
            </a:xfrm>
            <a:custGeom>
              <a:avLst/>
              <a:gdLst>
                <a:gd name="connsiteX0" fmla="*/ 0 w 1733550"/>
                <a:gd name="connsiteY0" fmla="*/ 171450 h 453390"/>
                <a:gd name="connsiteX1" fmla="*/ 582930 w 1733550"/>
                <a:gd name="connsiteY1" fmla="*/ 430530 h 453390"/>
                <a:gd name="connsiteX2" fmla="*/ 864870 w 1733550"/>
                <a:gd name="connsiteY2" fmla="*/ 453390 h 453390"/>
                <a:gd name="connsiteX3" fmla="*/ 1165860 w 1733550"/>
                <a:gd name="connsiteY3" fmla="*/ 419100 h 453390"/>
                <a:gd name="connsiteX4" fmla="*/ 1482090 w 1733550"/>
                <a:gd name="connsiteY4" fmla="*/ 106680 h 453390"/>
                <a:gd name="connsiteX5" fmla="*/ 1733550 w 1733550"/>
                <a:gd name="connsiteY5" fmla="*/ 0 h 453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550" h="453390">
                  <a:moveTo>
                    <a:pt x="0" y="171450"/>
                  </a:moveTo>
                  <a:lnTo>
                    <a:pt x="582930" y="430530"/>
                  </a:lnTo>
                  <a:lnTo>
                    <a:pt x="864870" y="453390"/>
                  </a:lnTo>
                  <a:lnTo>
                    <a:pt x="1165860" y="419100"/>
                  </a:lnTo>
                  <a:lnTo>
                    <a:pt x="1482090" y="106680"/>
                  </a:lnTo>
                  <a:lnTo>
                    <a:pt x="1733550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9" name="자유형 4">
              <a:extLst>
                <a:ext uri="{FF2B5EF4-FFF2-40B4-BE49-F238E27FC236}">
                  <a16:creationId xmlns:a16="http://schemas.microsoft.com/office/drawing/2014/main" id="{2D51EF02-CE9C-474D-9D99-B911FDC95FA5}"/>
                </a:ext>
              </a:extLst>
            </p:cNvPr>
            <p:cNvSpPr/>
            <p:nvPr/>
          </p:nvSpPr>
          <p:spPr>
            <a:xfrm rot="10259621">
              <a:off x="2260738" y="3727732"/>
              <a:ext cx="1757660" cy="90164"/>
            </a:xfrm>
            <a:custGeom>
              <a:avLst/>
              <a:gdLst>
                <a:gd name="connsiteX0" fmla="*/ 0 w 1761066"/>
                <a:gd name="connsiteY0" fmla="*/ 177800 h 228600"/>
                <a:gd name="connsiteX1" fmla="*/ 601133 w 1761066"/>
                <a:gd name="connsiteY1" fmla="*/ 228600 h 228600"/>
                <a:gd name="connsiteX2" fmla="*/ 905933 w 1761066"/>
                <a:gd name="connsiteY2" fmla="*/ 177800 h 228600"/>
                <a:gd name="connsiteX3" fmla="*/ 1159933 w 1761066"/>
                <a:gd name="connsiteY3" fmla="*/ 127000 h 228600"/>
                <a:gd name="connsiteX4" fmla="*/ 1498600 w 1761066"/>
                <a:gd name="connsiteY4" fmla="*/ 59267 h 228600"/>
                <a:gd name="connsiteX5" fmla="*/ 1761066 w 1761066"/>
                <a:gd name="connsiteY5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1066" h="228600">
                  <a:moveTo>
                    <a:pt x="0" y="177800"/>
                  </a:moveTo>
                  <a:lnTo>
                    <a:pt x="601133" y="228600"/>
                  </a:lnTo>
                  <a:lnTo>
                    <a:pt x="905933" y="177800"/>
                  </a:lnTo>
                  <a:lnTo>
                    <a:pt x="1159933" y="127000"/>
                  </a:lnTo>
                  <a:lnTo>
                    <a:pt x="1498600" y="59267"/>
                  </a:lnTo>
                  <a:lnTo>
                    <a:pt x="1761066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0" name="자유형 7">
              <a:extLst>
                <a:ext uri="{FF2B5EF4-FFF2-40B4-BE49-F238E27FC236}">
                  <a16:creationId xmlns:a16="http://schemas.microsoft.com/office/drawing/2014/main" id="{0B38DE36-BF1B-4E8A-AA25-709AC0E1482B}"/>
                </a:ext>
              </a:extLst>
            </p:cNvPr>
            <p:cNvSpPr/>
            <p:nvPr/>
          </p:nvSpPr>
          <p:spPr>
            <a:xfrm>
              <a:off x="4023360" y="3699510"/>
              <a:ext cx="2049780" cy="567690"/>
            </a:xfrm>
            <a:custGeom>
              <a:avLst/>
              <a:gdLst>
                <a:gd name="connsiteX0" fmla="*/ 0 w 2049780"/>
                <a:gd name="connsiteY0" fmla="*/ 0 h 567690"/>
                <a:gd name="connsiteX1" fmla="*/ 331470 w 2049780"/>
                <a:gd name="connsiteY1" fmla="*/ 60960 h 567690"/>
                <a:gd name="connsiteX2" fmla="*/ 640080 w 2049780"/>
                <a:gd name="connsiteY2" fmla="*/ 220980 h 567690"/>
                <a:gd name="connsiteX3" fmla="*/ 1242060 w 2049780"/>
                <a:gd name="connsiteY3" fmla="*/ 236220 h 567690"/>
                <a:gd name="connsiteX4" fmla="*/ 1684020 w 2049780"/>
                <a:gd name="connsiteY4" fmla="*/ 144780 h 567690"/>
                <a:gd name="connsiteX5" fmla="*/ 2049780 w 2049780"/>
                <a:gd name="connsiteY5" fmla="*/ 19050 h 567690"/>
                <a:gd name="connsiteX6" fmla="*/ 1779270 w 2049780"/>
                <a:gd name="connsiteY6" fmla="*/ 346710 h 567690"/>
                <a:gd name="connsiteX7" fmla="*/ 1249680 w 2049780"/>
                <a:gd name="connsiteY7" fmla="*/ 567690 h 567690"/>
                <a:gd name="connsiteX8" fmla="*/ 621030 w 2049780"/>
                <a:gd name="connsiteY8" fmla="*/ 563880 h 567690"/>
                <a:gd name="connsiteX9" fmla="*/ 308610 w 2049780"/>
                <a:gd name="connsiteY9" fmla="*/ 419100 h 567690"/>
                <a:gd name="connsiteX10" fmla="*/ 0 w 2049780"/>
                <a:gd name="connsiteY10" fmla="*/ 0 h 56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49780" h="567690">
                  <a:moveTo>
                    <a:pt x="0" y="0"/>
                  </a:moveTo>
                  <a:lnTo>
                    <a:pt x="331470" y="60960"/>
                  </a:lnTo>
                  <a:lnTo>
                    <a:pt x="640080" y="220980"/>
                  </a:lnTo>
                  <a:lnTo>
                    <a:pt x="1242060" y="236220"/>
                  </a:lnTo>
                  <a:lnTo>
                    <a:pt x="1684020" y="144780"/>
                  </a:lnTo>
                  <a:lnTo>
                    <a:pt x="2049780" y="19050"/>
                  </a:lnTo>
                  <a:lnTo>
                    <a:pt x="1779270" y="346710"/>
                  </a:lnTo>
                  <a:lnTo>
                    <a:pt x="1249680" y="567690"/>
                  </a:lnTo>
                  <a:lnTo>
                    <a:pt x="621030" y="563880"/>
                  </a:lnTo>
                  <a:lnTo>
                    <a:pt x="308610" y="419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1" name="자유형 1">
              <a:extLst>
                <a:ext uri="{FF2B5EF4-FFF2-40B4-BE49-F238E27FC236}">
                  <a16:creationId xmlns:a16="http://schemas.microsoft.com/office/drawing/2014/main" id="{ED9718AB-5CCD-47D4-BA5B-DCA054E7B676}"/>
                </a:ext>
              </a:extLst>
            </p:cNvPr>
            <p:cNvSpPr/>
            <p:nvPr/>
          </p:nvSpPr>
          <p:spPr>
            <a:xfrm>
              <a:off x="1354667" y="3683000"/>
              <a:ext cx="4732866" cy="584200"/>
            </a:xfrm>
            <a:custGeom>
              <a:avLst/>
              <a:gdLst>
                <a:gd name="connsiteX0" fmla="*/ 0 w 4732866"/>
                <a:gd name="connsiteY0" fmla="*/ 330200 h 584200"/>
                <a:gd name="connsiteX1" fmla="*/ 262466 w 4732866"/>
                <a:gd name="connsiteY1" fmla="*/ 169333 h 584200"/>
                <a:gd name="connsiteX2" fmla="*/ 575733 w 4732866"/>
                <a:gd name="connsiteY2" fmla="*/ 279400 h 584200"/>
                <a:gd name="connsiteX3" fmla="*/ 905933 w 4732866"/>
                <a:gd name="connsiteY3" fmla="*/ 169333 h 584200"/>
                <a:gd name="connsiteX4" fmla="*/ 1193800 w 4732866"/>
                <a:gd name="connsiteY4" fmla="*/ 296333 h 584200"/>
                <a:gd name="connsiteX5" fmla="*/ 1507066 w 4732866"/>
                <a:gd name="connsiteY5" fmla="*/ 431800 h 584200"/>
                <a:gd name="connsiteX6" fmla="*/ 1794933 w 4732866"/>
                <a:gd name="connsiteY6" fmla="*/ 457200 h 584200"/>
                <a:gd name="connsiteX7" fmla="*/ 2091266 w 4732866"/>
                <a:gd name="connsiteY7" fmla="*/ 423333 h 584200"/>
                <a:gd name="connsiteX8" fmla="*/ 2413000 w 4732866"/>
                <a:gd name="connsiteY8" fmla="*/ 101600 h 584200"/>
                <a:gd name="connsiteX9" fmla="*/ 2667000 w 4732866"/>
                <a:gd name="connsiteY9" fmla="*/ 0 h 584200"/>
                <a:gd name="connsiteX10" fmla="*/ 2971800 w 4732866"/>
                <a:gd name="connsiteY10" fmla="*/ 431800 h 584200"/>
                <a:gd name="connsiteX11" fmla="*/ 3293533 w 4732866"/>
                <a:gd name="connsiteY11" fmla="*/ 567267 h 584200"/>
                <a:gd name="connsiteX12" fmla="*/ 3615266 w 4732866"/>
                <a:gd name="connsiteY12" fmla="*/ 558800 h 584200"/>
                <a:gd name="connsiteX13" fmla="*/ 3911600 w 4732866"/>
                <a:gd name="connsiteY13" fmla="*/ 584200 h 584200"/>
                <a:gd name="connsiteX14" fmla="*/ 4199466 w 4732866"/>
                <a:gd name="connsiteY14" fmla="*/ 440267 h 584200"/>
                <a:gd name="connsiteX15" fmla="*/ 4453466 w 4732866"/>
                <a:gd name="connsiteY15" fmla="*/ 364067 h 584200"/>
                <a:gd name="connsiteX16" fmla="*/ 4732866 w 4732866"/>
                <a:gd name="connsiteY16" fmla="*/ 16933 h 58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732866" h="584200">
                  <a:moveTo>
                    <a:pt x="0" y="330200"/>
                  </a:moveTo>
                  <a:lnTo>
                    <a:pt x="262466" y="169333"/>
                  </a:lnTo>
                  <a:lnTo>
                    <a:pt x="575733" y="279400"/>
                  </a:lnTo>
                  <a:lnTo>
                    <a:pt x="905933" y="169333"/>
                  </a:lnTo>
                  <a:lnTo>
                    <a:pt x="1193800" y="296333"/>
                  </a:lnTo>
                  <a:lnTo>
                    <a:pt x="1507066" y="431800"/>
                  </a:lnTo>
                  <a:lnTo>
                    <a:pt x="1794933" y="457200"/>
                  </a:lnTo>
                  <a:lnTo>
                    <a:pt x="2091266" y="423333"/>
                  </a:lnTo>
                  <a:lnTo>
                    <a:pt x="2413000" y="101600"/>
                  </a:lnTo>
                  <a:lnTo>
                    <a:pt x="2667000" y="0"/>
                  </a:lnTo>
                  <a:lnTo>
                    <a:pt x="2971800" y="431800"/>
                  </a:lnTo>
                  <a:lnTo>
                    <a:pt x="3293533" y="567267"/>
                  </a:lnTo>
                  <a:lnTo>
                    <a:pt x="3615266" y="558800"/>
                  </a:lnTo>
                  <a:lnTo>
                    <a:pt x="3911600" y="584200"/>
                  </a:lnTo>
                  <a:lnTo>
                    <a:pt x="4199466" y="440267"/>
                  </a:lnTo>
                  <a:lnTo>
                    <a:pt x="4453466" y="364067"/>
                  </a:lnTo>
                  <a:lnTo>
                    <a:pt x="4732866" y="16933"/>
                  </a:lnTo>
                </a:path>
              </a:pathLst>
            </a:custGeom>
            <a:ln w="222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C2BEAF07-29E1-4E0A-AD98-44A528D46F68}"/>
              </a:ext>
            </a:extLst>
          </p:cNvPr>
          <p:cNvSpPr txBox="1"/>
          <p:nvPr/>
        </p:nvSpPr>
        <p:spPr>
          <a:xfrm>
            <a:off x="222795" y="2840555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사용량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구성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(DER)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F992A0CF-FD53-4105-99A2-BCAC3A4AE812}"/>
              </a:ext>
            </a:extLst>
          </p:cNvPr>
          <p:cNvGrpSpPr/>
          <p:nvPr/>
        </p:nvGrpSpPr>
        <p:grpSpPr>
          <a:xfrm>
            <a:off x="512960" y="4519346"/>
            <a:ext cx="2088232" cy="254366"/>
            <a:chOff x="766046" y="3528551"/>
            <a:chExt cx="2088232" cy="254366"/>
          </a:xfrm>
        </p:grpSpPr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DCD8F9D2-4BE9-4187-8F1E-9957DBD32782}"/>
                </a:ext>
              </a:extLst>
            </p:cNvPr>
            <p:cNvGrpSpPr/>
            <p:nvPr/>
          </p:nvGrpSpPr>
          <p:grpSpPr>
            <a:xfrm>
              <a:off x="1558134" y="3547722"/>
              <a:ext cx="631876" cy="216024"/>
              <a:chOff x="1187624" y="4744315"/>
              <a:chExt cx="631876" cy="216024"/>
            </a:xfrm>
          </p:grpSpPr>
          <p:sp>
            <p:nvSpPr>
              <p:cNvPr id="121" name="직사각형 120">
                <a:extLst>
                  <a:ext uri="{FF2B5EF4-FFF2-40B4-BE49-F238E27FC236}">
                    <a16:creationId xmlns:a16="http://schemas.microsoft.com/office/drawing/2014/main" id="{85D1B163-F308-4C13-9E54-6336920F0856}"/>
                  </a:ext>
                </a:extLst>
              </p:cNvPr>
              <p:cNvSpPr/>
              <p:nvPr/>
            </p:nvSpPr>
            <p:spPr>
              <a:xfrm>
                <a:off x="118762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3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ESS </a:t>
                </a:r>
                <a:r>
                  <a:rPr lang="ko-KR" altLang="en-US" sz="500" b="1" dirty="0">
                    <a:solidFill>
                      <a:schemeClr val="accent3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사용</a:t>
                </a:r>
              </a:p>
            </p:txBody>
          </p:sp>
          <p:sp>
            <p:nvSpPr>
              <p:cNvPr id="122" name="직사각형 121">
                <a:extLst>
                  <a:ext uri="{FF2B5EF4-FFF2-40B4-BE49-F238E27FC236}">
                    <a16:creationId xmlns:a16="http://schemas.microsoft.com/office/drawing/2014/main" id="{457EC856-9257-4A1C-9E47-5ABC04F7C002}"/>
                  </a:ext>
                </a:extLst>
              </p:cNvPr>
              <p:cNvSpPr/>
              <p:nvPr/>
            </p:nvSpPr>
            <p:spPr>
              <a:xfrm>
                <a:off x="147565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10%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5" name="그룹 114">
              <a:extLst>
                <a:ext uri="{FF2B5EF4-FFF2-40B4-BE49-F238E27FC236}">
                  <a16:creationId xmlns:a16="http://schemas.microsoft.com/office/drawing/2014/main" id="{63C5332A-63BC-415B-9AF8-6D929E320046}"/>
                </a:ext>
              </a:extLst>
            </p:cNvPr>
            <p:cNvGrpSpPr/>
            <p:nvPr/>
          </p:nvGrpSpPr>
          <p:grpSpPr>
            <a:xfrm>
              <a:off x="2278214" y="3528551"/>
              <a:ext cx="576064" cy="254366"/>
              <a:chOff x="1907704" y="4725144"/>
              <a:chExt cx="576064" cy="254366"/>
            </a:xfrm>
          </p:grpSpPr>
          <p:sp>
            <p:nvSpPr>
              <p:cNvPr id="119" name="직사각형 118">
                <a:extLst>
                  <a:ext uri="{FF2B5EF4-FFF2-40B4-BE49-F238E27FC236}">
                    <a16:creationId xmlns:a16="http://schemas.microsoft.com/office/drawing/2014/main" id="{6CA947FB-19A7-4EA8-A25A-93ECA996052A}"/>
                  </a:ext>
                </a:extLst>
              </p:cNvPr>
              <p:cNvSpPr/>
              <p:nvPr/>
            </p:nvSpPr>
            <p:spPr>
              <a:xfrm>
                <a:off x="190770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2">
                        <a:lumMod val="40000"/>
                        <a:lumOff val="6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PV </a:t>
                </a:r>
                <a:r>
                  <a:rPr lang="ko-KR" altLang="en-US" sz="500" b="1" dirty="0">
                    <a:solidFill>
                      <a:schemeClr val="accent2">
                        <a:lumMod val="40000"/>
                        <a:lumOff val="6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사용</a:t>
                </a:r>
              </a:p>
            </p:txBody>
          </p:sp>
          <p:sp>
            <p:nvSpPr>
              <p:cNvPr id="120" name="직사각형 119">
                <a:extLst>
                  <a:ext uri="{FF2B5EF4-FFF2-40B4-BE49-F238E27FC236}">
                    <a16:creationId xmlns:a16="http://schemas.microsoft.com/office/drawing/2014/main" id="{8D983A37-1838-487A-A656-E7DD0843C05D}"/>
                  </a:ext>
                </a:extLst>
              </p:cNvPr>
              <p:cNvSpPr/>
              <p:nvPr/>
            </p:nvSpPr>
            <p:spPr>
              <a:xfrm>
                <a:off x="2213173" y="4725144"/>
                <a:ext cx="270595" cy="254366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9%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6" name="그룹 115">
              <a:extLst>
                <a:ext uri="{FF2B5EF4-FFF2-40B4-BE49-F238E27FC236}">
                  <a16:creationId xmlns:a16="http://schemas.microsoft.com/office/drawing/2014/main" id="{E9452DD6-1779-4C8D-BF9E-621BFE929D70}"/>
                </a:ext>
              </a:extLst>
            </p:cNvPr>
            <p:cNvGrpSpPr/>
            <p:nvPr/>
          </p:nvGrpSpPr>
          <p:grpSpPr>
            <a:xfrm>
              <a:off x="766046" y="3547722"/>
              <a:ext cx="703884" cy="216024"/>
              <a:chOff x="395536" y="4744315"/>
              <a:chExt cx="703884" cy="216024"/>
            </a:xfrm>
          </p:grpSpPr>
          <p:sp>
            <p:nvSpPr>
              <p:cNvPr id="117" name="직사각형 116">
                <a:extLst>
                  <a:ext uri="{FF2B5EF4-FFF2-40B4-BE49-F238E27FC236}">
                    <a16:creationId xmlns:a16="http://schemas.microsoft.com/office/drawing/2014/main" id="{CE38C945-7371-4D4E-9F85-1BDC5426E86E}"/>
                  </a:ext>
                </a:extLst>
              </p:cNvPr>
              <p:cNvSpPr/>
              <p:nvPr/>
            </p:nvSpPr>
            <p:spPr>
              <a:xfrm>
                <a:off x="395536" y="4781396"/>
                <a:ext cx="356537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한전 사용</a:t>
                </a:r>
              </a:p>
            </p:txBody>
          </p:sp>
          <p:sp>
            <p:nvSpPr>
              <p:cNvPr id="118" name="직사각형 117">
                <a:extLst>
                  <a:ext uri="{FF2B5EF4-FFF2-40B4-BE49-F238E27FC236}">
                    <a16:creationId xmlns:a16="http://schemas.microsoft.com/office/drawing/2014/main" id="{2FFF6D7F-6812-4828-89ED-27AB3E94AE6A}"/>
                  </a:ext>
                </a:extLst>
              </p:cNvPr>
              <p:cNvSpPr/>
              <p:nvPr/>
            </p:nvSpPr>
            <p:spPr>
              <a:xfrm>
                <a:off x="75557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rgbClr val="FF0000"/>
                    </a:solidFill>
                    <a:latin typeface="맑은 고딕" pitchFamily="50" charset="-127"/>
                    <a:ea typeface="맑은 고딕" pitchFamily="50" charset="-127"/>
                  </a:rPr>
                  <a:t>81%</a:t>
                </a:r>
                <a:endParaRPr lang="ko-KR" altLang="en-US" sz="10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FB7626DC-0BE0-48BE-8733-EBFA8912AC7B}"/>
              </a:ext>
            </a:extLst>
          </p:cNvPr>
          <p:cNvGrpSpPr/>
          <p:nvPr/>
        </p:nvGrpSpPr>
        <p:grpSpPr>
          <a:xfrm>
            <a:off x="1210790" y="2810709"/>
            <a:ext cx="1673038" cy="254348"/>
            <a:chOff x="6419190" y="4725153"/>
            <a:chExt cx="1673038" cy="254348"/>
          </a:xfrm>
        </p:grpSpPr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676CE03A-FB8B-4383-B3CB-14BB46D8F3EF}"/>
                </a:ext>
              </a:extLst>
            </p:cNvPr>
            <p:cNvSpPr/>
            <p:nvPr/>
          </p:nvSpPr>
          <p:spPr>
            <a:xfrm>
              <a:off x="7139098" y="4776288"/>
              <a:ext cx="390541" cy="18233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071A8EE2-4490-4B99-942C-0FB01425840E}"/>
                </a:ext>
              </a:extLst>
            </p:cNvPr>
            <p:cNvSpPr/>
            <p:nvPr/>
          </p:nvSpPr>
          <p:spPr>
            <a:xfrm>
              <a:off x="7494198" y="4725153"/>
              <a:ext cx="462178" cy="25434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900</a:t>
              </a:r>
              <a:endParaRPr lang="ko-KR" altLang="en-US" sz="1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C4922241-0799-457E-A331-584B25A20B3C}"/>
                </a:ext>
              </a:extLst>
            </p:cNvPr>
            <p:cNvSpPr/>
            <p:nvPr/>
          </p:nvSpPr>
          <p:spPr>
            <a:xfrm>
              <a:off x="7876204" y="4795451"/>
              <a:ext cx="216024" cy="144013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4769895E-4040-40AE-A7F6-FC257D000FAC}"/>
                </a:ext>
              </a:extLst>
            </p:cNvPr>
            <p:cNvSpPr/>
            <p:nvPr/>
          </p:nvSpPr>
          <p:spPr>
            <a:xfrm>
              <a:off x="6419190" y="4775713"/>
              <a:ext cx="725954" cy="18235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YYYY-MM-DD hh:mm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CF1D8DCD-6519-44D7-B38C-89402B2513C3}"/>
              </a:ext>
            </a:extLst>
          </p:cNvPr>
          <p:cNvGrpSpPr/>
          <p:nvPr/>
        </p:nvGrpSpPr>
        <p:grpSpPr>
          <a:xfrm>
            <a:off x="7354339" y="1196752"/>
            <a:ext cx="943186" cy="181080"/>
            <a:chOff x="5772819" y="420208"/>
            <a:chExt cx="943186" cy="207079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038B6921-08F5-4E82-B777-2D4B4369B4D5}"/>
                </a:ext>
              </a:extLst>
            </p:cNvPr>
            <p:cNvSpPr txBox="1"/>
            <p:nvPr/>
          </p:nvSpPr>
          <p:spPr>
            <a:xfrm>
              <a:off x="5772819" y="420208"/>
              <a:ext cx="943186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군관리로 돌아가기</a:t>
              </a:r>
            </a:p>
          </p:txBody>
        </p:sp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EDF61E98-2544-4850-8CFA-B38B7C8E24CB}"/>
                </a:ext>
              </a:extLst>
            </p:cNvPr>
            <p:cNvSpPr/>
            <p:nvPr/>
          </p:nvSpPr>
          <p:spPr>
            <a:xfrm>
              <a:off x="5797598" y="454187"/>
              <a:ext cx="893629" cy="173100"/>
            </a:xfrm>
            <a:prstGeom prst="round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1" name="말풍선: 사각형 130">
            <a:extLst>
              <a:ext uri="{FF2B5EF4-FFF2-40B4-BE49-F238E27FC236}">
                <a16:creationId xmlns:a16="http://schemas.microsoft.com/office/drawing/2014/main" id="{1F4A2584-477E-4D99-8B50-A7F8FE7F69D4}"/>
              </a:ext>
            </a:extLst>
          </p:cNvPr>
          <p:cNvSpPr/>
          <p:nvPr/>
        </p:nvSpPr>
        <p:spPr>
          <a:xfrm>
            <a:off x="3657131" y="2616085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90B9AB95-17F4-4035-B5AC-1342E5A3C398}"/>
              </a:ext>
            </a:extLst>
          </p:cNvPr>
          <p:cNvSpPr/>
          <p:nvPr/>
        </p:nvSpPr>
        <p:spPr>
          <a:xfrm>
            <a:off x="3073112" y="4138270"/>
            <a:ext cx="599739" cy="307364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E629848E-07A0-4734-88F3-EA2E6E887EFF}"/>
              </a:ext>
            </a:extLst>
          </p:cNvPr>
          <p:cNvSpPr/>
          <p:nvPr/>
        </p:nvSpPr>
        <p:spPr>
          <a:xfrm>
            <a:off x="3723621" y="4145558"/>
            <a:ext cx="599739" cy="292788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0746F83A-1DDC-4D37-A469-D684FB61CA74}"/>
              </a:ext>
            </a:extLst>
          </p:cNvPr>
          <p:cNvSpPr/>
          <p:nvPr/>
        </p:nvSpPr>
        <p:spPr>
          <a:xfrm>
            <a:off x="4374130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F5B3B89A-3054-4ADF-86AA-452CC5FF720D}"/>
              </a:ext>
            </a:extLst>
          </p:cNvPr>
          <p:cNvSpPr/>
          <p:nvPr/>
        </p:nvSpPr>
        <p:spPr>
          <a:xfrm>
            <a:off x="5024639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41BAA6F0-79D1-4676-8896-19BC5BBBB238}"/>
              </a:ext>
            </a:extLst>
          </p:cNvPr>
          <p:cNvSpPr/>
          <p:nvPr/>
        </p:nvSpPr>
        <p:spPr>
          <a:xfrm>
            <a:off x="3073112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사각형: 둥근 모서리 136">
            <a:extLst>
              <a:ext uri="{FF2B5EF4-FFF2-40B4-BE49-F238E27FC236}">
                <a16:creationId xmlns:a16="http://schemas.microsoft.com/office/drawing/2014/main" id="{8A7F9969-F7A2-4960-A4B3-B33E2AF8FA44}"/>
              </a:ext>
            </a:extLst>
          </p:cNvPr>
          <p:cNvSpPr/>
          <p:nvPr/>
        </p:nvSpPr>
        <p:spPr>
          <a:xfrm>
            <a:off x="3723621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사각형: 둥근 모서리 137">
            <a:extLst>
              <a:ext uri="{FF2B5EF4-FFF2-40B4-BE49-F238E27FC236}">
                <a16:creationId xmlns:a16="http://schemas.microsoft.com/office/drawing/2014/main" id="{2AC3D3A0-8D1D-45D6-BB76-49B845C7F76C}"/>
              </a:ext>
            </a:extLst>
          </p:cNvPr>
          <p:cNvSpPr/>
          <p:nvPr/>
        </p:nvSpPr>
        <p:spPr>
          <a:xfrm>
            <a:off x="4374130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사각형: 둥근 모서리 138">
            <a:extLst>
              <a:ext uri="{FF2B5EF4-FFF2-40B4-BE49-F238E27FC236}">
                <a16:creationId xmlns:a16="http://schemas.microsoft.com/office/drawing/2014/main" id="{2D4023E6-BFA8-420B-BF10-34E5DCCA2BEE}"/>
              </a:ext>
            </a:extLst>
          </p:cNvPr>
          <p:cNvSpPr/>
          <p:nvPr/>
        </p:nvSpPr>
        <p:spPr>
          <a:xfrm>
            <a:off x="5024639" y="4478797"/>
            <a:ext cx="599739" cy="307364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8181A669-3BC5-4774-AD11-6550AE97E8B8}"/>
              </a:ext>
            </a:extLst>
          </p:cNvPr>
          <p:cNvSpPr txBox="1"/>
          <p:nvPr/>
        </p:nvSpPr>
        <p:spPr>
          <a:xfrm>
            <a:off x="3018000" y="410536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72D79BBC-EA2B-4585-B975-87492F99092E}"/>
              </a:ext>
            </a:extLst>
          </p:cNvPr>
          <p:cNvSpPr txBox="1"/>
          <p:nvPr/>
        </p:nvSpPr>
        <p:spPr>
          <a:xfrm>
            <a:off x="3180791" y="4218984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C77703D0-D0C7-46A4-9C26-B19BDEBFE043}"/>
              </a:ext>
            </a:extLst>
          </p:cNvPr>
          <p:cNvSpPr txBox="1"/>
          <p:nvPr/>
        </p:nvSpPr>
        <p:spPr>
          <a:xfrm>
            <a:off x="3179049" y="4305768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F466CF74-8CA8-4605-B29C-1A90B21C9311}"/>
              </a:ext>
            </a:extLst>
          </p:cNvPr>
          <p:cNvSpPr txBox="1"/>
          <p:nvPr/>
        </p:nvSpPr>
        <p:spPr>
          <a:xfrm>
            <a:off x="2980670" y="4217298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7D963E90-8F15-4588-80B4-400D17E55314}"/>
              </a:ext>
            </a:extLst>
          </p:cNvPr>
          <p:cNvSpPr txBox="1"/>
          <p:nvPr/>
        </p:nvSpPr>
        <p:spPr>
          <a:xfrm>
            <a:off x="2975456" y="4307743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D0A6385F-2C74-4BD7-B8E1-080D573446F0}"/>
              </a:ext>
            </a:extLst>
          </p:cNvPr>
          <p:cNvSpPr txBox="1"/>
          <p:nvPr/>
        </p:nvSpPr>
        <p:spPr>
          <a:xfrm>
            <a:off x="3829581" y="4214743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6AE199BD-2A66-4043-9C23-29140A2289FD}"/>
              </a:ext>
            </a:extLst>
          </p:cNvPr>
          <p:cNvSpPr txBox="1"/>
          <p:nvPr/>
        </p:nvSpPr>
        <p:spPr>
          <a:xfrm>
            <a:off x="3827839" y="4301527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AE696A1F-5E0A-4AD0-8515-A223D75ECB6C}"/>
              </a:ext>
            </a:extLst>
          </p:cNvPr>
          <p:cNvSpPr txBox="1"/>
          <p:nvPr/>
        </p:nvSpPr>
        <p:spPr>
          <a:xfrm>
            <a:off x="3629460" y="4204329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659C2E1D-7769-4DB4-B98E-27F31F7C039D}"/>
              </a:ext>
            </a:extLst>
          </p:cNvPr>
          <p:cNvSpPr txBox="1"/>
          <p:nvPr/>
        </p:nvSpPr>
        <p:spPr>
          <a:xfrm>
            <a:off x="3624246" y="4306434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80AD5206-EE5E-4369-9D34-D1C6C45DB806}"/>
              </a:ext>
            </a:extLst>
          </p:cNvPr>
          <p:cNvSpPr txBox="1"/>
          <p:nvPr/>
        </p:nvSpPr>
        <p:spPr>
          <a:xfrm>
            <a:off x="3674559" y="4115684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PCS_2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3A56B298-C36B-4FC9-B4D9-7E7A014D4B02}"/>
              </a:ext>
            </a:extLst>
          </p:cNvPr>
          <p:cNvGrpSpPr/>
          <p:nvPr/>
        </p:nvGrpSpPr>
        <p:grpSpPr>
          <a:xfrm>
            <a:off x="4271903" y="4105535"/>
            <a:ext cx="805559" cy="374585"/>
            <a:chOff x="4135417" y="5220442"/>
            <a:chExt cx="805559" cy="374585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EC690CCE-429F-4C2A-B270-1F29C65220B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0B6BE3D5-2AFC-48EF-9C42-B2AB5CA57F40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E65B4815-0C9A-4596-8E7F-87AE78C524CE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B6A1C69B-CC94-4B5A-9BF5-A420EAA590C0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C4D4A4A4-E86C-4B7D-A014-C063D2B4302A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AAC1DAA0-5BE5-4009-99E0-E7250B030DE5}"/>
              </a:ext>
            </a:extLst>
          </p:cNvPr>
          <p:cNvGrpSpPr/>
          <p:nvPr/>
        </p:nvGrpSpPr>
        <p:grpSpPr>
          <a:xfrm>
            <a:off x="4928848" y="4105535"/>
            <a:ext cx="805559" cy="374585"/>
            <a:chOff x="4135417" y="5220442"/>
            <a:chExt cx="805559" cy="374585"/>
          </a:xfrm>
        </p:grpSpPr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2FA9600-1469-4BC5-889F-0C97A12704F4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0573636-5F6F-4B5D-A43E-30AC002AFB54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C91C3ADA-03EF-471D-8D5E-97B3BEE1230C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0435AC8-4ED7-475A-AA8E-0E04E801E2E1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CC7249A9-517A-4B4A-ABB6-2E81BCF77830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B1AEFCF0-0453-4ADD-AC0E-FADB62085339}"/>
              </a:ext>
            </a:extLst>
          </p:cNvPr>
          <p:cNvGrpSpPr/>
          <p:nvPr/>
        </p:nvGrpSpPr>
        <p:grpSpPr>
          <a:xfrm>
            <a:off x="2987545" y="4447583"/>
            <a:ext cx="776403" cy="451529"/>
            <a:chOff x="4137026" y="5220442"/>
            <a:chExt cx="542695" cy="451529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4233288C-DD47-48B7-8AEE-FAFBBD3AFA70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BFFB1ECC-AEE7-46C2-962C-C9DB9B60996B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05E3CECA-1BBA-4E4E-8F6C-56419E3B3478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sp>
        <p:nvSpPr>
          <p:cNvPr id="166" name="사각형: 둥근 모서리 165">
            <a:extLst>
              <a:ext uri="{FF2B5EF4-FFF2-40B4-BE49-F238E27FC236}">
                <a16:creationId xmlns:a16="http://schemas.microsoft.com/office/drawing/2014/main" id="{59EB8A80-C789-4765-8155-EF2C30DBCA9A}"/>
              </a:ext>
            </a:extLst>
          </p:cNvPr>
          <p:cNvSpPr/>
          <p:nvPr/>
        </p:nvSpPr>
        <p:spPr>
          <a:xfrm>
            <a:off x="3718638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사각형: 둥근 모서리 166">
            <a:extLst>
              <a:ext uri="{FF2B5EF4-FFF2-40B4-BE49-F238E27FC236}">
                <a16:creationId xmlns:a16="http://schemas.microsoft.com/office/drawing/2014/main" id="{EB390EBF-8C9F-4C69-94B4-1A70E89C0E89}"/>
              </a:ext>
            </a:extLst>
          </p:cNvPr>
          <p:cNvSpPr/>
          <p:nvPr/>
        </p:nvSpPr>
        <p:spPr>
          <a:xfrm>
            <a:off x="4369147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15F6E3FF-6980-4C0B-AE99-84D9F9180178}"/>
              </a:ext>
            </a:extLst>
          </p:cNvPr>
          <p:cNvSpPr/>
          <p:nvPr/>
        </p:nvSpPr>
        <p:spPr>
          <a:xfrm>
            <a:off x="5019656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사각형: 둥근 모서리 168">
            <a:extLst>
              <a:ext uri="{FF2B5EF4-FFF2-40B4-BE49-F238E27FC236}">
                <a16:creationId xmlns:a16="http://schemas.microsoft.com/office/drawing/2014/main" id="{41E73680-F486-4E02-B356-683B3E003EAB}"/>
              </a:ext>
            </a:extLst>
          </p:cNvPr>
          <p:cNvSpPr/>
          <p:nvPr/>
        </p:nvSpPr>
        <p:spPr>
          <a:xfrm>
            <a:off x="3079907" y="4831035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135BCD2D-0C8F-42BB-92B2-A78CFF61817C}"/>
              </a:ext>
            </a:extLst>
          </p:cNvPr>
          <p:cNvGrpSpPr/>
          <p:nvPr/>
        </p:nvGrpSpPr>
        <p:grpSpPr>
          <a:xfrm>
            <a:off x="5779878" y="2893179"/>
            <a:ext cx="2492869" cy="314700"/>
            <a:chOff x="475933" y="4908190"/>
            <a:chExt cx="2804731" cy="314700"/>
          </a:xfrm>
        </p:grpSpPr>
        <p:sp>
          <p:nvSpPr>
            <p:cNvPr id="171" name="직사각형 170">
              <a:extLst>
                <a:ext uri="{FF2B5EF4-FFF2-40B4-BE49-F238E27FC236}">
                  <a16:creationId xmlns:a16="http://schemas.microsoft.com/office/drawing/2014/main" id="{4F9B228F-73DD-4E8A-BDFC-886AB4E4DA6B}"/>
                </a:ext>
              </a:extLst>
            </p:cNvPr>
            <p:cNvSpPr/>
            <p:nvPr/>
          </p:nvSpPr>
          <p:spPr>
            <a:xfrm>
              <a:off x="475933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ESS</a:t>
              </a:r>
              <a:r>
                <a:rPr lang="ko-KR" altLang="en-US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9B9BDAA6-6EBC-497D-9AA3-1125E3361C67}"/>
                </a:ext>
              </a:extLst>
            </p:cNvPr>
            <p:cNvSpPr/>
            <p:nvPr/>
          </p:nvSpPr>
          <p:spPr>
            <a:xfrm>
              <a:off x="753539" y="4915601"/>
              <a:ext cx="606962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3" name="직사각형 172">
              <a:extLst>
                <a:ext uri="{FF2B5EF4-FFF2-40B4-BE49-F238E27FC236}">
                  <a16:creationId xmlns:a16="http://schemas.microsoft.com/office/drawing/2014/main" id="{BBABC023-E1AB-4965-B8E5-23F634C42D1A}"/>
                </a:ext>
              </a:extLst>
            </p:cNvPr>
            <p:cNvSpPr/>
            <p:nvPr/>
          </p:nvSpPr>
          <p:spPr>
            <a:xfrm>
              <a:off x="1098838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DR</a:t>
              </a:r>
              <a:r>
                <a:rPr lang="ko-KR" altLang="en-US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CF9832C7-CF19-48EB-8203-1F947A6F14B3}"/>
                </a:ext>
              </a:extLst>
            </p:cNvPr>
            <p:cNvSpPr/>
            <p:nvPr/>
          </p:nvSpPr>
          <p:spPr>
            <a:xfrm>
              <a:off x="1364833" y="4915601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25,000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2E8D2295-1A56-4F82-82A3-C3F700874FFF}"/>
                </a:ext>
              </a:extLst>
            </p:cNvPr>
            <p:cNvSpPr/>
            <p:nvPr/>
          </p:nvSpPr>
          <p:spPr>
            <a:xfrm>
              <a:off x="2134425" y="4934890"/>
              <a:ext cx="825695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4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전체 수익</a:t>
              </a: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0AF78589-4F47-4328-81B7-B593D888BD8E}"/>
                </a:ext>
              </a:extLst>
            </p:cNvPr>
            <p:cNvSpPr/>
            <p:nvPr/>
          </p:nvSpPr>
          <p:spPr>
            <a:xfrm>
              <a:off x="2615847" y="4921226"/>
              <a:ext cx="664817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120,000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846B7C7C-7656-4007-A81D-A45FD0242D07}"/>
                </a:ext>
              </a:extLst>
            </p:cNvPr>
            <p:cNvSpPr/>
            <p:nvPr/>
          </p:nvSpPr>
          <p:spPr>
            <a:xfrm>
              <a:off x="1708458" y="4921854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PV</a:t>
              </a:r>
              <a:r>
                <a:rPr lang="ko-KR" altLang="en-US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FC0304E2-615C-4689-BCD1-61865965A73A}"/>
                </a:ext>
              </a:extLst>
            </p:cNvPr>
            <p:cNvSpPr/>
            <p:nvPr/>
          </p:nvSpPr>
          <p:spPr>
            <a:xfrm>
              <a:off x="1972163" y="4908190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pic>
        <p:nvPicPr>
          <p:cNvPr id="179" name="그림 178">
            <a:extLst>
              <a:ext uri="{FF2B5EF4-FFF2-40B4-BE49-F238E27FC236}">
                <a16:creationId xmlns:a16="http://schemas.microsoft.com/office/drawing/2014/main" id="{43F49AA6-A334-423D-8A9A-9ACFF614386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623" y="4914501"/>
            <a:ext cx="2540384" cy="1109333"/>
          </a:xfrm>
          <a:prstGeom prst="rect">
            <a:avLst/>
          </a:prstGeom>
        </p:spPr>
      </p:pic>
      <p:pic>
        <p:nvPicPr>
          <p:cNvPr id="180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14E0CEB-2990-4BB9-BC98-4FEF770551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3240" y="875775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EC79ED2B-6574-420F-89F8-A71ADF751787}"/>
              </a:ext>
            </a:extLst>
          </p:cNvPr>
          <p:cNvSpPr/>
          <p:nvPr/>
        </p:nvSpPr>
        <p:spPr>
          <a:xfrm>
            <a:off x="6295753" y="2514956"/>
            <a:ext cx="115200" cy="14389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82" name="그룹 181">
            <a:extLst>
              <a:ext uri="{FF2B5EF4-FFF2-40B4-BE49-F238E27FC236}">
                <a16:creationId xmlns:a16="http://schemas.microsoft.com/office/drawing/2014/main" id="{FD473941-BF61-48C9-8179-82061C4044E5}"/>
              </a:ext>
            </a:extLst>
          </p:cNvPr>
          <p:cNvGrpSpPr/>
          <p:nvPr/>
        </p:nvGrpSpPr>
        <p:grpSpPr>
          <a:xfrm>
            <a:off x="6129387" y="3492583"/>
            <a:ext cx="1912013" cy="1068681"/>
            <a:chOff x="1180851" y="2959945"/>
            <a:chExt cx="7495605" cy="1884776"/>
          </a:xfrm>
        </p:grpSpPr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5297A632-8D76-4413-BFA5-80A9A0ADF9FF}"/>
                </a:ext>
              </a:extLst>
            </p:cNvPr>
            <p:cNvCxnSpPr/>
            <p:nvPr/>
          </p:nvCxnSpPr>
          <p:spPr>
            <a:xfrm>
              <a:off x="1187624" y="2959945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058D1019-8005-4550-8580-DFEE8C3A80A8}"/>
                </a:ext>
              </a:extLst>
            </p:cNvPr>
            <p:cNvCxnSpPr/>
            <p:nvPr/>
          </p:nvCxnSpPr>
          <p:spPr>
            <a:xfrm>
              <a:off x="1187624" y="393586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E413EEB1-D051-4A19-BC80-FDDD0B41977E}"/>
                </a:ext>
              </a:extLst>
            </p:cNvPr>
            <p:cNvGrpSpPr/>
            <p:nvPr/>
          </p:nvGrpSpPr>
          <p:grpSpPr>
            <a:xfrm flipH="1" flipV="1">
              <a:off x="4357435" y="3939476"/>
              <a:ext cx="2688227" cy="652703"/>
              <a:chOff x="1501760" y="2998490"/>
              <a:chExt cx="2520272" cy="1366614"/>
            </a:xfrm>
          </p:grpSpPr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BCA1AC6C-1F91-464B-B1C8-D7EB0F8D3EAF}"/>
                  </a:ext>
                </a:extLst>
              </p:cNvPr>
              <p:cNvSpPr/>
              <p:nvPr/>
            </p:nvSpPr>
            <p:spPr>
              <a:xfrm>
                <a:off x="1501760" y="4217882"/>
                <a:ext cx="72000" cy="14722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9078715B-7713-434A-8207-2B41F4B55AEB}"/>
                  </a:ext>
                </a:extLst>
              </p:cNvPr>
              <p:cNvSpPr/>
              <p:nvPr/>
            </p:nvSpPr>
            <p:spPr>
              <a:xfrm>
                <a:off x="3950032" y="2998490"/>
                <a:ext cx="72000" cy="1366614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688336F9-CA83-4B0A-97CD-FC10888F38C4}"/>
                  </a:ext>
                </a:extLst>
              </p:cNvPr>
              <p:cNvSpPr/>
              <p:nvPr/>
            </p:nvSpPr>
            <p:spPr>
              <a:xfrm>
                <a:off x="3638317" y="3069104"/>
                <a:ext cx="72000" cy="129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A6A2EB2C-A211-44BC-8790-B5520645BF4A}"/>
                  </a:ext>
                </a:extLst>
              </p:cNvPr>
              <p:cNvSpPr/>
              <p:nvPr/>
            </p:nvSpPr>
            <p:spPr>
              <a:xfrm>
                <a:off x="3327361" y="3214514"/>
                <a:ext cx="72000" cy="115059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9" name="직사각형 208">
                <a:extLst>
                  <a:ext uri="{FF2B5EF4-FFF2-40B4-BE49-F238E27FC236}">
                    <a16:creationId xmlns:a16="http://schemas.microsoft.com/office/drawing/2014/main" id="{CA7F3D98-C544-486E-8CA1-EE0B9E35A7BF}"/>
                  </a:ext>
                </a:extLst>
              </p:cNvPr>
              <p:cNvSpPr/>
              <p:nvPr/>
            </p:nvSpPr>
            <p:spPr>
              <a:xfrm>
                <a:off x="3013928" y="3575612"/>
                <a:ext cx="72000" cy="78949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0" name="직사각형 209">
                <a:extLst>
                  <a:ext uri="{FF2B5EF4-FFF2-40B4-BE49-F238E27FC236}">
                    <a16:creationId xmlns:a16="http://schemas.microsoft.com/office/drawing/2014/main" id="{B6B16C4C-8696-45AA-B7B0-0D49A0DEF837}"/>
                  </a:ext>
                </a:extLst>
              </p:cNvPr>
              <p:cNvSpPr/>
              <p:nvPr/>
            </p:nvSpPr>
            <p:spPr>
              <a:xfrm>
                <a:off x="2748848" y="3681104"/>
                <a:ext cx="72000" cy="684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1" name="직사각형 210">
                <a:extLst>
                  <a:ext uri="{FF2B5EF4-FFF2-40B4-BE49-F238E27FC236}">
                    <a16:creationId xmlns:a16="http://schemas.microsoft.com/office/drawing/2014/main" id="{D0586B7C-49A9-4783-AFDB-707E566A121E}"/>
                  </a:ext>
                </a:extLst>
              </p:cNvPr>
              <p:cNvSpPr/>
              <p:nvPr/>
            </p:nvSpPr>
            <p:spPr>
              <a:xfrm>
                <a:off x="2437864" y="3807104"/>
                <a:ext cx="72000" cy="558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2" name="직사각형 211">
                <a:extLst>
                  <a:ext uri="{FF2B5EF4-FFF2-40B4-BE49-F238E27FC236}">
                    <a16:creationId xmlns:a16="http://schemas.microsoft.com/office/drawing/2014/main" id="{C61D6DB3-D088-4927-9259-CB72F1CF7619}"/>
                  </a:ext>
                </a:extLst>
              </p:cNvPr>
              <p:cNvSpPr/>
              <p:nvPr/>
            </p:nvSpPr>
            <p:spPr>
              <a:xfrm>
                <a:off x="2123923" y="3862586"/>
                <a:ext cx="72000" cy="502518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13" name="직사각형 212">
                <a:extLst>
                  <a:ext uri="{FF2B5EF4-FFF2-40B4-BE49-F238E27FC236}">
                    <a16:creationId xmlns:a16="http://schemas.microsoft.com/office/drawing/2014/main" id="{DFDB1911-71F3-49B8-863F-14746A7516F2}"/>
                  </a:ext>
                </a:extLst>
              </p:cNvPr>
              <p:cNvSpPr/>
              <p:nvPr/>
            </p:nvSpPr>
            <p:spPr>
              <a:xfrm>
                <a:off x="1789792" y="4059104"/>
                <a:ext cx="72000" cy="30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3953643F-A9F7-411D-AA50-FF0D1AB34ECF}"/>
                </a:ext>
              </a:extLst>
            </p:cNvPr>
            <p:cNvGrpSpPr/>
            <p:nvPr/>
          </p:nvGrpSpPr>
          <p:grpSpPr>
            <a:xfrm>
              <a:off x="1403648" y="3249056"/>
              <a:ext cx="2520272" cy="684000"/>
              <a:chOff x="1403648" y="2780928"/>
              <a:chExt cx="2520272" cy="1584176"/>
            </a:xfrm>
          </p:grpSpPr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6C46D95A-660C-4D11-A54D-70399BC51AC3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6" name="직사각형 195">
                <a:extLst>
                  <a:ext uri="{FF2B5EF4-FFF2-40B4-BE49-F238E27FC236}">
                    <a16:creationId xmlns:a16="http://schemas.microsoft.com/office/drawing/2014/main" id="{082EE49D-B264-4A80-BAD1-3D64BEC5AEC7}"/>
                  </a:ext>
                </a:extLst>
              </p:cNvPr>
              <p:cNvSpPr/>
              <p:nvPr/>
            </p:nvSpPr>
            <p:spPr>
              <a:xfrm>
                <a:off x="3540205" y="2998490"/>
                <a:ext cx="72000" cy="1366614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37D78823-F075-4FAE-AED2-4DE7B68EA197}"/>
                  </a:ext>
                </a:extLst>
              </p:cNvPr>
              <p:cNvSpPr/>
              <p:nvPr/>
            </p:nvSpPr>
            <p:spPr>
              <a:xfrm>
                <a:off x="3229249" y="3249104"/>
                <a:ext cx="72000" cy="111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BFB32461-A552-4A84-94ED-DA4AA9F22AD7}"/>
                  </a:ext>
                </a:extLst>
              </p:cNvPr>
              <p:cNvSpPr/>
              <p:nvPr/>
            </p:nvSpPr>
            <p:spPr>
              <a:xfrm>
                <a:off x="2915816" y="3429104"/>
                <a:ext cx="72000" cy="93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4272D41-0E55-4D56-8B57-0978599154E8}"/>
                  </a:ext>
                </a:extLst>
              </p:cNvPr>
              <p:cNvSpPr/>
              <p:nvPr/>
            </p:nvSpPr>
            <p:spPr>
              <a:xfrm>
                <a:off x="2650736" y="3575612"/>
                <a:ext cx="72000" cy="789492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0" name="직사각형 199">
                <a:extLst>
                  <a:ext uri="{FF2B5EF4-FFF2-40B4-BE49-F238E27FC236}">
                    <a16:creationId xmlns:a16="http://schemas.microsoft.com/office/drawing/2014/main" id="{B8D08766-A3DB-4A29-8EF5-455529FAFC37}"/>
                  </a:ext>
                </a:extLst>
              </p:cNvPr>
              <p:cNvSpPr/>
              <p:nvPr/>
            </p:nvSpPr>
            <p:spPr>
              <a:xfrm>
                <a:off x="2339752" y="3753104"/>
                <a:ext cx="72000" cy="61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536E4E37-A260-4AA1-8329-EF4DDFE34BDA}"/>
                  </a:ext>
                </a:extLst>
              </p:cNvPr>
              <p:cNvSpPr/>
              <p:nvPr/>
            </p:nvSpPr>
            <p:spPr>
              <a:xfrm>
                <a:off x="2025811" y="3933104"/>
                <a:ext cx="72000" cy="43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BAB0C819-F882-4365-8896-22B03D631E48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3" name="직사각형 202">
                <a:extLst>
                  <a:ext uri="{FF2B5EF4-FFF2-40B4-BE49-F238E27FC236}">
                    <a16:creationId xmlns:a16="http://schemas.microsoft.com/office/drawing/2014/main" id="{C0AE4F41-19B3-4BEC-8BE1-6E70AF64D69F}"/>
                  </a:ext>
                </a:extLst>
              </p:cNvPr>
              <p:cNvSpPr/>
              <p:nvPr/>
            </p:nvSpPr>
            <p:spPr>
              <a:xfrm>
                <a:off x="3851920" y="2780928"/>
                <a:ext cx="72000" cy="1584176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098903C7-6FB9-4D40-89CF-A699D3CF773C}"/>
                </a:ext>
              </a:extLst>
            </p:cNvPr>
            <p:cNvGrpSpPr/>
            <p:nvPr/>
          </p:nvGrpSpPr>
          <p:grpSpPr>
            <a:xfrm>
              <a:off x="7308297" y="3782267"/>
              <a:ext cx="353772" cy="155437"/>
              <a:chOff x="1403648" y="4005104"/>
              <a:chExt cx="360032" cy="360000"/>
            </a:xfrm>
          </p:grpSpPr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B165E73C-A702-40DB-AB01-0F97690C5A9E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76EB4218-38E7-417E-A420-EDB2D961423C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12F8E0E9-448B-40C9-9817-96D0A9B946B4}"/>
                </a:ext>
              </a:extLst>
            </p:cNvPr>
            <p:cNvCxnSpPr/>
            <p:nvPr/>
          </p:nvCxnSpPr>
          <p:spPr>
            <a:xfrm>
              <a:off x="1180851" y="4316387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60C2A40F-0989-4F07-92AC-0BBE5B5D8858}"/>
                </a:ext>
              </a:extLst>
            </p:cNvPr>
            <p:cNvCxnSpPr/>
            <p:nvPr/>
          </p:nvCxnSpPr>
          <p:spPr>
            <a:xfrm>
              <a:off x="1180851" y="3376982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직선 연결선 189">
              <a:extLst>
                <a:ext uri="{FF2B5EF4-FFF2-40B4-BE49-F238E27FC236}">
                  <a16:creationId xmlns:a16="http://schemas.microsoft.com/office/drawing/2014/main" id="{AD647268-14CB-4374-87C8-796B48FC7344}"/>
                </a:ext>
              </a:extLst>
            </p:cNvPr>
            <p:cNvCxnSpPr/>
            <p:nvPr/>
          </p:nvCxnSpPr>
          <p:spPr>
            <a:xfrm>
              <a:off x="1180851" y="484472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자유형 33">
              <a:extLst>
                <a:ext uri="{FF2B5EF4-FFF2-40B4-BE49-F238E27FC236}">
                  <a16:creationId xmlns:a16="http://schemas.microsoft.com/office/drawing/2014/main" id="{75DD9915-21D8-4F93-BC49-03706A2768AE}"/>
                </a:ext>
              </a:extLst>
            </p:cNvPr>
            <p:cNvSpPr/>
            <p:nvPr/>
          </p:nvSpPr>
          <p:spPr>
            <a:xfrm flipH="1" flipV="1">
              <a:off x="4353593" y="3937702"/>
              <a:ext cx="2689623" cy="68400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92" name="자유형 83">
              <a:extLst>
                <a:ext uri="{FF2B5EF4-FFF2-40B4-BE49-F238E27FC236}">
                  <a16:creationId xmlns:a16="http://schemas.microsoft.com/office/drawing/2014/main" id="{23ACAE22-5A7B-4C06-8EA8-A27039494D79}"/>
                </a:ext>
              </a:extLst>
            </p:cNvPr>
            <p:cNvSpPr/>
            <p:nvPr/>
          </p:nvSpPr>
          <p:spPr>
            <a:xfrm>
              <a:off x="1397086" y="3160835"/>
              <a:ext cx="2742866" cy="770368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F32BCDB-16C3-417B-9670-993A79916E05}"/>
              </a:ext>
            </a:extLst>
          </p:cNvPr>
          <p:cNvGrpSpPr/>
          <p:nvPr/>
        </p:nvGrpSpPr>
        <p:grpSpPr>
          <a:xfrm>
            <a:off x="3188979" y="5347287"/>
            <a:ext cx="2430416" cy="190268"/>
            <a:chOff x="3418761" y="4940755"/>
            <a:chExt cx="2430416" cy="190268"/>
          </a:xfrm>
        </p:grpSpPr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DC959AD5-B9EE-4568-A7C6-408C224231D0}"/>
                </a:ext>
              </a:extLst>
            </p:cNvPr>
            <p:cNvGrpSpPr/>
            <p:nvPr/>
          </p:nvGrpSpPr>
          <p:grpSpPr>
            <a:xfrm>
              <a:off x="3418761" y="4940755"/>
              <a:ext cx="1835844" cy="184666"/>
              <a:chOff x="3535608" y="4989368"/>
              <a:chExt cx="1835844" cy="184666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7650601B-1BD7-4088-88DF-3352D5BF31D2}"/>
                  </a:ext>
                </a:extLst>
              </p:cNvPr>
              <p:cNvSpPr/>
              <p:nvPr/>
            </p:nvSpPr>
            <p:spPr>
              <a:xfrm>
                <a:off x="3535608" y="5016742"/>
                <a:ext cx="257502" cy="129918"/>
              </a:xfrm>
              <a:prstGeom prst="round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F72EA73D-AC73-4521-B5C1-06B1173E0AF5}"/>
                  </a:ext>
                </a:extLst>
              </p:cNvPr>
              <p:cNvSpPr txBox="1"/>
              <p:nvPr/>
            </p:nvSpPr>
            <p:spPr>
              <a:xfrm>
                <a:off x="369425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PCS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0" name="사각형: 둥근 모서리 219">
                <a:extLst>
                  <a:ext uri="{FF2B5EF4-FFF2-40B4-BE49-F238E27FC236}">
                    <a16:creationId xmlns:a16="http://schemas.microsoft.com/office/drawing/2014/main" id="{8CF6A5A7-4EB6-4461-A989-51960F4FF31B}"/>
                  </a:ext>
                </a:extLst>
              </p:cNvPr>
              <p:cNvSpPr/>
              <p:nvPr/>
            </p:nvSpPr>
            <p:spPr>
              <a:xfrm>
                <a:off x="4158568" y="5016742"/>
                <a:ext cx="257502" cy="129918"/>
              </a:xfrm>
              <a:prstGeom prst="roundRect">
                <a:avLst/>
              </a:prstGeom>
              <a:solidFill>
                <a:schemeClr val="accent3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D8500DC4-44AF-445D-8F28-9E2236B27FF1}"/>
                  </a:ext>
                </a:extLst>
              </p:cNvPr>
              <p:cNvSpPr txBox="1"/>
              <p:nvPr/>
            </p:nvSpPr>
            <p:spPr>
              <a:xfrm>
                <a:off x="431721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BMS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2" name="사각형: 둥근 모서리 221">
                <a:extLst>
                  <a:ext uri="{FF2B5EF4-FFF2-40B4-BE49-F238E27FC236}">
                    <a16:creationId xmlns:a16="http://schemas.microsoft.com/office/drawing/2014/main" id="{F85DE41F-E16A-40D0-977A-F88C996B6AFC}"/>
                  </a:ext>
                </a:extLst>
              </p:cNvPr>
              <p:cNvSpPr/>
              <p:nvPr/>
            </p:nvSpPr>
            <p:spPr>
              <a:xfrm>
                <a:off x="4794451" y="5016742"/>
                <a:ext cx="257502" cy="129918"/>
              </a:xfrm>
              <a:prstGeom prst="roundRect">
                <a:avLst/>
              </a:prstGeom>
              <a:solidFill>
                <a:srgbClr val="FFC0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3" name="TextBox 222">
                <a:extLst>
                  <a:ext uri="{FF2B5EF4-FFF2-40B4-BE49-F238E27FC236}">
                    <a16:creationId xmlns:a16="http://schemas.microsoft.com/office/drawing/2014/main" id="{1CBFBAC4-3AA7-47AC-AEC6-FDA30892D24A}"/>
                  </a:ext>
                </a:extLst>
              </p:cNvPr>
              <p:cNvSpPr txBox="1"/>
              <p:nvPr/>
            </p:nvSpPr>
            <p:spPr>
              <a:xfrm>
                <a:off x="4953099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16" name="사각형: 둥근 모서리 215">
              <a:extLst>
                <a:ext uri="{FF2B5EF4-FFF2-40B4-BE49-F238E27FC236}">
                  <a16:creationId xmlns:a16="http://schemas.microsoft.com/office/drawing/2014/main" id="{7608AB04-5FB6-43BA-8E50-980B01AF1969}"/>
                </a:ext>
              </a:extLst>
            </p:cNvPr>
            <p:cNvSpPr/>
            <p:nvPr/>
          </p:nvSpPr>
          <p:spPr>
            <a:xfrm>
              <a:off x="5272176" y="4973731"/>
              <a:ext cx="257502" cy="129918"/>
            </a:xfrm>
            <a:prstGeom prst="roundRect">
              <a:avLst/>
            </a:prstGeom>
            <a:solidFill>
              <a:schemeClr val="accent4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5F73DC63-4B35-4E3C-B288-5B1170B08AA0}"/>
                </a:ext>
              </a:extLst>
            </p:cNvPr>
            <p:cNvSpPr txBox="1"/>
            <p:nvPr/>
          </p:nvSpPr>
          <p:spPr>
            <a:xfrm>
              <a:off x="5430824" y="4946357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IOE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8DE4101C-9076-426F-A570-DC060E0E8E0A}"/>
              </a:ext>
            </a:extLst>
          </p:cNvPr>
          <p:cNvGrpSpPr/>
          <p:nvPr/>
        </p:nvGrpSpPr>
        <p:grpSpPr>
          <a:xfrm>
            <a:off x="4945064" y="4437064"/>
            <a:ext cx="869295" cy="376502"/>
            <a:chOff x="4137026" y="5220442"/>
            <a:chExt cx="869295" cy="376502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64CBFC85-61C1-4ED5-82A9-597B35B563E6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PV_1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E30D835F-33D1-4079-82F5-7780F0C06A44}"/>
                </a:ext>
              </a:extLst>
            </p:cNvPr>
            <p:cNvSpPr txBox="1"/>
            <p:nvPr/>
          </p:nvSpPr>
          <p:spPr>
            <a:xfrm>
              <a:off x="4407707" y="5327235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75BD2265-90B4-4017-AB04-A5D8064C366E}"/>
                </a:ext>
              </a:extLst>
            </p:cNvPr>
            <p:cNvSpPr txBox="1"/>
            <p:nvPr/>
          </p:nvSpPr>
          <p:spPr>
            <a:xfrm>
              <a:off x="4407707" y="5427667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6B764FCC-0D65-46B6-896F-B3703617BF5D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누적 발전량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0CEE2281-B466-4753-81FF-FF77BF710754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예측 발전량</a:t>
              </a:r>
            </a:p>
          </p:txBody>
        </p:sp>
      </p:grp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8079280D-0E84-4855-A5D0-D7F4D55441E7}"/>
              </a:ext>
            </a:extLst>
          </p:cNvPr>
          <p:cNvGrpSpPr/>
          <p:nvPr/>
        </p:nvGrpSpPr>
        <p:grpSpPr>
          <a:xfrm>
            <a:off x="3642372" y="4446930"/>
            <a:ext cx="776403" cy="451529"/>
            <a:chOff x="4137026" y="5220442"/>
            <a:chExt cx="542695" cy="451529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05C902A6-CDC5-444C-A525-A03C76CA75C1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4553383F-4A99-472C-8659-D4F21DFE97A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3E082308-7186-4D49-B468-7939DC10C312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549280AD-7504-4C08-9BA2-8362B73C1C60}"/>
              </a:ext>
            </a:extLst>
          </p:cNvPr>
          <p:cNvGrpSpPr/>
          <p:nvPr/>
        </p:nvGrpSpPr>
        <p:grpSpPr>
          <a:xfrm>
            <a:off x="4290161" y="4446217"/>
            <a:ext cx="776403" cy="451529"/>
            <a:chOff x="4137026" y="5220442"/>
            <a:chExt cx="542695" cy="451529"/>
          </a:xfrm>
        </p:grpSpPr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D0D3963-51BB-4AE4-8420-A9154F7DB14C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IOT_3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3F1E6AA9-200D-4BC3-9DB3-8399A021C6BE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EC73987D-564E-4B77-B241-C44223B775CD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40" name="그룹 239">
            <a:extLst>
              <a:ext uri="{FF2B5EF4-FFF2-40B4-BE49-F238E27FC236}">
                <a16:creationId xmlns:a16="http://schemas.microsoft.com/office/drawing/2014/main" id="{67F329F7-C7AE-491D-8441-5783A85BC61E}"/>
              </a:ext>
            </a:extLst>
          </p:cNvPr>
          <p:cNvGrpSpPr/>
          <p:nvPr/>
        </p:nvGrpSpPr>
        <p:grpSpPr>
          <a:xfrm>
            <a:off x="6162489" y="3290071"/>
            <a:ext cx="1997715" cy="363942"/>
            <a:chOff x="2987840" y="283425"/>
            <a:chExt cx="1933365" cy="363942"/>
          </a:xfrm>
        </p:grpSpPr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EC31AF4D-BB73-419D-8CF4-6EB50DF8B50E}"/>
                </a:ext>
              </a:extLst>
            </p:cNvPr>
            <p:cNvCxnSpPr/>
            <p:nvPr/>
          </p:nvCxnSpPr>
          <p:spPr>
            <a:xfrm>
              <a:off x="2987840" y="392891"/>
              <a:ext cx="144000" cy="0"/>
            </a:xfrm>
            <a:prstGeom prst="line">
              <a:avLst/>
            </a:prstGeom>
            <a:ln w="190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2F555A4E-2545-47FB-B287-AA9F7F7D95D2}"/>
                </a:ext>
              </a:extLst>
            </p:cNvPr>
            <p:cNvSpPr/>
            <p:nvPr/>
          </p:nvSpPr>
          <p:spPr>
            <a:xfrm>
              <a:off x="3072010" y="285820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</a:t>
              </a:r>
            </a:p>
          </p:txBody>
        </p: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2CA159E9-D4F7-4613-9795-531688CC0116}"/>
                </a:ext>
              </a:extLst>
            </p:cNvPr>
            <p:cNvCxnSpPr/>
            <p:nvPr/>
          </p:nvCxnSpPr>
          <p:spPr>
            <a:xfrm>
              <a:off x="3410158" y="392891"/>
              <a:ext cx="144000" cy="0"/>
            </a:xfrm>
            <a:prstGeom prst="line">
              <a:avLst/>
            </a:prstGeom>
            <a:noFill/>
            <a:ln w="19050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4A8696FD-64C2-42AC-8776-16B99E2253AE}"/>
                </a:ext>
              </a:extLst>
            </p:cNvPr>
            <p:cNvSpPr/>
            <p:nvPr/>
          </p:nvSpPr>
          <p:spPr>
            <a:xfrm>
              <a:off x="3497913" y="283425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</a:t>
              </a:r>
            </a:p>
          </p:txBody>
        </p: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072F361B-804F-4AA7-B138-76FBEAA14FC0}"/>
                </a:ext>
              </a:extLst>
            </p:cNvPr>
            <p:cNvCxnSpPr/>
            <p:nvPr/>
          </p:nvCxnSpPr>
          <p:spPr>
            <a:xfrm>
              <a:off x="4357958" y="392891"/>
              <a:ext cx="144000" cy="0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CF14E13D-1B3E-45C8-A275-5A59CDB79988}"/>
                </a:ext>
              </a:extLst>
            </p:cNvPr>
            <p:cNvSpPr/>
            <p:nvPr/>
          </p:nvSpPr>
          <p:spPr>
            <a:xfrm>
              <a:off x="4433158" y="287327"/>
              <a:ext cx="45979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 계획</a:t>
              </a:r>
            </a:p>
          </p:txBody>
        </p: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4BC42591-7216-4B99-AB64-BD013EB3A369}"/>
                </a:ext>
              </a:extLst>
            </p:cNvPr>
            <p:cNvCxnSpPr/>
            <p:nvPr/>
          </p:nvCxnSpPr>
          <p:spPr>
            <a:xfrm>
              <a:off x="3842877" y="392891"/>
              <a:ext cx="144000" cy="0"/>
            </a:xfrm>
            <a:prstGeom prst="line">
              <a:avLst/>
            </a:prstGeom>
            <a:ln w="12700">
              <a:solidFill>
                <a:schemeClr val="tx1">
                  <a:lumMod val="65000"/>
                  <a:lumOff val="3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ABC66FF9-0F7D-4DCA-96C1-70EEA8135441}"/>
                </a:ext>
              </a:extLst>
            </p:cNvPr>
            <p:cNvSpPr/>
            <p:nvPr/>
          </p:nvSpPr>
          <p:spPr>
            <a:xfrm>
              <a:off x="3913093" y="285103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 계획</a:t>
              </a:r>
            </a:p>
          </p:txBody>
        </p:sp>
      </p:grpSp>
      <p:sp>
        <p:nvSpPr>
          <p:cNvPr id="254" name="TextBox 253">
            <a:extLst>
              <a:ext uri="{FF2B5EF4-FFF2-40B4-BE49-F238E27FC236}">
                <a16:creationId xmlns:a16="http://schemas.microsoft.com/office/drawing/2014/main" id="{2658DC22-2245-43B9-8336-C19A5CA9D2FA}"/>
              </a:ext>
            </a:extLst>
          </p:cNvPr>
          <p:cNvSpPr txBox="1"/>
          <p:nvPr/>
        </p:nvSpPr>
        <p:spPr>
          <a:xfrm>
            <a:off x="3411629" y="2111677"/>
            <a:ext cx="1383487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b="1" dirty="0">
                <a:solidFill>
                  <a:schemeClr val="bg1"/>
                </a:solidFill>
              </a:rPr>
              <a:t>지금은 </a:t>
            </a:r>
            <a:r>
              <a:rPr lang="ko-KR" altLang="en-US" sz="600" b="1" dirty="0">
                <a:solidFill>
                  <a:srgbClr val="FF0000"/>
                </a:solidFill>
              </a:rPr>
              <a:t>요금적용전력</a:t>
            </a:r>
            <a:r>
              <a:rPr lang="ko-KR" altLang="en-US" sz="500" b="1" dirty="0">
                <a:solidFill>
                  <a:schemeClr val="bg1"/>
                </a:solidFill>
              </a:rPr>
              <a:t> 갱신구간 입니다</a:t>
            </a:r>
            <a:r>
              <a:rPr lang="en-US" altLang="ko-KR" sz="500" b="1" dirty="0">
                <a:solidFill>
                  <a:schemeClr val="bg1"/>
                </a:solidFill>
              </a:rPr>
              <a:t>.</a:t>
            </a:r>
            <a:endParaRPr lang="ko-KR" altLang="en-US" sz="500" b="1" dirty="0">
              <a:solidFill>
                <a:schemeClr val="bg1"/>
              </a:solidFill>
            </a:endParaRPr>
          </a:p>
        </p:txBody>
      </p:sp>
      <p:grpSp>
        <p:nvGrpSpPr>
          <p:cNvPr id="255" name="그룹 254">
            <a:extLst>
              <a:ext uri="{FF2B5EF4-FFF2-40B4-BE49-F238E27FC236}">
                <a16:creationId xmlns:a16="http://schemas.microsoft.com/office/drawing/2014/main" id="{B0A013A4-7660-406E-A269-4BD18D610531}"/>
              </a:ext>
            </a:extLst>
          </p:cNvPr>
          <p:cNvGrpSpPr/>
          <p:nvPr/>
        </p:nvGrpSpPr>
        <p:grpSpPr>
          <a:xfrm>
            <a:off x="563396" y="3823768"/>
            <a:ext cx="2230525" cy="380169"/>
            <a:chOff x="1530621" y="2825422"/>
            <a:chExt cx="7060643" cy="1737220"/>
          </a:xfrm>
        </p:grpSpPr>
        <p:sp>
          <p:nvSpPr>
            <p:cNvPr id="256" name="자유형 83">
              <a:extLst>
                <a:ext uri="{FF2B5EF4-FFF2-40B4-BE49-F238E27FC236}">
                  <a16:creationId xmlns:a16="http://schemas.microsoft.com/office/drawing/2014/main" id="{101F247F-CB60-4D9D-8C54-7833E3EA7347}"/>
                </a:ext>
              </a:extLst>
            </p:cNvPr>
            <p:cNvSpPr/>
            <p:nvPr/>
          </p:nvSpPr>
          <p:spPr>
            <a:xfrm>
              <a:off x="1530621" y="2831921"/>
              <a:ext cx="3422156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57" name="자유형 33">
              <a:extLst>
                <a:ext uri="{FF2B5EF4-FFF2-40B4-BE49-F238E27FC236}">
                  <a16:creationId xmlns:a16="http://schemas.microsoft.com/office/drawing/2014/main" id="{B88589FD-B497-4D75-959D-699AEE27C114}"/>
                </a:ext>
              </a:extLst>
            </p:cNvPr>
            <p:cNvSpPr/>
            <p:nvPr/>
          </p:nvSpPr>
          <p:spPr>
            <a:xfrm flipH="1">
              <a:off x="4907819" y="2825422"/>
              <a:ext cx="3683445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58" name="그룹 257">
            <a:extLst>
              <a:ext uri="{FF2B5EF4-FFF2-40B4-BE49-F238E27FC236}">
                <a16:creationId xmlns:a16="http://schemas.microsoft.com/office/drawing/2014/main" id="{B9466BAB-62C3-4DD7-82D7-AC307E20984C}"/>
              </a:ext>
            </a:extLst>
          </p:cNvPr>
          <p:cNvGrpSpPr/>
          <p:nvPr/>
        </p:nvGrpSpPr>
        <p:grpSpPr>
          <a:xfrm>
            <a:off x="622306" y="3092473"/>
            <a:ext cx="2268647" cy="215868"/>
            <a:chOff x="925340" y="3062692"/>
            <a:chExt cx="2268647" cy="215868"/>
          </a:xfrm>
        </p:grpSpPr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0941AC10-78F4-4AAE-A932-0CF060D383EB}"/>
                </a:ext>
              </a:extLst>
            </p:cNvPr>
            <p:cNvGrpSpPr/>
            <p:nvPr/>
          </p:nvGrpSpPr>
          <p:grpSpPr>
            <a:xfrm>
              <a:off x="925340" y="3100721"/>
              <a:ext cx="1683019" cy="157480"/>
              <a:chOff x="4730291" y="2929429"/>
              <a:chExt cx="1683019" cy="157480"/>
            </a:xfrm>
          </p:grpSpPr>
          <p:cxnSp>
            <p:nvCxnSpPr>
              <p:cNvPr id="263" name="직선 연결선 262">
                <a:extLst>
                  <a:ext uri="{FF2B5EF4-FFF2-40B4-BE49-F238E27FC236}">
                    <a16:creationId xmlns:a16="http://schemas.microsoft.com/office/drawing/2014/main" id="{05065CF1-8B50-452F-9BAC-3D16D95F577C}"/>
                  </a:ext>
                </a:extLst>
              </p:cNvPr>
              <p:cNvCxnSpPr/>
              <p:nvPr/>
            </p:nvCxnSpPr>
            <p:spPr>
              <a:xfrm>
                <a:off x="4730291" y="3015425"/>
                <a:ext cx="149996" cy="0"/>
              </a:xfrm>
              <a:prstGeom prst="line">
                <a:avLst/>
              </a:prstGeom>
              <a:ln w="1270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직사각형 263">
                <a:extLst>
                  <a:ext uri="{FF2B5EF4-FFF2-40B4-BE49-F238E27FC236}">
                    <a16:creationId xmlns:a16="http://schemas.microsoft.com/office/drawing/2014/main" id="{DBDC6453-0FB5-45BF-AD70-BD86C3924018}"/>
                  </a:ext>
                </a:extLst>
              </p:cNvPr>
              <p:cNvSpPr/>
              <p:nvPr/>
            </p:nvSpPr>
            <p:spPr>
              <a:xfrm>
                <a:off x="4808469" y="2931990"/>
                <a:ext cx="550418" cy="154919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실제 사용량</a:t>
                </a:r>
              </a:p>
            </p:txBody>
          </p:sp>
          <p:cxnSp>
            <p:nvCxnSpPr>
              <p:cNvPr id="265" name="직선 연결선 264">
                <a:extLst>
                  <a:ext uri="{FF2B5EF4-FFF2-40B4-BE49-F238E27FC236}">
                    <a16:creationId xmlns:a16="http://schemas.microsoft.com/office/drawing/2014/main" id="{6BB4A104-87C2-4022-97F6-726066D073DF}"/>
                  </a:ext>
                </a:extLst>
              </p:cNvPr>
              <p:cNvCxnSpPr/>
              <p:nvPr/>
            </p:nvCxnSpPr>
            <p:spPr>
              <a:xfrm>
                <a:off x="5280128" y="3009449"/>
                <a:ext cx="149996" cy="0"/>
              </a:xfrm>
              <a:prstGeom prst="line">
                <a:avLst/>
              </a:prstGeom>
              <a:solidFill>
                <a:schemeClr val="accent3">
                  <a:lumMod val="40000"/>
                  <a:lumOff val="60000"/>
                </a:schemeClr>
              </a:solidFill>
              <a:ln w="12700">
                <a:solidFill>
                  <a:schemeClr val="accent3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67" name="직사각형 266">
                <a:extLst>
                  <a:ext uri="{FF2B5EF4-FFF2-40B4-BE49-F238E27FC236}">
                    <a16:creationId xmlns:a16="http://schemas.microsoft.com/office/drawing/2014/main" id="{755EB8E2-53ED-4767-8EE1-7EE5406A5C18}"/>
                  </a:ext>
                </a:extLst>
              </p:cNvPr>
              <p:cNvSpPr/>
              <p:nvPr/>
            </p:nvSpPr>
            <p:spPr>
              <a:xfrm>
                <a:off x="5358305" y="2929429"/>
                <a:ext cx="548985" cy="148088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ESS </a:t>
                </a:r>
                <a:r>
                  <a:rPr lang="ko-KR" altLang="en-US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사용량</a:t>
                </a:r>
              </a:p>
            </p:txBody>
          </p:sp>
          <p:cxnSp>
            <p:nvCxnSpPr>
              <p:cNvPr id="268" name="직선 연결선 267">
                <a:extLst>
                  <a:ext uri="{FF2B5EF4-FFF2-40B4-BE49-F238E27FC236}">
                    <a16:creationId xmlns:a16="http://schemas.microsoft.com/office/drawing/2014/main" id="{BEF4ECF7-4151-401A-B57E-7DC67588D5CD}"/>
                  </a:ext>
                </a:extLst>
              </p:cNvPr>
              <p:cNvCxnSpPr/>
              <p:nvPr/>
            </p:nvCxnSpPr>
            <p:spPr>
              <a:xfrm>
                <a:off x="5832767" y="3009449"/>
                <a:ext cx="149996" cy="0"/>
              </a:xfrm>
              <a:prstGeom prst="lin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69" name="직사각형 268">
                <a:extLst>
                  <a:ext uri="{FF2B5EF4-FFF2-40B4-BE49-F238E27FC236}">
                    <a16:creationId xmlns:a16="http://schemas.microsoft.com/office/drawing/2014/main" id="{6806B26D-0E4C-452B-8F96-8A0A75CDBBE3}"/>
                  </a:ext>
                </a:extLst>
              </p:cNvPr>
              <p:cNvSpPr/>
              <p:nvPr/>
            </p:nvSpPr>
            <p:spPr>
              <a:xfrm>
                <a:off x="5927483" y="2929429"/>
                <a:ext cx="485827" cy="148088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PV </a:t>
                </a:r>
                <a:r>
                  <a:rPr lang="ko-KR" altLang="en-US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사용량</a:t>
                </a:r>
              </a:p>
            </p:txBody>
          </p:sp>
        </p:grpSp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8304E1F1-6453-48EC-BE7A-968C2F669675}"/>
                </a:ext>
              </a:extLst>
            </p:cNvPr>
            <p:cNvGrpSpPr/>
            <p:nvPr/>
          </p:nvGrpSpPr>
          <p:grpSpPr>
            <a:xfrm>
              <a:off x="2556521" y="3062692"/>
              <a:ext cx="637466" cy="215868"/>
              <a:chOff x="7398492" y="2212271"/>
              <a:chExt cx="637466" cy="215868"/>
            </a:xfrm>
          </p:grpSpPr>
          <p:cxnSp>
            <p:nvCxnSpPr>
              <p:cNvPr id="261" name="직선 연결선 260">
                <a:extLst>
                  <a:ext uri="{FF2B5EF4-FFF2-40B4-BE49-F238E27FC236}">
                    <a16:creationId xmlns:a16="http://schemas.microsoft.com/office/drawing/2014/main" id="{4A942DC7-1203-4FCA-9C22-C364940506CA}"/>
                  </a:ext>
                </a:extLst>
              </p:cNvPr>
              <p:cNvCxnSpPr/>
              <p:nvPr/>
            </p:nvCxnSpPr>
            <p:spPr>
              <a:xfrm>
                <a:off x="7398492" y="2327092"/>
                <a:ext cx="151200" cy="0"/>
              </a:xfrm>
              <a:prstGeom prst="line">
                <a:avLst/>
              </a:prstGeom>
              <a:ln w="9525">
                <a:solidFill>
                  <a:schemeClr val="accent3">
                    <a:lumMod val="7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2" name="직사각형 261">
                <a:extLst>
                  <a:ext uri="{FF2B5EF4-FFF2-40B4-BE49-F238E27FC236}">
                    <a16:creationId xmlns:a16="http://schemas.microsoft.com/office/drawing/2014/main" id="{2F8EC77D-A353-4FC1-8EB3-E50ADA5949CA}"/>
                  </a:ext>
                </a:extLst>
              </p:cNvPr>
              <p:cNvSpPr/>
              <p:nvPr/>
            </p:nvSpPr>
            <p:spPr>
              <a:xfrm>
                <a:off x="7472623" y="2212271"/>
                <a:ext cx="563335" cy="215868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예측 사용량</a:t>
                </a:r>
              </a:p>
            </p:txBody>
          </p:sp>
        </p:grpSp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A48D83A0-7C30-416F-B54C-E18F6506702E}"/>
              </a:ext>
            </a:extLst>
          </p:cNvPr>
          <p:cNvSpPr/>
          <p:nvPr/>
        </p:nvSpPr>
        <p:spPr>
          <a:xfrm>
            <a:off x="200472" y="1177007"/>
            <a:ext cx="138691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롯데 정밀 화학</a:t>
            </a:r>
          </a:p>
        </p:txBody>
      </p:sp>
      <p:sp>
        <p:nvSpPr>
          <p:cNvPr id="244" name="타원형 설명선 243"/>
          <p:cNvSpPr/>
          <p:nvPr/>
        </p:nvSpPr>
        <p:spPr>
          <a:xfrm>
            <a:off x="5584785" y="308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5591954" y="457210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5585578" y="172677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7529147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3801795"/>
              </p:ext>
            </p:extLst>
          </p:nvPr>
        </p:nvGraphicFramePr>
        <p:xfrm>
          <a:off x="8469313" y="276225"/>
          <a:ext cx="1404000" cy="5769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메뉴 팝업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ewpsp_scr_008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75FA8982-6CAC-4C63-9CB3-F9B5F4CAF5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2642004"/>
              </p:ext>
            </p:extLst>
          </p:nvPr>
        </p:nvGraphicFramePr>
        <p:xfrm>
          <a:off x="3036493" y="1837072"/>
          <a:ext cx="2626669" cy="151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9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kW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2937C41E-B4F6-4B39-946B-624ADBD286B9}"/>
              </a:ext>
            </a:extLst>
          </p:cNvPr>
          <p:cNvCxnSpPr>
            <a:cxnSpLocks/>
          </p:cNvCxnSpPr>
          <p:nvPr/>
        </p:nvCxnSpPr>
        <p:spPr>
          <a:xfrm>
            <a:off x="5745088" y="1635718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C8A6AD4A-1A6B-49CE-961C-0BDBC3BF9A32}"/>
              </a:ext>
            </a:extLst>
          </p:cNvPr>
          <p:cNvCxnSpPr>
            <a:cxnSpLocks/>
          </p:cNvCxnSpPr>
          <p:nvPr/>
        </p:nvCxnSpPr>
        <p:spPr>
          <a:xfrm>
            <a:off x="2938810" y="1635718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6370467D-C785-4D8C-97A0-F1ADD5C4F1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7505362"/>
              </p:ext>
            </p:extLst>
          </p:nvPr>
        </p:nvGraphicFramePr>
        <p:xfrm>
          <a:off x="5849513" y="1733328"/>
          <a:ext cx="2295059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214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pic>
        <p:nvPicPr>
          <p:cNvPr id="303" name="Picture 3">
            <a:extLst>
              <a:ext uri="{FF2B5EF4-FFF2-40B4-BE49-F238E27FC236}">
                <a16:creationId xmlns:a16="http://schemas.microsoft.com/office/drawing/2014/main" id="{C9413466-BC46-457C-B824-0FAD107022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1" y="796962"/>
            <a:ext cx="8266177" cy="544034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304" name="Picture 2">
            <a:extLst>
              <a:ext uri="{FF2B5EF4-FFF2-40B4-BE49-F238E27FC236}">
                <a16:creationId xmlns:a16="http://schemas.microsoft.com/office/drawing/2014/main" id="{B86358B6-FA3E-47A1-AD7F-0CBC18D189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2" y="804375"/>
            <a:ext cx="8266176" cy="35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05" name="직선 연결선 304">
            <a:extLst>
              <a:ext uri="{FF2B5EF4-FFF2-40B4-BE49-F238E27FC236}">
                <a16:creationId xmlns:a16="http://schemas.microsoft.com/office/drawing/2014/main" id="{2FDD9D83-4D19-4A60-AE48-D4573C0AEA85}"/>
              </a:ext>
            </a:extLst>
          </p:cNvPr>
          <p:cNvCxnSpPr>
            <a:cxnSpLocks/>
          </p:cNvCxnSpPr>
          <p:nvPr/>
        </p:nvCxnSpPr>
        <p:spPr>
          <a:xfrm>
            <a:off x="117727" y="1143681"/>
            <a:ext cx="818717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6" name="직사각형 305">
            <a:extLst>
              <a:ext uri="{FF2B5EF4-FFF2-40B4-BE49-F238E27FC236}">
                <a16:creationId xmlns:a16="http://schemas.microsoft.com/office/drawing/2014/main" id="{E689BE8C-0306-4220-B7B1-8F124EBDAF1E}"/>
              </a:ext>
            </a:extLst>
          </p:cNvPr>
          <p:cNvSpPr/>
          <p:nvPr/>
        </p:nvSpPr>
        <p:spPr>
          <a:xfrm>
            <a:off x="184430" y="1557880"/>
            <a:ext cx="8020800" cy="4465954"/>
          </a:xfrm>
          <a:prstGeom prst="rect">
            <a:avLst/>
          </a:prstGeom>
          <a:solidFill>
            <a:srgbClr val="26264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BD964619-8031-4E19-B07D-8C4616B5C20C}"/>
              </a:ext>
            </a:extLst>
          </p:cNvPr>
          <p:cNvGrpSpPr/>
          <p:nvPr/>
        </p:nvGrpSpPr>
        <p:grpSpPr>
          <a:xfrm>
            <a:off x="184526" y="1505937"/>
            <a:ext cx="8024876" cy="260092"/>
            <a:chOff x="184526" y="1505937"/>
            <a:chExt cx="8024876" cy="260092"/>
          </a:xfrm>
        </p:grpSpPr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9B744BAA-4F17-4FDE-AA6F-AC20C526EFF3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D49E4D27-F5B9-4E6F-A658-A996ADA2CCC3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308" name="직사각형 307">
              <a:extLst>
                <a:ext uri="{FF2B5EF4-FFF2-40B4-BE49-F238E27FC236}">
                  <a16:creationId xmlns:a16="http://schemas.microsoft.com/office/drawing/2014/main" id="{4AD18146-795F-48A2-B746-EC82750C53BC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5A5627C0-8B3D-4E48-8F7F-2249FA7C5482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310" name="직사각형 309">
              <a:extLst>
                <a:ext uri="{FF2B5EF4-FFF2-40B4-BE49-F238E27FC236}">
                  <a16:creationId xmlns:a16="http://schemas.microsoft.com/office/drawing/2014/main" id="{D7A14DF0-22ED-4715-BD5A-64C469DD7118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graphicFrame>
        <p:nvGraphicFramePr>
          <p:cNvPr id="311" name="표 310">
            <a:extLst>
              <a:ext uri="{FF2B5EF4-FFF2-40B4-BE49-F238E27FC236}">
                <a16:creationId xmlns:a16="http://schemas.microsoft.com/office/drawing/2014/main" id="{F2BE9F78-38AD-4B6E-A553-DF12B4DDF27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036493" y="2089084"/>
          <a:ext cx="2626669" cy="151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9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5584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kW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8945"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6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432BB2EF-B349-43A6-B21D-943487553968}"/>
              </a:ext>
            </a:extLst>
          </p:cNvPr>
          <p:cNvGrpSpPr/>
          <p:nvPr/>
        </p:nvGrpSpPr>
        <p:grpSpPr>
          <a:xfrm>
            <a:off x="3201134" y="2315023"/>
            <a:ext cx="2400905" cy="1065479"/>
            <a:chOff x="1475657" y="2688243"/>
            <a:chExt cx="6660000" cy="2092089"/>
          </a:xfrm>
        </p:grpSpPr>
        <p:cxnSp>
          <p:nvCxnSpPr>
            <p:cNvPr id="313" name="직선 연결선 312">
              <a:extLst>
                <a:ext uri="{FF2B5EF4-FFF2-40B4-BE49-F238E27FC236}">
                  <a16:creationId xmlns:a16="http://schemas.microsoft.com/office/drawing/2014/main" id="{39627037-57CE-42F4-8F72-786169CEF5A7}"/>
                </a:ext>
              </a:extLst>
            </p:cNvPr>
            <p:cNvCxnSpPr>
              <a:cxnSpLocks/>
            </p:cNvCxnSpPr>
            <p:nvPr/>
          </p:nvCxnSpPr>
          <p:spPr>
            <a:xfrm>
              <a:off x="1475657" y="2688243"/>
              <a:ext cx="6660000" cy="0"/>
            </a:xfrm>
            <a:prstGeom prst="line">
              <a:avLst/>
            </a:prstGeom>
            <a:ln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14" name="직선 연결선 313">
              <a:extLst>
                <a:ext uri="{FF2B5EF4-FFF2-40B4-BE49-F238E27FC236}">
                  <a16:creationId xmlns:a16="http://schemas.microsoft.com/office/drawing/2014/main" id="{FF2241E3-D756-474A-8DFE-699F58D3BDAF}"/>
                </a:ext>
              </a:extLst>
            </p:cNvPr>
            <p:cNvCxnSpPr>
              <a:cxnSpLocks/>
            </p:cNvCxnSpPr>
            <p:nvPr/>
          </p:nvCxnSpPr>
          <p:spPr>
            <a:xfrm>
              <a:off x="1475657" y="3594874"/>
              <a:ext cx="6660000" cy="0"/>
            </a:xfrm>
            <a:prstGeom prst="lin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315" name="자유형 11">
              <a:extLst>
                <a:ext uri="{FF2B5EF4-FFF2-40B4-BE49-F238E27FC236}">
                  <a16:creationId xmlns:a16="http://schemas.microsoft.com/office/drawing/2014/main" id="{CB594E59-460A-438F-825C-D23F75543AA0}"/>
                </a:ext>
              </a:extLst>
            </p:cNvPr>
            <p:cNvSpPr/>
            <p:nvPr/>
          </p:nvSpPr>
          <p:spPr>
            <a:xfrm>
              <a:off x="1744300" y="4492465"/>
              <a:ext cx="3877733" cy="287867"/>
            </a:xfrm>
            <a:custGeom>
              <a:avLst/>
              <a:gdLst>
                <a:gd name="connsiteX0" fmla="*/ 0 w 3877733"/>
                <a:gd name="connsiteY0" fmla="*/ 287867 h 287867"/>
                <a:gd name="connsiteX1" fmla="*/ 406400 w 3877733"/>
                <a:gd name="connsiteY1" fmla="*/ 101600 h 287867"/>
                <a:gd name="connsiteX2" fmla="*/ 863600 w 3877733"/>
                <a:gd name="connsiteY2" fmla="*/ 254000 h 287867"/>
                <a:gd name="connsiteX3" fmla="*/ 1286933 w 3877733"/>
                <a:gd name="connsiteY3" fmla="*/ 0 h 287867"/>
                <a:gd name="connsiteX4" fmla="*/ 1676400 w 3877733"/>
                <a:gd name="connsiteY4" fmla="*/ 67734 h 287867"/>
                <a:gd name="connsiteX5" fmla="*/ 2150533 w 3877733"/>
                <a:gd name="connsiteY5" fmla="*/ 203200 h 287867"/>
                <a:gd name="connsiteX6" fmla="*/ 2607733 w 3877733"/>
                <a:gd name="connsiteY6" fmla="*/ 254000 h 287867"/>
                <a:gd name="connsiteX7" fmla="*/ 2997200 w 3877733"/>
                <a:gd name="connsiteY7" fmla="*/ 254000 h 287867"/>
                <a:gd name="connsiteX8" fmla="*/ 3488266 w 3877733"/>
                <a:gd name="connsiteY8" fmla="*/ 101600 h 287867"/>
                <a:gd name="connsiteX9" fmla="*/ 3877733 w 3877733"/>
                <a:gd name="connsiteY9" fmla="*/ 101600 h 287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7733" h="287867">
                  <a:moveTo>
                    <a:pt x="0" y="287867"/>
                  </a:moveTo>
                  <a:lnTo>
                    <a:pt x="406400" y="101600"/>
                  </a:lnTo>
                  <a:lnTo>
                    <a:pt x="863600" y="254000"/>
                  </a:lnTo>
                  <a:lnTo>
                    <a:pt x="1286933" y="0"/>
                  </a:lnTo>
                  <a:lnTo>
                    <a:pt x="1676400" y="67734"/>
                  </a:lnTo>
                  <a:lnTo>
                    <a:pt x="2150533" y="203200"/>
                  </a:lnTo>
                  <a:lnTo>
                    <a:pt x="2607733" y="254000"/>
                  </a:lnTo>
                  <a:lnTo>
                    <a:pt x="2997200" y="254000"/>
                  </a:lnTo>
                  <a:lnTo>
                    <a:pt x="3488266" y="101600"/>
                  </a:lnTo>
                  <a:lnTo>
                    <a:pt x="3877733" y="101600"/>
                  </a:lnTo>
                </a:path>
              </a:pathLst>
            </a:custGeom>
            <a:ln w="190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cxnSp>
        <p:nvCxnSpPr>
          <p:cNvPr id="316" name="직선 연결선 315">
            <a:extLst>
              <a:ext uri="{FF2B5EF4-FFF2-40B4-BE49-F238E27FC236}">
                <a16:creationId xmlns:a16="http://schemas.microsoft.com/office/drawing/2014/main" id="{12B75C21-5BB1-42EA-833E-E66D08E94821}"/>
              </a:ext>
            </a:extLst>
          </p:cNvPr>
          <p:cNvCxnSpPr>
            <a:cxnSpLocks/>
          </p:cNvCxnSpPr>
          <p:nvPr/>
        </p:nvCxnSpPr>
        <p:spPr>
          <a:xfrm>
            <a:off x="4708264" y="2089084"/>
            <a:ext cx="0" cy="1510545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7" name="TextBox 316">
            <a:extLst>
              <a:ext uri="{FF2B5EF4-FFF2-40B4-BE49-F238E27FC236}">
                <a16:creationId xmlns:a16="http://schemas.microsoft.com/office/drawing/2014/main" id="{55E4CC6A-373C-4361-B7AF-404205323548}"/>
              </a:ext>
            </a:extLst>
          </p:cNvPr>
          <p:cNvSpPr txBox="1"/>
          <p:nvPr/>
        </p:nvSpPr>
        <p:spPr>
          <a:xfrm>
            <a:off x="2933296" y="1880452"/>
            <a:ext cx="10136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</a:p>
        </p:txBody>
      </p: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3F4EE2E7-BBD6-40D4-90A0-2A7AFFCF7884}"/>
              </a:ext>
            </a:extLst>
          </p:cNvPr>
          <p:cNvCxnSpPr>
            <a:cxnSpLocks/>
          </p:cNvCxnSpPr>
          <p:nvPr/>
        </p:nvCxnSpPr>
        <p:spPr>
          <a:xfrm>
            <a:off x="5741146" y="1866501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19" name="표 318">
            <a:extLst>
              <a:ext uri="{FF2B5EF4-FFF2-40B4-BE49-F238E27FC236}">
                <a16:creationId xmlns:a16="http://schemas.microsoft.com/office/drawing/2014/main" id="{FF2B9A09-35DA-4406-B374-CAF26563D4C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2" y="3272858"/>
          <a:ext cx="2275628" cy="1447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5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82242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dirty="0"/>
                        <a:t>kWh</a:t>
                      </a:r>
                      <a:endParaRPr lang="ko-KR" altLang="en-US" sz="5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87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8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9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4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4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20" name="TextBox 319">
            <a:extLst>
              <a:ext uri="{FF2B5EF4-FFF2-40B4-BE49-F238E27FC236}">
                <a16:creationId xmlns:a16="http://schemas.microsoft.com/office/drawing/2014/main" id="{07350133-97A4-45EC-AA1D-03B67CA121C8}"/>
              </a:ext>
            </a:extLst>
          </p:cNvPr>
          <p:cNvSpPr txBox="1"/>
          <p:nvPr/>
        </p:nvSpPr>
        <p:spPr>
          <a:xfrm>
            <a:off x="5769155" y="3098741"/>
            <a:ext cx="98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chemeClr val="bg1"/>
                </a:solidFill>
              </a:rPr>
              <a:t>충</a:t>
            </a:r>
            <a:r>
              <a:rPr lang="en-US" altLang="ko-KR" sz="800" dirty="0">
                <a:solidFill>
                  <a:schemeClr val="bg1"/>
                </a:solidFill>
              </a:rPr>
              <a:t>/</a:t>
            </a:r>
            <a:r>
              <a:rPr lang="ko-KR" altLang="en-US" sz="800" dirty="0" err="1">
                <a:solidFill>
                  <a:schemeClr val="bg1"/>
                </a:solidFill>
              </a:rPr>
              <a:t>방전량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321" name="AutoShape 182">
            <a:extLst>
              <a:ext uri="{FF2B5EF4-FFF2-40B4-BE49-F238E27FC236}">
                <a16:creationId xmlns:a16="http://schemas.microsoft.com/office/drawing/2014/main" id="{66AF9E48-4990-45A6-8006-C87842F05FD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51306" y="4753820"/>
            <a:ext cx="2273814" cy="1261824"/>
          </a:xfrm>
          <a:prstGeom prst="roundRect">
            <a:avLst>
              <a:gd name="adj" fmla="val 1769"/>
            </a:avLst>
          </a:prstGeom>
          <a:solidFill>
            <a:srgbClr val="262645"/>
          </a:solidFill>
          <a:ln w="3175">
            <a:solidFill>
              <a:schemeClr val="bg1"/>
            </a:solidFill>
          </a:ln>
        </p:spPr>
        <p:txBody>
          <a:bodyPr wrap="none" anchor="ctr"/>
          <a:lstStyle/>
          <a:p>
            <a:pPr latinLnBrk="1"/>
            <a:endParaRPr lang="ko-KR" altLang="en-US" sz="1600" dirty="0"/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4236A186-A811-4156-A183-4BE19A8DC723}"/>
              </a:ext>
            </a:extLst>
          </p:cNvPr>
          <p:cNvCxnSpPr>
            <a:cxnSpLocks/>
          </p:cNvCxnSpPr>
          <p:nvPr/>
        </p:nvCxnSpPr>
        <p:spPr>
          <a:xfrm>
            <a:off x="5993828" y="492531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3" name="TextBox 322">
            <a:extLst>
              <a:ext uri="{FF2B5EF4-FFF2-40B4-BE49-F238E27FC236}">
                <a16:creationId xmlns:a16="http://schemas.microsoft.com/office/drawing/2014/main" id="{4CA54214-F444-4928-A91A-5F2B393ECEA2}"/>
              </a:ext>
            </a:extLst>
          </p:cNvPr>
          <p:cNvSpPr txBox="1"/>
          <p:nvPr/>
        </p:nvSpPr>
        <p:spPr>
          <a:xfrm>
            <a:off x="5958346" y="4771035"/>
            <a:ext cx="709061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오늘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CFB78D4A-104B-4C27-BDED-14BB1418C067}"/>
              </a:ext>
            </a:extLst>
          </p:cNvPr>
          <p:cNvSpPr txBox="1"/>
          <p:nvPr/>
        </p:nvSpPr>
        <p:spPr>
          <a:xfrm>
            <a:off x="6935425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16E097BE-7008-4100-B91D-34CFA025E609}"/>
              </a:ext>
            </a:extLst>
          </p:cNvPr>
          <p:cNvSpPr txBox="1"/>
          <p:nvPr/>
        </p:nvSpPr>
        <p:spPr>
          <a:xfrm>
            <a:off x="7591323" y="475310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6CAD39A4-B2FF-4148-9C53-A8ACD816998B}"/>
              </a:ext>
            </a:extLst>
          </p:cNvPr>
          <p:cNvSpPr txBox="1"/>
          <p:nvPr/>
        </p:nvSpPr>
        <p:spPr>
          <a:xfrm>
            <a:off x="6223369" y="492531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27" name="TextBox 326">
            <a:extLst>
              <a:ext uri="{FF2B5EF4-FFF2-40B4-BE49-F238E27FC236}">
                <a16:creationId xmlns:a16="http://schemas.microsoft.com/office/drawing/2014/main" id="{1AA7001D-52AA-490E-BC5E-BE9E0471CB98}"/>
              </a:ext>
            </a:extLst>
          </p:cNvPr>
          <p:cNvSpPr txBox="1"/>
          <p:nvPr/>
        </p:nvSpPr>
        <p:spPr>
          <a:xfrm>
            <a:off x="6223369" y="504189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DF0FAAD8-F42B-4BD3-B6BA-637D93CBF374}"/>
              </a:ext>
            </a:extLst>
          </p:cNvPr>
          <p:cNvSpPr txBox="1"/>
          <p:nvPr/>
        </p:nvSpPr>
        <p:spPr>
          <a:xfrm>
            <a:off x="6850640" y="492531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1,350.5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29" name="TextBox 328">
            <a:extLst>
              <a:ext uri="{FF2B5EF4-FFF2-40B4-BE49-F238E27FC236}">
                <a16:creationId xmlns:a16="http://schemas.microsoft.com/office/drawing/2014/main" id="{7A5507CD-66DD-4905-8F52-3D144542618A}"/>
              </a:ext>
            </a:extLst>
          </p:cNvPr>
          <p:cNvSpPr txBox="1"/>
          <p:nvPr/>
        </p:nvSpPr>
        <p:spPr>
          <a:xfrm>
            <a:off x="6850640" y="504189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850.5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5AD50B8B-078B-478B-A133-ACDB53F62A34}"/>
              </a:ext>
            </a:extLst>
          </p:cNvPr>
          <p:cNvSpPr txBox="1"/>
          <p:nvPr/>
        </p:nvSpPr>
        <p:spPr>
          <a:xfrm>
            <a:off x="7570720" y="497879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2.1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5BCCDE6B-A752-4A71-95A5-C207E66EA34A}"/>
              </a:ext>
            </a:extLst>
          </p:cNvPr>
          <p:cNvCxnSpPr>
            <a:cxnSpLocks/>
          </p:cNvCxnSpPr>
          <p:nvPr/>
        </p:nvCxnSpPr>
        <p:spPr>
          <a:xfrm>
            <a:off x="5993828" y="5353201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2" name="TextBox 331">
            <a:extLst>
              <a:ext uri="{FF2B5EF4-FFF2-40B4-BE49-F238E27FC236}">
                <a16:creationId xmlns:a16="http://schemas.microsoft.com/office/drawing/2014/main" id="{43BC9EE5-DED5-46AD-9262-41114276C542}"/>
              </a:ext>
            </a:extLst>
          </p:cNvPr>
          <p:cNvSpPr txBox="1"/>
          <p:nvPr/>
        </p:nvSpPr>
        <p:spPr>
          <a:xfrm>
            <a:off x="5958346" y="5204901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 err="1">
                <a:solidFill>
                  <a:schemeClr val="bg1"/>
                </a:solidFill>
              </a:rPr>
              <a:t>이번달</a:t>
            </a:r>
            <a:r>
              <a:rPr lang="ko-KR" altLang="en-US" sz="500" dirty="0">
                <a:solidFill>
                  <a:schemeClr val="bg1"/>
                </a:solidFill>
              </a:rPr>
              <a:t>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3" name="TextBox 332">
            <a:extLst>
              <a:ext uri="{FF2B5EF4-FFF2-40B4-BE49-F238E27FC236}">
                <a16:creationId xmlns:a16="http://schemas.microsoft.com/office/drawing/2014/main" id="{47E35248-1D14-4D7A-8D98-43E68DEFEAEE}"/>
              </a:ext>
            </a:extLst>
          </p:cNvPr>
          <p:cNvSpPr txBox="1"/>
          <p:nvPr/>
        </p:nvSpPr>
        <p:spPr>
          <a:xfrm>
            <a:off x="6935425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4" name="TextBox 333">
            <a:extLst>
              <a:ext uri="{FF2B5EF4-FFF2-40B4-BE49-F238E27FC236}">
                <a16:creationId xmlns:a16="http://schemas.microsoft.com/office/drawing/2014/main" id="{F5F67606-D55B-4412-8B03-378F96FD7BD2}"/>
              </a:ext>
            </a:extLst>
          </p:cNvPr>
          <p:cNvSpPr txBox="1"/>
          <p:nvPr/>
        </p:nvSpPr>
        <p:spPr>
          <a:xfrm>
            <a:off x="7591323" y="5180997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335" name="TextBox 334">
            <a:extLst>
              <a:ext uri="{FF2B5EF4-FFF2-40B4-BE49-F238E27FC236}">
                <a16:creationId xmlns:a16="http://schemas.microsoft.com/office/drawing/2014/main" id="{B00B7231-9434-4BE7-B11D-CB097CFF842C}"/>
              </a:ext>
            </a:extLst>
          </p:cNvPr>
          <p:cNvSpPr txBox="1"/>
          <p:nvPr/>
        </p:nvSpPr>
        <p:spPr>
          <a:xfrm>
            <a:off x="6223369" y="5353201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2EBD8F01-E998-422E-9356-CB30DAECCF18}"/>
              </a:ext>
            </a:extLst>
          </p:cNvPr>
          <p:cNvSpPr txBox="1"/>
          <p:nvPr/>
        </p:nvSpPr>
        <p:spPr>
          <a:xfrm>
            <a:off x="6223369" y="5469786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7" name="TextBox 336">
            <a:extLst>
              <a:ext uri="{FF2B5EF4-FFF2-40B4-BE49-F238E27FC236}">
                <a16:creationId xmlns:a16="http://schemas.microsoft.com/office/drawing/2014/main" id="{4D681B3E-1FC3-4BFA-B3E5-EE7E8002ADCC}"/>
              </a:ext>
            </a:extLst>
          </p:cNvPr>
          <p:cNvSpPr txBox="1"/>
          <p:nvPr/>
        </p:nvSpPr>
        <p:spPr>
          <a:xfrm>
            <a:off x="6850640" y="5353201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CD3A40FB-9FA9-4C65-A894-09F9F133F754}"/>
              </a:ext>
            </a:extLst>
          </p:cNvPr>
          <p:cNvSpPr txBox="1"/>
          <p:nvPr/>
        </p:nvSpPr>
        <p:spPr>
          <a:xfrm>
            <a:off x="6850640" y="5469786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2D4E36AF-F107-4D1E-9D07-3DA8B9F3819E}"/>
              </a:ext>
            </a:extLst>
          </p:cNvPr>
          <p:cNvSpPr txBox="1"/>
          <p:nvPr/>
        </p:nvSpPr>
        <p:spPr>
          <a:xfrm>
            <a:off x="7570720" y="5407818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FA14A887-248C-4BAA-9DE8-195A2D215FDE}"/>
              </a:ext>
            </a:extLst>
          </p:cNvPr>
          <p:cNvCxnSpPr>
            <a:cxnSpLocks/>
          </p:cNvCxnSpPr>
          <p:nvPr/>
        </p:nvCxnSpPr>
        <p:spPr>
          <a:xfrm>
            <a:off x="5993828" y="5771414"/>
            <a:ext cx="216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7007078E-EDB8-4B9E-90A5-41158B018AFE}"/>
              </a:ext>
            </a:extLst>
          </p:cNvPr>
          <p:cNvSpPr txBox="1"/>
          <p:nvPr/>
        </p:nvSpPr>
        <p:spPr>
          <a:xfrm>
            <a:off x="5932914" y="5623114"/>
            <a:ext cx="796888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solidFill>
                  <a:schemeClr val="bg1"/>
                </a:solidFill>
              </a:rPr>
              <a:t>올해 충</a:t>
            </a:r>
            <a:r>
              <a:rPr lang="en-US" altLang="ko-KR" sz="500" dirty="0">
                <a:solidFill>
                  <a:schemeClr val="bg1"/>
                </a:solidFill>
              </a:rPr>
              <a:t>/</a:t>
            </a:r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CCC2070C-E5FB-4E61-9DF6-663FC9696D2B}"/>
              </a:ext>
            </a:extLst>
          </p:cNvPr>
          <p:cNvSpPr txBox="1"/>
          <p:nvPr/>
        </p:nvSpPr>
        <p:spPr>
          <a:xfrm>
            <a:off x="6909993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MWh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78005D9B-D4DE-46E4-A44D-68C33769A094}"/>
              </a:ext>
            </a:extLst>
          </p:cNvPr>
          <p:cNvSpPr txBox="1"/>
          <p:nvPr/>
        </p:nvSpPr>
        <p:spPr>
          <a:xfrm>
            <a:off x="7565891" y="5599210"/>
            <a:ext cx="3771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</a:rPr>
              <a:t>수익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AEEA15ED-BF39-4349-BC09-B2129DFD5337}"/>
              </a:ext>
            </a:extLst>
          </p:cNvPr>
          <p:cNvSpPr txBox="1"/>
          <p:nvPr/>
        </p:nvSpPr>
        <p:spPr>
          <a:xfrm>
            <a:off x="6197937" y="5771414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5" name="TextBox 344">
            <a:extLst>
              <a:ext uri="{FF2B5EF4-FFF2-40B4-BE49-F238E27FC236}">
                <a16:creationId xmlns:a16="http://schemas.microsoft.com/office/drawing/2014/main" id="{D074875C-F525-4360-9009-C6B4F31955B1}"/>
              </a:ext>
            </a:extLst>
          </p:cNvPr>
          <p:cNvSpPr txBox="1"/>
          <p:nvPr/>
        </p:nvSpPr>
        <p:spPr>
          <a:xfrm>
            <a:off x="6197937" y="5887999"/>
            <a:ext cx="41835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6" name="TextBox 345">
            <a:extLst>
              <a:ext uri="{FF2B5EF4-FFF2-40B4-BE49-F238E27FC236}">
                <a16:creationId xmlns:a16="http://schemas.microsoft.com/office/drawing/2014/main" id="{A7EA31FF-5267-4A4E-A32F-0C2C417CCAEE}"/>
              </a:ext>
            </a:extLst>
          </p:cNvPr>
          <p:cNvSpPr txBox="1"/>
          <p:nvPr/>
        </p:nvSpPr>
        <p:spPr>
          <a:xfrm>
            <a:off x="6825208" y="5771414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58.9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7E5F8E77-9571-47A5-B4EF-674B40D7E61C}"/>
              </a:ext>
            </a:extLst>
          </p:cNvPr>
          <p:cNvSpPr txBox="1"/>
          <p:nvPr/>
        </p:nvSpPr>
        <p:spPr>
          <a:xfrm>
            <a:off x="6825208" y="5887999"/>
            <a:ext cx="54671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192.1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4C7A79E9-04A9-4C4C-B0D6-6E1C7329F891}"/>
              </a:ext>
            </a:extLst>
          </p:cNvPr>
          <p:cNvSpPr txBox="1"/>
          <p:nvPr/>
        </p:nvSpPr>
        <p:spPr>
          <a:xfrm>
            <a:off x="7545288" y="5825376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464.9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E51DF9ED-0DD4-4FE0-959C-92AFF7FF7C50}"/>
              </a:ext>
            </a:extLst>
          </p:cNvPr>
          <p:cNvGrpSpPr/>
          <p:nvPr/>
        </p:nvGrpSpPr>
        <p:grpSpPr>
          <a:xfrm>
            <a:off x="4776098" y="3649023"/>
            <a:ext cx="500020" cy="169277"/>
            <a:chOff x="5008084" y="3585093"/>
            <a:chExt cx="500020" cy="169277"/>
          </a:xfrm>
        </p:grpSpPr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F0DAB497-15B5-43A1-B98F-F4D9DD835ACD}"/>
                </a:ext>
              </a:extLst>
            </p:cNvPr>
            <p:cNvCxnSpPr>
              <a:cxnSpLocks/>
            </p:cNvCxnSpPr>
            <p:nvPr/>
          </p:nvCxnSpPr>
          <p:spPr>
            <a:xfrm>
              <a:off x="5008084" y="3669731"/>
              <a:ext cx="108000" cy="0"/>
            </a:xfrm>
            <a:prstGeom prst="line">
              <a:avLst/>
            </a:prstGeom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EE48945F-51DC-4BE0-ADED-900BD7D9D784}"/>
                </a:ext>
              </a:extLst>
            </p:cNvPr>
            <p:cNvSpPr/>
            <p:nvPr/>
          </p:nvSpPr>
          <p:spPr>
            <a:xfrm>
              <a:off x="5044076" y="3585093"/>
              <a:ext cx="46402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현재 부하</a:t>
              </a:r>
            </a:p>
          </p:txBody>
        </p:sp>
      </p:grp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ADD27786-64CB-48B3-8781-0B35BAAEE454}"/>
              </a:ext>
            </a:extLst>
          </p:cNvPr>
          <p:cNvGrpSpPr/>
          <p:nvPr/>
        </p:nvGrpSpPr>
        <p:grpSpPr>
          <a:xfrm>
            <a:off x="5241125" y="3649023"/>
            <a:ext cx="500021" cy="169277"/>
            <a:chOff x="5440131" y="3585093"/>
            <a:chExt cx="500021" cy="169277"/>
          </a:xfrm>
        </p:grpSpPr>
        <p:cxnSp>
          <p:nvCxnSpPr>
            <p:cNvPr id="353" name="직선 연결선 352">
              <a:extLst>
                <a:ext uri="{FF2B5EF4-FFF2-40B4-BE49-F238E27FC236}">
                  <a16:creationId xmlns:a16="http://schemas.microsoft.com/office/drawing/2014/main" id="{48765069-031C-4843-BA8C-52222B3F7251}"/>
                </a:ext>
              </a:extLst>
            </p:cNvPr>
            <p:cNvCxnSpPr>
              <a:cxnSpLocks/>
            </p:cNvCxnSpPr>
            <p:nvPr/>
          </p:nvCxnSpPr>
          <p:spPr>
            <a:xfrm>
              <a:off x="5440131" y="3669731"/>
              <a:ext cx="108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7AADB48A-0131-40DA-B6D2-1EC38881B9FD}"/>
                </a:ext>
              </a:extLst>
            </p:cNvPr>
            <p:cNvSpPr/>
            <p:nvPr/>
          </p:nvSpPr>
          <p:spPr>
            <a:xfrm>
              <a:off x="5476123" y="3585093"/>
              <a:ext cx="464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예측 부하</a:t>
              </a:r>
            </a:p>
          </p:txBody>
        </p:sp>
      </p:grp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0977180A-09C5-4145-BEB9-C3F8ADD99689}"/>
              </a:ext>
            </a:extLst>
          </p:cNvPr>
          <p:cNvGrpSpPr/>
          <p:nvPr/>
        </p:nvGrpSpPr>
        <p:grpSpPr>
          <a:xfrm>
            <a:off x="3566480" y="3649023"/>
            <a:ext cx="652770" cy="169277"/>
            <a:chOff x="3318237" y="3585093"/>
            <a:chExt cx="652770" cy="169277"/>
          </a:xfrm>
        </p:grpSpPr>
        <p:cxnSp>
          <p:nvCxnSpPr>
            <p:cNvPr id="356" name="직선 연결선 355">
              <a:extLst>
                <a:ext uri="{FF2B5EF4-FFF2-40B4-BE49-F238E27FC236}">
                  <a16:creationId xmlns:a16="http://schemas.microsoft.com/office/drawing/2014/main" id="{CFD9EC14-DF04-4178-99AA-D48B870E04C0}"/>
                </a:ext>
              </a:extLst>
            </p:cNvPr>
            <p:cNvCxnSpPr>
              <a:cxnSpLocks/>
            </p:cNvCxnSpPr>
            <p:nvPr/>
          </p:nvCxnSpPr>
          <p:spPr>
            <a:xfrm>
              <a:off x="3318237" y="3669731"/>
              <a:ext cx="108000" cy="0"/>
            </a:xfrm>
            <a:prstGeom prst="line">
              <a:avLst/>
            </a:prstGeom>
            <a:ln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F29E143A-30CE-42FD-A136-5EF5070DE4D6}"/>
                </a:ext>
              </a:extLst>
            </p:cNvPr>
            <p:cNvSpPr/>
            <p:nvPr/>
          </p:nvSpPr>
          <p:spPr>
            <a:xfrm>
              <a:off x="3368549" y="3585093"/>
              <a:ext cx="60245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한전계약 전력</a:t>
              </a: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0614E279-ABFB-4B2D-BECD-DC876B48F09D}"/>
              </a:ext>
            </a:extLst>
          </p:cNvPr>
          <p:cNvGrpSpPr/>
          <p:nvPr/>
        </p:nvGrpSpPr>
        <p:grpSpPr>
          <a:xfrm>
            <a:off x="4184256" y="3649023"/>
            <a:ext cx="626762" cy="169277"/>
            <a:chOff x="3908621" y="3585093"/>
            <a:chExt cx="626762" cy="169277"/>
          </a:xfrm>
        </p:grpSpPr>
        <p:cxnSp>
          <p:nvCxnSpPr>
            <p:cNvPr id="359" name="직선 연결선 358">
              <a:extLst>
                <a:ext uri="{FF2B5EF4-FFF2-40B4-BE49-F238E27FC236}">
                  <a16:creationId xmlns:a16="http://schemas.microsoft.com/office/drawing/2014/main" id="{8A9100F4-19EB-47C2-BABE-5BBDD1D4EF6C}"/>
                </a:ext>
              </a:extLst>
            </p:cNvPr>
            <p:cNvCxnSpPr>
              <a:cxnSpLocks/>
            </p:cNvCxnSpPr>
            <p:nvPr/>
          </p:nvCxnSpPr>
          <p:spPr>
            <a:xfrm>
              <a:off x="3908621" y="3669731"/>
              <a:ext cx="108000" cy="0"/>
            </a:xfrm>
            <a:prstGeom prst="lin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360" name="직사각형 359">
              <a:extLst>
                <a:ext uri="{FF2B5EF4-FFF2-40B4-BE49-F238E27FC236}">
                  <a16:creationId xmlns:a16="http://schemas.microsoft.com/office/drawing/2014/main" id="{3522D2A6-3959-475C-96EC-0A71F5C91C05}"/>
                </a:ext>
              </a:extLst>
            </p:cNvPr>
            <p:cNvSpPr/>
            <p:nvPr/>
          </p:nvSpPr>
          <p:spPr>
            <a:xfrm>
              <a:off x="3944613" y="3585093"/>
              <a:ext cx="59077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</a:rPr>
                <a:t>요금적용 전력</a:t>
              </a:r>
            </a:p>
          </p:txBody>
        </p:sp>
      </p:grpSp>
      <p:grpSp>
        <p:nvGrpSpPr>
          <p:cNvPr id="361" name="그룹 360">
            <a:extLst>
              <a:ext uri="{FF2B5EF4-FFF2-40B4-BE49-F238E27FC236}">
                <a16:creationId xmlns:a16="http://schemas.microsoft.com/office/drawing/2014/main" id="{58D0446A-DEDD-46BB-9184-861C1C7E0AAE}"/>
              </a:ext>
            </a:extLst>
          </p:cNvPr>
          <p:cNvGrpSpPr/>
          <p:nvPr/>
        </p:nvGrpSpPr>
        <p:grpSpPr>
          <a:xfrm>
            <a:off x="273944" y="1885169"/>
            <a:ext cx="2528690" cy="835005"/>
            <a:chOff x="6177167" y="1700808"/>
            <a:chExt cx="2528690" cy="835005"/>
          </a:xfrm>
        </p:grpSpPr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453DF077-691F-4760-9615-E493C99B1764}"/>
                </a:ext>
              </a:extLst>
            </p:cNvPr>
            <p:cNvGrpSpPr/>
            <p:nvPr/>
          </p:nvGrpSpPr>
          <p:grpSpPr>
            <a:xfrm>
              <a:off x="6177167" y="1700808"/>
              <a:ext cx="1926022" cy="721431"/>
              <a:chOff x="5692418" y="1753651"/>
              <a:chExt cx="3074464" cy="721431"/>
            </a:xfrm>
          </p:grpSpPr>
          <p:sp>
            <p:nvSpPr>
              <p:cNvPr id="369" name="직사각형 368">
                <a:extLst>
                  <a:ext uri="{FF2B5EF4-FFF2-40B4-BE49-F238E27FC236}">
                    <a16:creationId xmlns:a16="http://schemas.microsoft.com/office/drawing/2014/main" id="{CD4005FC-8D86-4A47-84D9-DFECE3881EA8}"/>
                  </a:ext>
                </a:extLst>
              </p:cNvPr>
              <p:cNvSpPr/>
              <p:nvPr/>
            </p:nvSpPr>
            <p:spPr>
              <a:xfrm>
                <a:off x="5822353" y="2045047"/>
                <a:ext cx="2880000" cy="72008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0" name="직사각형 369">
                <a:extLst>
                  <a:ext uri="{FF2B5EF4-FFF2-40B4-BE49-F238E27FC236}">
                    <a16:creationId xmlns:a16="http://schemas.microsoft.com/office/drawing/2014/main" id="{86119FE8-ADA6-43C0-9C14-B7DFE24D47E3}"/>
                  </a:ext>
                </a:extLst>
              </p:cNvPr>
              <p:cNvSpPr/>
              <p:nvPr/>
            </p:nvSpPr>
            <p:spPr>
              <a:xfrm>
                <a:off x="5822353" y="2403074"/>
                <a:ext cx="2880000" cy="72008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1" name="TextBox 370">
                <a:extLst>
                  <a:ext uri="{FF2B5EF4-FFF2-40B4-BE49-F238E27FC236}">
                    <a16:creationId xmlns:a16="http://schemas.microsoft.com/office/drawing/2014/main" id="{23C52C03-352D-4CE1-99F1-38941E7FE395}"/>
                  </a:ext>
                </a:extLst>
              </p:cNvPr>
              <p:cNvSpPr txBox="1"/>
              <p:nvPr/>
            </p:nvSpPr>
            <p:spPr>
              <a:xfrm>
                <a:off x="5692418" y="1843641"/>
                <a:ext cx="1124403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오늘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ko-KR" altLang="en-US" sz="700" b="1" dirty="0" err="1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충전량</a:t>
                </a:r>
                <a:endPara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2" name="TextBox 371">
                <a:extLst>
                  <a:ext uri="{FF2B5EF4-FFF2-40B4-BE49-F238E27FC236}">
                    <a16:creationId xmlns:a16="http://schemas.microsoft.com/office/drawing/2014/main" id="{2D5C1B57-E943-45A1-B78E-98BAF3244F32}"/>
                  </a:ext>
                </a:extLst>
              </p:cNvPr>
              <p:cNvSpPr txBox="1"/>
              <p:nvPr/>
            </p:nvSpPr>
            <p:spPr>
              <a:xfrm>
                <a:off x="5692418" y="2201668"/>
                <a:ext cx="1134900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오늘</a:t>
                </a:r>
                <a:r>
                  <a:rPr lang="en-US" altLang="ko-KR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ko-KR" altLang="en-US" sz="700" b="1" dirty="0" err="1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방전량</a:t>
                </a:r>
                <a:endParaRPr lang="ko-KR" altLang="en-US" sz="7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8A2BE4AA-7ECD-47F9-A201-33339614F439}"/>
                  </a:ext>
                </a:extLst>
              </p:cNvPr>
              <p:cNvSpPr txBox="1"/>
              <p:nvPr/>
            </p:nvSpPr>
            <p:spPr>
              <a:xfrm>
                <a:off x="7270746" y="1753651"/>
                <a:ext cx="1496136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1,350.5</a:t>
                </a:r>
                <a:r>
                  <a:rPr lang="en-US" altLang="ko-KR" sz="7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kWh</a:t>
                </a:r>
                <a:endParaRPr lang="ko-KR" altLang="en-US" sz="8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4" name="TextBox 373">
                <a:extLst>
                  <a:ext uri="{FF2B5EF4-FFF2-40B4-BE49-F238E27FC236}">
                    <a16:creationId xmlns:a16="http://schemas.microsoft.com/office/drawing/2014/main" id="{0363BEAD-CD0D-49AA-B41E-2DE41D13ACB8}"/>
                  </a:ext>
                </a:extLst>
              </p:cNvPr>
              <p:cNvSpPr txBox="1"/>
              <p:nvPr/>
            </p:nvSpPr>
            <p:spPr>
              <a:xfrm>
                <a:off x="7419971" y="2115095"/>
                <a:ext cx="134690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850.5</a:t>
                </a:r>
                <a:r>
                  <a:rPr lang="en-US" altLang="ko-KR" sz="7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6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kWh</a:t>
                </a:r>
                <a:endParaRPr lang="ko-KR" altLang="en-US" sz="800" b="1" dirty="0">
                  <a:solidFill>
                    <a:schemeClr val="accent6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36D3BC9A-C7E5-4A88-B440-0A5016DA18E0}"/>
                </a:ext>
              </a:extLst>
            </p:cNvPr>
            <p:cNvGrpSpPr/>
            <p:nvPr/>
          </p:nvGrpSpPr>
          <p:grpSpPr>
            <a:xfrm>
              <a:off x="8123038" y="1772816"/>
              <a:ext cx="582819" cy="762997"/>
              <a:chOff x="8066098" y="1891729"/>
              <a:chExt cx="639759" cy="762997"/>
            </a:xfrm>
          </p:grpSpPr>
          <p:pic>
            <p:nvPicPr>
              <p:cNvPr id="366" name="Picture 6" descr="batteryì ëí ì´ë¯¸ì§ ê²ìê²°ê³¼">
                <a:extLst>
                  <a:ext uri="{FF2B5EF4-FFF2-40B4-BE49-F238E27FC236}">
                    <a16:creationId xmlns:a16="http://schemas.microsoft.com/office/drawing/2014/main" id="{10CDD023-2465-4D83-93B7-41D220E69C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4661" y="2092093"/>
                <a:ext cx="562633" cy="56263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67" name="TextBox 366">
                <a:extLst>
                  <a:ext uri="{FF2B5EF4-FFF2-40B4-BE49-F238E27FC236}">
                    <a16:creationId xmlns:a16="http://schemas.microsoft.com/office/drawing/2014/main" id="{51100BED-48B4-48DB-99E8-F6753646E571}"/>
                  </a:ext>
                </a:extLst>
              </p:cNvPr>
              <p:cNvSpPr txBox="1"/>
              <p:nvPr/>
            </p:nvSpPr>
            <p:spPr>
              <a:xfrm>
                <a:off x="8087885" y="1891729"/>
                <a:ext cx="596185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SOC(</a:t>
                </a:r>
                <a:r>
                  <a:rPr lang="ko-KR" altLang="en-US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잔량</a:t>
                </a:r>
                <a:r>
                  <a:rPr lang="en-US" altLang="ko-KR" sz="6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)</a:t>
                </a:r>
                <a:endParaRPr lang="ko-KR" altLang="en-US" sz="6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8" name="TextBox 367">
                <a:extLst>
                  <a:ext uri="{FF2B5EF4-FFF2-40B4-BE49-F238E27FC236}">
                    <a16:creationId xmlns:a16="http://schemas.microsoft.com/office/drawing/2014/main" id="{41899839-873B-498F-A638-14A76E6F74B2}"/>
                  </a:ext>
                </a:extLst>
              </p:cNvPr>
              <p:cNvSpPr txBox="1"/>
              <p:nvPr/>
            </p:nvSpPr>
            <p:spPr>
              <a:xfrm>
                <a:off x="8066098" y="2016579"/>
                <a:ext cx="639759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1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85.5</a:t>
                </a:r>
                <a:r>
                  <a:rPr lang="en-US" altLang="ko-KR" sz="600" b="1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lang="en-US" altLang="ko-KR" sz="700" b="1" dirty="0">
                    <a:solidFill>
                      <a:schemeClr val="accent5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%</a:t>
                </a:r>
                <a:endParaRPr lang="ko-KR" altLang="en-US" sz="700" b="1" dirty="0">
                  <a:solidFill>
                    <a:schemeClr val="accent5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64" name="직사각형 363">
              <a:extLst>
                <a:ext uri="{FF2B5EF4-FFF2-40B4-BE49-F238E27FC236}">
                  <a16:creationId xmlns:a16="http://schemas.microsoft.com/office/drawing/2014/main" id="{68E97839-BFEB-40A4-B8FD-DA8248A5ED5D}"/>
                </a:ext>
              </a:extLst>
            </p:cNvPr>
            <p:cNvSpPr/>
            <p:nvPr/>
          </p:nvSpPr>
          <p:spPr>
            <a:xfrm>
              <a:off x="7703543" y="1990090"/>
              <a:ext cx="360000" cy="684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5" name="직사각형 364">
              <a:extLst>
                <a:ext uri="{FF2B5EF4-FFF2-40B4-BE49-F238E27FC236}">
                  <a16:creationId xmlns:a16="http://schemas.microsoft.com/office/drawing/2014/main" id="{7AB456CF-BD76-464C-B9E7-37F09CDABC18}"/>
                </a:ext>
              </a:extLst>
            </p:cNvPr>
            <p:cNvSpPr/>
            <p:nvPr/>
          </p:nvSpPr>
          <p:spPr>
            <a:xfrm>
              <a:off x="7524536" y="2351662"/>
              <a:ext cx="540000" cy="684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375" name="직선 연결선 374">
            <a:extLst>
              <a:ext uri="{FF2B5EF4-FFF2-40B4-BE49-F238E27FC236}">
                <a16:creationId xmlns:a16="http://schemas.microsoft.com/office/drawing/2014/main" id="{99AA585E-6AEF-4D90-B988-06491799E652}"/>
              </a:ext>
            </a:extLst>
          </p:cNvPr>
          <p:cNvCxnSpPr>
            <a:cxnSpLocks/>
          </p:cNvCxnSpPr>
          <p:nvPr/>
        </p:nvCxnSpPr>
        <p:spPr>
          <a:xfrm>
            <a:off x="2938810" y="1887730"/>
            <a:ext cx="0" cy="4140000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6" name="직사각형 375">
            <a:extLst>
              <a:ext uri="{FF2B5EF4-FFF2-40B4-BE49-F238E27FC236}">
                <a16:creationId xmlns:a16="http://schemas.microsoft.com/office/drawing/2014/main" id="{CF3A05A2-5353-4DB5-8180-604741616927}"/>
              </a:ext>
            </a:extLst>
          </p:cNvPr>
          <p:cNvSpPr/>
          <p:nvPr/>
        </p:nvSpPr>
        <p:spPr>
          <a:xfrm>
            <a:off x="5810955" y="1802597"/>
            <a:ext cx="182053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수익 현황</a:t>
            </a:r>
          </a:p>
        </p:txBody>
      </p:sp>
      <p:graphicFrame>
        <p:nvGraphicFramePr>
          <p:cNvPr id="377" name="표 376">
            <a:extLst>
              <a:ext uri="{FF2B5EF4-FFF2-40B4-BE49-F238E27FC236}">
                <a16:creationId xmlns:a16="http://schemas.microsoft.com/office/drawing/2014/main" id="{C78788E2-E2DB-4797-BDBD-CF85D2510A4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849513" y="1985340"/>
          <a:ext cx="2295059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54256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21454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81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378" name="그룹 377">
            <a:extLst>
              <a:ext uri="{FF2B5EF4-FFF2-40B4-BE49-F238E27FC236}">
                <a16:creationId xmlns:a16="http://schemas.microsoft.com/office/drawing/2014/main" id="{DA28C214-4E6D-4E6D-AFF2-06D085D9430F}"/>
              </a:ext>
            </a:extLst>
          </p:cNvPr>
          <p:cNvGrpSpPr/>
          <p:nvPr/>
        </p:nvGrpSpPr>
        <p:grpSpPr>
          <a:xfrm>
            <a:off x="6127556" y="2541597"/>
            <a:ext cx="114467" cy="310233"/>
            <a:chOff x="1234728" y="4790879"/>
            <a:chExt cx="144016" cy="310233"/>
          </a:xfrm>
        </p:grpSpPr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8DB2CE7B-DA36-4295-8C70-9359209DB898}"/>
                </a:ext>
              </a:extLst>
            </p:cNvPr>
            <p:cNvSpPr/>
            <p:nvPr/>
          </p:nvSpPr>
          <p:spPr>
            <a:xfrm>
              <a:off x="1234728" y="4836597"/>
              <a:ext cx="144016" cy="264515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80" name="직사각형 379">
              <a:extLst>
                <a:ext uri="{FF2B5EF4-FFF2-40B4-BE49-F238E27FC236}">
                  <a16:creationId xmlns:a16="http://schemas.microsoft.com/office/drawing/2014/main" id="{F0F4C649-3CFD-4A94-92FC-E9B4112835D8}"/>
                </a:ext>
              </a:extLst>
            </p:cNvPr>
            <p:cNvSpPr/>
            <p:nvPr/>
          </p:nvSpPr>
          <p:spPr>
            <a:xfrm>
              <a:off x="1234728" y="4790879"/>
              <a:ext cx="144016" cy="175215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8E8F9DDC-E639-4232-A096-9DB6A715FDA7}"/>
              </a:ext>
            </a:extLst>
          </p:cNvPr>
          <p:cNvSpPr/>
          <p:nvPr/>
        </p:nvSpPr>
        <p:spPr>
          <a:xfrm>
            <a:off x="6295753" y="2515389"/>
            <a:ext cx="115200" cy="33644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82" name="그룹 381">
            <a:extLst>
              <a:ext uri="{FF2B5EF4-FFF2-40B4-BE49-F238E27FC236}">
                <a16:creationId xmlns:a16="http://schemas.microsoft.com/office/drawing/2014/main" id="{4E4B43F2-3687-44AC-9ADA-C52C755BCD55}"/>
              </a:ext>
            </a:extLst>
          </p:cNvPr>
          <p:cNvGrpSpPr/>
          <p:nvPr/>
        </p:nvGrpSpPr>
        <p:grpSpPr>
          <a:xfrm>
            <a:off x="6463950" y="2585693"/>
            <a:ext cx="114467" cy="266137"/>
            <a:chOff x="1907704" y="3275281"/>
            <a:chExt cx="288032" cy="535432"/>
          </a:xfrm>
        </p:grpSpPr>
        <p:sp>
          <p:nvSpPr>
            <p:cNvPr id="383" name="직사각형 382">
              <a:extLst>
                <a:ext uri="{FF2B5EF4-FFF2-40B4-BE49-F238E27FC236}">
                  <a16:creationId xmlns:a16="http://schemas.microsoft.com/office/drawing/2014/main" id="{1338770A-300E-4DA2-9027-79ABB20131C3}"/>
                </a:ext>
              </a:extLst>
            </p:cNvPr>
            <p:cNvSpPr/>
            <p:nvPr/>
          </p:nvSpPr>
          <p:spPr>
            <a:xfrm>
              <a:off x="1907704" y="3321001"/>
              <a:ext cx="288032" cy="489712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84" name="직사각형 383">
              <a:extLst>
                <a:ext uri="{FF2B5EF4-FFF2-40B4-BE49-F238E27FC236}">
                  <a16:creationId xmlns:a16="http://schemas.microsoft.com/office/drawing/2014/main" id="{C7C6B041-74B5-4CEC-9B40-94857B45B360}"/>
                </a:ext>
              </a:extLst>
            </p:cNvPr>
            <p:cNvSpPr/>
            <p:nvPr/>
          </p:nvSpPr>
          <p:spPr>
            <a:xfrm>
              <a:off x="1907704" y="3275281"/>
              <a:ext cx="288032" cy="289487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385" name="직사각형 384">
            <a:extLst>
              <a:ext uri="{FF2B5EF4-FFF2-40B4-BE49-F238E27FC236}">
                <a16:creationId xmlns:a16="http://schemas.microsoft.com/office/drawing/2014/main" id="{1BF6D5C8-9D93-4193-82D1-F3F56AA8612B}"/>
              </a:ext>
            </a:extLst>
          </p:cNvPr>
          <p:cNvSpPr/>
          <p:nvPr/>
        </p:nvSpPr>
        <p:spPr>
          <a:xfrm>
            <a:off x="6593218" y="2707940"/>
            <a:ext cx="114467" cy="14389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386" name="표 385">
            <a:extLst>
              <a:ext uri="{FF2B5EF4-FFF2-40B4-BE49-F238E27FC236}">
                <a16:creationId xmlns:a16="http://schemas.microsoft.com/office/drawing/2014/main" id="{95AF5A99-73E3-4CE9-8A3E-431571397DF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91742" y="3055006"/>
          <a:ext cx="2547265" cy="15056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7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9205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/>
                        <a:t>kWh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74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88949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5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5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387" name="그룹 386">
            <a:extLst>
              <a:ext uri="{FF2B5EF4-FFF2-40B4-BE49-F238E27FC236}">
                <a16:creationId xmlns:a16="http://schemas.microsoft.com/office/drawing/2014/main" id="{79AE1FCF-DC3A-42DA-8571-3A9419EEC869}"/>
              </a:ext>
            </a:extLst>
          </p:cNvPr>
          <p:cNvGrpSpPr/>
          <p:nvPr/>
        </p:nvGrpSpPr>
        <p:grpSpPr>
          <a:xfrm>
            <a:off x="574906" y="3980766"/>
            <a:ext cx="1526152" cy="367021"/>
            <a:chOff x="1354667" y="3680460"/>
            <a:chExt cx="4732866" cy="586740"/>
          </a:xfrm>
        </p:grpSpPr>
        <p:sp>
          <p:nvSpPr>
            <p:cNvPr id="388" name="자유형 5">
              <a:extLst>
                <a:ext uri="{FF2B5EF4-FFF2-40B4-BE49-F238E27FC236}">
                  <a16:creationId xmlns:a16="http://schemas.microsoft.com/office/drawing/2014/main" id="{5F0289D6-838E-45CA-B95B-D651009E9CA9}"/>
                </a:ext>
              </a:extLst>
            </p:cNvPr>
            <p:cNvSpPr/>
            <p:nvPr/>
          </p:nvSpPr>
          <p:spPr>
            <a:xfrm>
              <a:off x="2286000" y="3680460"/>
              <a:ext cx="1733550" cy="453390"/>
            </a:xfrm>
            <a:custGeom>
              <a:avLst/>
              <a:gdLst>
                <a:gd name="connsiteX0" fmla="*/ 0 w 1733550"/>
                <a:gd name="connsiteY0" fmla="*/ 171450 h 453390"/>
                <a:gd name="connsiteX1" fmla="*/ 582930 w 1733550"/>
                <a:gd name="connsiteY1" fmla="*/ 430530 h 453390"/>
                <a:gd name="connsiteX2" fmla="*/ 864870 w 1733550"/>
                <a:gd name="connsiteY2" fmla="*/ 453390 h 453390"/>
                <a:gd name="connsiteX3" fmla="*/ 1165860 w 1733550"/>
                <a:gd name="connsiteY3" fmla="*/ 419100 h 453390"/>
                <a:gd name="connsiteX4" fmla="*/ 1482090 w 1733550"/>
                <a:gd name="connsiteY4" fmla="*/ 106680 h 453390"/>
                <a:gd name="connsiteX5" fmla="*/ 1733550 w 1733550"/>
                <a:gd name="connsiteY5" fmla="*/ 0 h 453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550" h="453390">
                  <a:moveTo>
                    <a:pt x="0" y="171450"/>
                  </a:moveTo>
                  <a:lnTo>
                    <a:pt x="582930" y="430530"/>
                  </a:lnTo>
                  <a:lnTo>
                    <a:pt x="864870" y="453390"/>
                  </a:lnTo>
                  <a:lnTo>
                    <a:pt x="1165860" y="419100"/>
                  </a:lnTo>
                  <a:lnTo>
                    <a:pt x="1482090" y="106680"/>
                  </a:lnTo>
                  <a:lnTo>
                    <a:pt x="1733550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89" name="자유형 4">
              <a:extLst>
                <a:ext uri="{FF2B5EF4-FFF2-40B4-BE49-F238E27FC236}">
                  <a16:creationId xmlns:a16="http://schemas.microsoft.com/office/drawing/2014/main" id="{9660A6A1-43A9-4735-A51C-048D2B45B0B6}"/>
                </a:ext>
              </a:extLst>
            </p:cNvPr>
            <p:cNvSpPr/>
            <p:nvPr/>
          </p:nvSpPr>
          <p:spPr>
            <a:xfrm rot="10259621">
              <a:off x="2260738" y="3727732"/>
              <a:ext cx="1757660" cy="90164"/>
            </a:xfrm>
            <a:custGeom>
              <a:avLst/>
              <a:gdLst>
                <a:gd name="connsiteX0" fmla="*/ 0 w 1761066"/>
                <a:gd name="connsiteY0" fmla="*/ 177800 h 228600"/>
                <a:gd name="connsiteX1" fmla="*/ 601133 w 1761066"/>
                <a:gd name="connsiteY1" fmla="*/ 228600 h 228600"/>
                <a:gd name="connsiteX2" fmla="*/ 905933 w 1761066"/>
                <a:gd name="connsiteY2" fmla="*/ 177800 h 228600"/>
                <a:gd name="connsiteX3" fmla="*/ 1159933 w 1761066"/>
                <a:gd name="connsiteY3" fmla="*/ 127000 h 228600"/>
                <a:gd name="connsiteX4" fmla="*/ 1498600 w 1761066"/>
                <a:gd name="connsiteY4" fmla="*/ 59267 h 228600"/>
                <a:gd name="connsiteX5" fmla="*/ 1761066 w 1761066"/>
                <a:gd name="connsiteY5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1066" h="228600">
                  <a:moveTo>
                    <a:pt x="0" y="177800"/>
                  </a:moveTo>
                  <a:lnTo>
                    <a:pt x="601133" y="228600"/>
                  </a:lnTo>
                  <a:lnTo>
                    <a:pt x="905933" y="177800"/>
                  </a:lnTo>
                  <a:lnTo>
                    <a:pt x="1159933" y="127000"/>
                  </a:lnTo>
                  <a:lnTo>
                    <a:pt x="1498600" y="59267"/>
                  </a:lnTo>
                  <a:lnTo>
                    <a:pt x="1761066" y="0"/>
                  </a:ln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90" name="자유형 7">
              <a:extLst>
                <a:ext uri="{FF2B5EF4-FFF2-40B4-BE49-F238E27FC236}">
                  <a16:creationId xmlns:a16="http://schemas.microsoft.com/office/drawing/2014/main" id="{91DE735D-2613-4A38-B0DB-631A18FF3B20}"/>
                </a:ext>
              </a:extLst>
            </p:cNvPr>
            <p:cNvSpPr/>
            <p:nvPr/>
          </p:nvSpPr>
          <p:spPr>
            <a:xfrm>
              <a:off x="4023360" y="3699510"/>
              <a:ext cx="2049780" cy="567690"/>
            </a:xfrm>
            <a:custGeom>
              <a:avLst/>
              <a:gdLst>
                <a:gd name="connsiteX0" fmla="*/ 0 w 2049780"/>
                <a:gd name="connsiteY0" fmla="*/ 0 h 567690"/>
                <a:gd name="connsiteX1" fmla="*/ 331470 w 2049780"/>
                <a:gd name="connsiteY1" fmla="*/ 60960 h 567690"/>
                <a:gd name="connsiteX2" fmla="*/ 640080 w 2049780"/>
                <a:gd name="connsiteY2" fmla="*/ 220980 h 567690"/>
                <a:gd name="connsiteX3" fmla="*/ 1242060 w 2049780"/>
                <a:gd name="connsiteY3" fmla="*/ 236220 h 567690"/>
                <a:gd name="connsiteX4" fmla="*/ 1684020 w 2049780"/>
                <a:gd name="connsiteY4" fmla="*/ 144780 h 567690"/>
                <a:gd name="connsiteX5" fmla="*/ 2049780 w 2049780"/>
                <a:gd name="connsiteY5" fmla="*/ 19050 h 567690"/>
                <a:gd name="connsiteX6" fmla="*/ 1779270 w 2049780"/>
                <a:gd name="connsiteY6" fmla="*/ 346710 h 567690"/>
                <a:gd name="connsiteX7" fmla="*/ 1249680 w 2049780"/>
                <a:gd name="connsiteY7" fmla="*/ 567690 h 567690"/>
                <a:gd name="connsiteX8" fmla="*/ 621030 w 2049780"/>
                <a:gd name="connsiteY8" fmla="*/ 563880 h 567690"/>
                <a:gd name="connsiteX9" fmla="*/ 308610 w 2049780"/>
                <a:gd name="connsiteY9" fmla="*/ 419100 h 567690"/>
                <a:gd name="connsiteX10" fmla="*/ 0 w 2049780"/>
                <a:gd name="connsiteY10" fmla="*/ 0 h 56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49780" h="567690">
                  <a:moveTo>
                    <a:pt x="0" y="0"/>
                  </a:moveTo>
                  <a:lnTo>
                    <a:pt x="331470" y="60960"/>
                  </a:lnTo>
                  <a:lnTo>
                    <a:pt x="640080" y="220980"/>
                  </a:lnTo>
                  <a:lnTo>
                    <a:pt x="1242060" y="236220"/>
                  </a:lnTo>
                  <a:lnTo>
                    <a:pt x="1684020" y="144780"/>
                  </a:lnTo>
                  <a:lnTo>
                    <a:pt x="2049780" y="19050"/>
                  </a:lnTo>
                  <a:lnTo>
                    <a:pt x="1779270" y="346710"/>
                  </a:lnTo>
                  <a:lnTo>
                    <a:pt x="1249680" y="567690"/>
                  </a:lnTo>
                  <a:lnTo>
                    <a:pt x="621030" y="563880"/>
                  </a:lnTo>
                  <a:lnTo>
                    <a:pt x="308610" y="419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91" name="자유형 1">
              <a:extLst>
                <a:ext uri="{FF2B5EF4-FFF2-40B4-BE49-F238E27FC236}">
                  <a16:creationId xmlns:a16="http://schemas.microsoft.com/office/drawing/2014/main" id="{BD890435-BD18-47FF-93CB-3E2F6CC22099}"/>
                </a:ext>
              </a:extLst>
            </p:cNvPr>
            <p:cNvSpPr/>
            <p:nvPr/>
          </p:nvSpPr>
          <p:spPr>
            <a:xfrm>
              <a:off x="1354667" y="3683000"/>
              <a:ext cx="4732866" cy="584200"/>
            </a:xfrm>
            <a:custGeom>
              <a:avLst/>
              <a:gdLst>
                <a:gd name="connsiteX0" fmla="*/ 0 w 4732866"/>
                <a:gd name="connsiteY0" fmla="*/ 330200 h 584200"/>
                <a:gd name="connsiteX1" fmla="*/ 262466 w 4732866"/>
                <a:gd name="connsiteY1" fmla="*/ 169333 h 584200"/>
                <a:gd name="connsiteX2" fmla="*/ 575733 w 4732866"/>
                <a:gd name="connsiteY2" fmla="*/ 279400 h 584200"/>
                <a:gd name="connsiteX3" fmla="*/ 905933 w 4732866"/>
                <a:gd name="connsiteY3" fmla="*/ 169333 h 584200"/>
                <a:gd name="connsiteX4" fmla="*/ 1193800 w 4732866"/>
                <a:gd name="connsiteY4" fmla="*/ 296333 h 584200"/>
                <a:gd name="connsiteX5" fmla="*/ 1507066 w 4732866"/>
                <a:gd name="connsiteY5" fmla="*/ 431800 h 584200"/>
                <a:gd name="connsiteX6" fmla="*/ 1794933 w 4732866"/>
                <a:gd name="connsiteY6" fmla="*/ 457200 h 584200"/>
                <a:gd name="connsiteX7" fmla="*/ 2091266 w 4732866"/>
                <a:gd name="connsiteY7" fmla="*/ 423333 h 584200"/>
                <a:gd name="connsiteX8" fmla="*/ 2413000 w 4732866"/>
                <a:gd name="connsiteY8" fmla="*/ 101600 h 584200"/>
                <a:gd name="connsiteX9" fmla="*/ 2667000 w 4732866"/>
                <a:gd name="connsiteY9" fmla="*/ 0 h 584200"/>
                <a:gd name="connsiteX10" fmla="*/ 2971800 w 4732866"/>
                <a:gd name="connsiteY10" fmla="*/ 431800 h 584200"/>
                <a:gd name="connsiteX11" fmla="*/ 3293533 w 4732866"/>
                <a:gd name="connsiteY11" fmla="*/ 567267 h 584200"/>
                <a:gd name="connsiteX12" fmla="*/ 3615266 w 4732866"/>
                <a:gd name="connsiteY12" fmla="*/ 558800 h 584200"/>
                <a:gd name="connsiteX13" fmla="*/ 3911600 w 4732866"/>
                <a:gd name="connsiteY13" fmla="*/ 584200 h 584200"/>
                <a:gd name="connsiteX14" fmla="*/ 4199466 w 4732866"/>
                <a:gd name="connsiteY14" fmla="*/ 440267 h 584200"/>
                <a:gd name="connsiteX15" fmla="*/ 4453466 w 4732866"/>
                <a:gd name="connsiteY15" fmla="*/ 364067 h 584200"/>
                <a:gd name="connsiteX16" fmla="*/ 4732866 w 4732866"/>
                <a:gd name="connsiteY16" fmla="*/ 16933 h 58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732866" h="584200">
                  <a:moveTo>
                    <a:pt x="0" y="330200"/>
                  </a:moveTo>
                  <a:lnTo>
                    <a:pt x="262466" y="169333"/>
                  </a:lnTo>
                  <a:lnTo>
                    <a:pt x="575733" y="279400"/>
                  </a:lnTo>
                  <a:lnTo>
                    <a:pt x="905933" y="169333"/>
                  </a:lnTo>
                  <a:lnTo>
                    <a:pt x="1193800" y="296333"/>
                  </a:lnTo>
                  <a:lnTo>
                    <a:pt x="1507066" y="431800"/>
                  </a:lnTo>
                  <a:lnTo>
                    <a:pt x="1794933" y="457200"/>
                  </a:lnTo>
                  <a:lnTo>
                    <a:pt x="2091266" y="423333"/>
                  </a:lnTo>
                  <a:lnTo>
                    <a:pt x="2413000" y="101600"/>
                  </a:lnTo>
                  <a:lnTo>
                    <a:pt x="2667000" y="0"/>
                  </a:lnTo>
                  <a:lnTo>
                    <a:pt x="2971800" y="431800"/>
                  </a:lnTo>
                  <a:lnTo>
                    <a:pt x="3293533" y="567267"/>
                  </a:lnTo>
                  <a:lnTo>
                    <a:pt x="3615266" y="558800"/>
                  </a:lnTo>
                  <a:lnTo>
                    <a:pt x="3911600" y="584200"/>
                  </a:lnTo>
                  <a:lnTo>
                    <a:pt x="4199466" y="440267"/>
                  </a:lnTo>
                  <a:lnTo>
                    <a:pt x="4453466" y="364067"/>
                  </a:lnTo>
                  <a:lnTo>
                    <a:pt x="4732866" y="16933"/>
                  </a:lnTo>
                </a:path>
              </a:pathLst>
            </a:custGeom>
            <a:ln w="22225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393" name="그룹 392">
            <a:extLst>
              <a:ext uri="{FF2B5EF4-FFF2-40B4-BE49-F238E27FC236}">
                <a16:creationId xmlns:a16="http://schemas.microsoft.com/office/drawing/2014/main" id="{FAC32452-02BB-4003-A7E0-563F3CCDF1A5}"/>
              </a:ext>
            </a:extLst>
          </p:cNvPr>
          <p:cNvGrpSpPr/>
          <p:nvPr/>
        </p:nvGrpSpPr>
        <p:grpSpPr>
          <a:xfrm>
            <a:off x="512960" y="4519346"/>
            <a:ext cx="2088232" cy="254366"/>
            <a:chOff x="766046" y="3528551"/>
            <a:chExt cx="2088232" cy="254366"/>
          </a:xfrm>
        </p:grpSpPr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444A5638-C4D0-4D69-BD82-43D25C31A5C9}"/>
                </a:ext>
              </a:extLst>
            </p:cNvPr>
            <p:cNvGrpSpPr/>
            <p:nvPr/>
          </p:nvGrpSpPr>
          <p:grpSpPr>
            <a:xfrm>
              <a:off x="1558134" y="3547722"/>
              <a:ext cx="631876" cy="216024"/>
              <a:chOff x="1187624" y="4744315"/>
              <a:chExt cx="631876" cy="216024"/>
            </a:xfrm>
          </p:grpSpPr>
          <p:sp>
            <p:nvSpPr>
              <p:cNvPr id="401" name="직사각형 400">
                <a:extLst>
                  <a:ext uri="{FF2B5EF4-FFF2-40B4-BE49-F238E27FC236}">
                    <a16:creationId xmlns:a16="http://schemas.microsoft.com/office/drawing/2014/main" id="{C7979E3B-050B-4857-A074-A8ED72EB1B23}"/>
                  </a:ext>
                </a:extLst>
              </p:cNvPr>
              <p:cNvSpPr/>
              <p:nvPr/>
            </p:nvSpPr>
            <p:spPr>
              <a:xfrm>
                <a:off x="118762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3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ESS </a:t>
                </a:r>
                <a:r>
                  <a:rPr lang="ko-KR" altLang="en-US" sz="500" b="1" dirty="0">
                    <a:solidFill>
                      <a:schemeClr val="accent3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사용</a:t>
                </a:r>
              </a:p>
            </p:txBody>
          </p:sp>
          <p:sp>
            <p:nvSpPr>
              <p:cNvPr id="402" name="직사각형 401">
                <a:extLst>
                  <a:ext uri="{FF2B5EF4-FFF2-40B4-BE49-F238E27FC236}">
                    <a16:creationId xmlns:a16="http://schemas.microsoft.com/office/drawing/2014/main" id="{1FE83B60-9684-4B75-96C3-D764AAF51EB2}"/>
                  </a:ext>
                </a:extLst>
              </p:cNvPr>
              <p:cNvSpPr/>
              <p:nvPr/>
            </p:nvSpPr>
            <p:spPr>
              <a:xfrm>
                <a:off x="147565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10%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6FF2190E-941A-4121-865E-3DE83A8AECC0}"/>
                </a:ext>
              </a:extLst>
            </p:cNvPr>
            <p:cNvGrpSpPr/>
            <p:nvPr/>
          </p:nvGrpSpPr>
          <p:grpSpPr>
            <a:xfrm>
              <a:off x="2278214" y="3528551"/>
              <a:ext cx="576064" cy="254366"/>
              <a:chOff x="1907704" y="4725144"/>
              <a:chExt cx="576064" cy="254366"/>
            </a:xfrm>
          </p:grpSpPr>
          <p:sp>
            <p:nvSpPr>
              <p:cNvPr id="399" name="직사각형 398">
                <a:extLst>
                  <a:ext uri="{FF2B5EF4-FFF2-40B4-BE49-F238E27FC236}">
                    <a16:creationId xmlns:a16="http://schemas.microsoft.com/office/drawing/2014/main" id="{67D77876-1098-4F7E-9721-AAD17A521482}"/>
                  </a:ext>
                </a:extLst>
              </p:cNvPr>
              <p:cNvSpPr/>
              <p:nvPr/>
            </p:nvSpPr>
            <p:spPr>
              <a:xfrm>
                <a:off x="1907704" y="4781396"/>
                <a:ext cx="270595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accent2">
                        <a:lumMod val="40000"/>
                        <a:lumOff val="6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PV </a:t>
                </a:r>
                <a:r>
                  <a:rPr lang="ko-KR" altLang="en-US" sz="500" b="1" dirty="0">
                    <a:solidFill>
                      <a:schemeClr val="accent2">
                        <a:lumMod val="40000"/>
                        <a:lumOff val="6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사용</a:t>
                </a:r>
              </a:p>
            </p:txBody>
          </p:sp>
          <p:sp>
            <p:nvSpPr>
              <p:cNvPr id="400" name="직사각형 399">
                <a:extLst>
                  <a:ext uri="{FF2B5EF4-FFF2-40B4-BE49-F238E27FC236}">
                    <a16:creationId xmlns:a16="http://schemas.microsoft.com/office/drawing/2014/main" id="{3E15668C-B9B1-49FC-8480-97B2161D0867}"/>
                  </a:ext>
                </a:extLst>
              </p:cNvPr>
              <p:cNvSpPr/>
              <p:nvPr/>
            </p:nvSpPr>
            <p:spPr>
              <a:xfrm>
                <a:off x="2213173" y="4725144"/>
                <a:ext cx="270595" cy="254366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9%</a:t>
                </a:r>
                <a:endParaRPr lang="ko-KR" altLang="en-US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445C6553-887E-4986-8749-E5A663D95FCC}"/>
                </a:ext>
              </a:extLst>
            </p:cNvPr>
            <p:cNvGrpSpPr/>
            <p:nvPr/>
          </p:nvGrpSpPr>
          <p:grpSpPr>
            <a:xfrm>
              <a:off x="766046" y="3547722"/>
              <a:ext cx="703884" cy="216024"/>
              <a:chOff x="395536" y="4744315"/>
              <a:chExt cx="703884" cy="216024"/>
            </a:xfrm>
          </p:grpSpPr>
          <p:sp>
            <p:nvSpPr>
              <p:cNvPr id="397" name="직사각형 396">
                <a:extLst>
                  <a:ext uri="{FF2B5EF4-FFF2-40B4-BE49-F238E27FC236}">
                    <a16:creationId xmlns:a16="http://schemas.microsoft.com/office/drawing/2014/main" id="{2E1C4A2B-4661-4850-AAF6-A5C99443DD6C}"/>
                  </a:ext>
                </a:extLst>
              </p:cNvPr>
              <p:cNvSpPr/>
              <p:nvPr/>
            </p:nvSpPr>
            <p:spPr>
              <a:xfrm>
                <a:off x="395536" y="4781396"/>
                <a:ext cx="356537" cy="141862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맑은 고딕" pitchFamily="50" charset="-127"/>
                    <a:ea typeface="맑은 고딕" pitchFamily="50" charset="-127"/>
                  </a:rPr>
                  <a:t>한전 사용</a:t>
                </a:r>
              </a:p>
            </p:txBody>
          </p:sp>
          <p:sp>
            <p:nvSpPr>
              <p:cNvPr id="398" name="직사각형 397">
                <a:extLst>
                  <a:ext uri="{FF2B5EF4-FFF2-40B4-BE49-F238E27FC236}">
                    <a16:creationId xmlns:a16="http://schemas.microsoft.com/office/drawing/2014/main" id="{F44CFE06-84AE-4739-A5E0-81DB5E971389}"/>
                  </a:ext>
                </a:extLst>
              </p:cNvPr>
              <p:cNvSpPr/>
              <p:nvPr/>
            </p:nvSpPr>
            <p:spPr>
              <a:xfrm>
                <a:off x="755576" y="4744315"/>
                <a:ext cx="343844" cy="216024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000" b="1" dirty="0">
                    <a:solidFill>
                      <a:srgbClr val="FF0000"/>
                    </a:solidFill>
                    <a:latin typeface="맑은 고딕" pitchFamily="50" charset="-127"/>
                    <a:ea typeface="맑은 고딕" pitchFamily="50" charset="-127"/>
                  </a:rPr>
                  <a:t>81%</a:t>
                </a:r>
                <a:endParaRPr lang="ko-KR" altLang="en-US" sz="10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grpSp>
        <p:nvGrpSpPr>
          <p:cNvPr id="403" name="그룹 402">
            <a:extLst>
              <a:ext uri="{FF2B5EF4-FFF2-40B4-BE49-F238E27FC236}">
                <a16:creationId xmlns:a16="http://schemas.microsoft.com/office/drawing/2014/main" id="{3E0C2959-7945-407B-AD8D-46ACEE205C66}"/>
              </a:ext>
            </a:extLst>
          </p:cNvPr>
          <p:cNvGrpSpPr/>
          <p:nvPr/>
        </p:nvGrpSpPr>
        <p:grpSpPr>
          <a:xfrm>
            <a:off x="1210790" y="2810709"/>
            <a:ext cx="1673038" cy="254348"/>
            <a:chOff x="6419190" y="4725153"/>
            <a:chExt cx="1673038" cy="254348"/>
          </a:xfrm>
        </p:grpSpPr>
        <p:sp>
          <p:nvSpPr>
            <p:cNvPr id="404" name="직사각형 403">
              <a:extLst>
                <a:ext uri="{FF2B5EF4-FFF2-40B4-BE49-F238E27FC236}">
                  <a16:creationId xmlns:a16="http://schemas.microsoft.com/office/drawing/2014/main" id="{1FAF7E3B-C77B-4D13-BBB4-A48A1262F9DB}"/>
                </a:ext>
              </a:extLst>
            </p:cNvPr>
            <p:cNvSpPr/>
            <p:nvPr/>
          </p:nvSpPr>
          <p:spPr>
            <a:xfrm>
              <a:off x="7139098" y="4776288"/>
              <a:ext cx="390541" cy="18233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A4D39852-FB42-4840-B8BD-E4C5B48AB914}"/>
                </a:ext>
              </a:extLst>
            </p:cNvPr>
            <p:cNvSpPr/>
            <p:nvPr/>
          </p:nvSpPr>
          <p:spPr>
            <a:xfrm>
              <a:off x="7494198" y="4725153"/>
              <a:ext cx="462178" cy="254348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900</a:t>
              </a:r>
              <a:endParaRPr lang="ko-KR" altLang="en-US" sz="1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C5037554-0083-4DDF-8348-E9E8598AC592}"/>
                </a:ext>
              </a:extLst>
            </p:cNvPr>
            <p:cNvSpPr/>
            <p:nvPr/>
          </p:nvSpPr>
          <p:spPr>
            <a:xfrm>
              <a:off x="7876204" y="4795451"/>
              <a:ext cx="216024" cy="144013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07" name="직사각형 406">
              <a:extLst>
                <a:ext uri="{FF2B5EF4-FFF2-40B4-BE49-F238E27FC236}">
                  <a16:creationId xmlns:a16="http://schemas.microsoft.com/office/drawing/2014/main" id="{C4ECDB85-9468-468D-809A-74CFF6589D42}"/>
                </a:ext>
              </a:extLst>
            </p:cNvPr>
            <p:cNvSpPr/>
            <p:nvPr/>
          </p:nvSpPr>
          <p:spPr>
            <a:xfrm>
              <a:off x="6419190" y="4775713"/>
              <a:ext cx="725954" cy="18235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5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YYYY-MM-DD hh:mm</a:t>
              </a:r>
              <a:endParaRPr lang="ko-KR" altLang="en-US" sz="500" b="1" dirty="0">
                <a:solidFill>
                  <a:schemeClr val="accent6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B08BA0C0-B88D-4230-A888-28B7F3589BB7}"/>
              </a:ext>
            </a:extLst>
          </p:cNvPr>
          <p:cNvGrpSpPr/>
          <p:nvPr/>
        </p:nvGrpSpPr>
        <p:grpSpPr>
          <a:xfrm>
            <a:off x="7354339" y="1196752"/>
            <a:ext cx="943186" cy="181080"/>
            <a:chOff x="5772819" y="420208"/>
            <a:chExt cx="943186" cy="207079"/>
          </a:xfrm>
        </p:grpSpPr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ED0A09A6-79CB-4416-AD18-77FB4EC97634}"/>
                </a:ext>
              </a:extLst>
            </p:cNvPr>
            <p:cNvSpPr txBox="1"/>
            <p:nvPr/>
          </p:nvSpPr>
          <p:spPr>
            <a:xfrm>
              <a:off x="5772819" y="420208"/>
              <a:ext cx="943186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군관리로 돌아가기</a:t>
              </a:r>
            </a:p>
          </p:txBody>
        </p:sp>
        <p:sp>
          <p:nvSpPr>
            <p:cNvPr id="410" name="사각형: 둥근 모서리 409">
              <a:extLst>
                <a:ext uri="{FF2B5EF4-FFF2-40B4-BE49-F238E27FC236}">
                  <a16:creationId xmlns:a16="http://schemas.microsoft.com/office/drawing/2014/main" id="{5DD614A7-8FF5-4BED-931F-E705D7843780}"/>
                </a:ext>
              </a:extLst>
            </p:cNvPr>
            <p:cNvSpPr/>
            <p:nvPr/>
          </p:nvSpPr>
          <p:spPr>
            <a:xfrm>
              <a:off x="5797598" y="454187"/>
              <a:ext cx="893629" cy="173100"/>
            </a:xfrm>
            <a:prstGeom prst="round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11" name="말풍선: 사각형 410">
            <a:extLst>
              <a:ext uri="{FF2B5EF4-FFF2-40B4-BE49-F238E27FC236}">
                <a16:creationId xmlns:a16="http://schemas.microsoft.com/office/drawing/2014/main" id="{ACF2BF91-FBF4-4497-9A2D-01509527F542}"/>
              </a:ext>
            </a:extLst>
          </p:cNvPr>
          <p:cNvSpPr/>
          <p:nvPr/>
        </p:nvSpPr>
        <p:spPr>
          <a:xfrm>
            <a:off x="3657131" y="2616085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412" name="사각형: 둥근 모서리 411">
            <a:extLst>
              <a:ext uri="{FF2B5EF4-FFF2-40B4-BE49-F238E27FC236}">
                <a16:creationId xmlns:a16="http://schemas.microsoft.com/office/drawing/2014/main" id="{0759CBF9-4B04-4A36-80C8-3E56FB93C9B0}"/>
              </a:ext>
            </a:extLst>
          </p:cNvPr>
          <p:cNvSpPr/>
          <p:nvPr/>
        </p:nvSpPr>
        <p:spPr>
          <a:xfrm>
            <a:off x="3073112" y="4138270"/>
            <a:ext cx="599739" cy="307364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3" name="사각형: 둥근 모서리 412">
            <a:extLst>
              <a:ext uri="{FF2B5EF4-FFF2-40B4-BE49-F238E27FC236}">
                <a16:creationId xmlns:a16="http://schemas.microsoft.com/office/drawing/2014/main" id="{C4754BEB-47C0-45AC-997F-A176DE7FB7F2}"/>
              </a:ext>
            </a:extLst>
          </p:cNvPr>
          <p:cNvSpPr/>
          <p:nvPr/>
        </p:nvSpPr>
        <p:spPr>
          <a:xfrm>
            <a:off x="3723621" y="4145558"/>
            <a:ext cx="599739" cy="292788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4" name="사각형: 둥근 모서리 413">
            <a:extLst>
              <a:ext uri="{FF2B5EF4-FFF2-40B4-BE49-F238E27FC236}">
                <a16:creationId xmlns:a16="http://schemas.microsoft.com/office/drawing/2014/main" id="{1741F187-7179-42BC-B52C-2294B224FE67}"/>
              </a:ext>
            </a:extLst>
          </p:cNvPr>
          <p:cNvSpPr/>
          <p:nvPr/>
        </p:nvSpPr>
        <p:spPr>
          <a:xfrm>
            <a:off x="4374130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5" name="사각형: 둥근 모서리 414">
            <a:extLst>
              <a:ext uri="{FF2B5EF4-FFF2-40B4-BE49-F238E27FC236}">
                <a16:creationId xmlns:a16="http://schemas.microsoft.com/office/drawing/2014/main" id="{6ED4B4B1-6854-4B15-AF56-C0E99F1D5823}"/>
              </a:ext>
            </a:extLst>
          </p:cNvPr>
          <p:cNvSpPr/>
          <p:nvPr/>
        </p:nvSpPr>
        <p:spPr>
          <a:xfrm>
            <a:off x="5024639" y="4138270"/>
            <a:ext cx="599739" cy="307364"/>
          </a:xfrm>
          <a:prstGeom prst="roundRect">
            <a:avLst/>
          </a:prstGeom>
          <a:solidFill>
            <a:schemeClr val="accent3"/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6" name="사각형: 둥근 모서리 415">
            <a:extLst>
              <a:ext uri="{FF2B5EF4-FFF2-40B4-BE49-F238E27FC236}">
                <a16:creationId xmlns:a16="http://schemas.microsoft.com/office/drawing/2014/main" id="{AA403FFE-4122-496E-9DE2-FA7A021C4340}"/>
              </a:ext>
            </a:extLst>
          </p:cNvPr>
          <p:cNvSpPr/>
          <p:nvPr/>
        </p:nvSpPr>
        <p:spPr>
          <a:xfrm>
            <a:off x="3073112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7" name="사각형: 둥근 모서리 416">
            <a:extLst>
              <a:ext uri="{FF2B5EF4-FFF2-40B4-BE49-F238E27FC236}">
                <a16:creationId xmlns:a16="http://schemas.microsoft.com/office/drawing/2014/main" id="{732DC6B3-755D-42C2-B1E2-15F424601BAB}"/>
              </a:ext>
            </a:extLst>
          </p:cNvPr>
          <p:cNvSpPr/>
          <p:nvPr/>
        </p:nvSpPr>
        <p:spPr>
          <a:xfrm>
            <a:off x="3723621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8" name="사각형: 둥근 모서리 417">
            <a:extLst>
              <a:ext uri="{FF2B5EF4-FFF2-40B4-BE49-F238E27FC236}">
                <a16:creationId xmlns:a16="http://schemas.microsoft.com/office/drawing/2014/main" id="{29208C11-51B2-4D42-994A-C5F7AA2FD759}"/>
              </a:ext>
            </a:extLst>
          </p:cNvPr>
          <p:cNvSpPr/>
          <p:nvPr/>
        </p:nvSpPr>
        <p:spPr>
          <a:xfrm>
            <a:off x="4374130" y="4478797"/>
            <a:ext cx="599739" cy="30736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 w="1905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9" name="사각형: 둥근 모서리 418">
            <a:extLst>
              <a:ext uri="{FF2B5EF4-FFF2-40B4-BE49-F238E27FC236}">
                <a16:creationId xmlns:a16="http://schemas.microsoft.com/office/drawing/2014/main" id="{281FEFEE-122A-4D31-89EB-D59C75FDD4D7}"/>
              </a:ext>
            </a:extLst>
          </p:cNvPr>
          <p:cNvSpPr/>
          <p:nvPr/>
        </p:nvSpPr>
        <p:spPr>
          <a:xfrm>
            <a:off x="5024639" y="4478797"/>
            <a:ext cx="599739" cy="307364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0" name="TextBox 419">
            <a:extLst>
              <a:ext uri="{FF2B5EF4-FFF2-40B4-BE49-F238E27FC236}">
                <a16:creationId xmlns:a16="http://schemas.microsoft.com/office/drawing/2014/main" id="{AC0024C4-FB4D-4F8E-B56E-43B8E6F1E13F}"/>
              </a:ext>
            </a:extLst>
          </p:cNvPr>
          <p:cNvSpPr txBox="1"/>
          <p:nvPr/>
        </p:nvSpPr>
        <p:spPr>
          <a:xfrm>
            <a:off x="3018000" y="4105367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PCS_1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421" name="TextBox 420">
            <a:extLst>
              <a:ext uri="{FF2B5EF4-FFF2-40B4-BE49-F238E27FC236}">
                <a16:creationId xmlns:a16="http://schemas.microsoft.com/office/drawing/2014/main" id="{DD2D08E5-A9F3-4488-A9FB-5E97FF04C4E1}"/>
              </a:ext>
            </a:extLst>
          </p:cNvPr>
          <p:cNvSpPr txBox="1"/>
          <p:nvPr/>
        </p:nvSpPr>
        <p:spPr>
          <a:xfrm>
            <a:off x="3180791" y="4218984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2" name="TextBox 421">
            <a:extLst>
              <a:ext uri="{FF2B5EF4-FFF2-40B4-BE49-F238E27FC236}">
                <a16:creationId xmlns:a16="http://schemas.microsoft.com/office/drawing/2014/main" id="{F381FB52-FD3C-434C-A290-2FF77AE7F522}"/>
              </a:ext>
            </a:extLst>
          </p:cNvPr>
          <p:cNvSpPr txBox="1"/>
          <p:nvPr/>
        </p:nvSpPr>
        <p:spPr>
          <a:xfrm>
            <a:off x="3179049" y="4305768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3" name="TextBox 422">
            <a:extLst>
              <a:ext uri="{FF2B5EF4-FFF2-40B4-BE49-F238E27FC236}">
                <a16:creationId xmlns:a16="http://schemas.microsoft.com/office/drawing/2014/main" id="{3CD2BFAD-3606-43BE-AF59-46CB854C5B5C}"/>
              </a:ext>
            </a:extLst>
          </p:cNvPr>
          <p:cNvSpPr txBox="1"/>
          <p:nvPr/>
        </p:nvSpPr>
        <p:spPr>
          <a:xfrm>
            <a:off x="2980670" y="4217298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4" name="TextBox 423">
            <a:extLst>
              <a:ext uri="{FF2B5EF4-FFF2-40B4-BE49-F238E27FC236}">
                <a16:creationId xmlns:a16="http://schemas.microsoft.com/office/drawing/2014/main" id="{613665E2-76F0-475C-894D-6305BE75A2E6}"/>
              </a:ext>
            </a:extLst>
          </p:cNvPr>
          <p:cNvSpPr txBox="1"/>
          <p:nvPr/>
        </p:nvSpPr>
        <p:spPr>
          <a:xfrm>
            <a:off x="2975456" y="4307743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5" name="TextBox 424">
            <a:extLst>
              <a:ext uri="{FF2B5EF4-FFF2-40B4-BE49-F238E27FC236}">
                <a16:creationId xmlns:a16="http://schemas.microsoft.com/office/drawing/2014/main" id="{9C91EE2A-EA61-47A2-9C87-036ED384C2A6}"/>
              </a:ext>
            </a:extLst>
          </p:cNvPr>
          <p:cNvSpPr txBox="1"/>
          <p:nvPr/>
        </p:nvSpPr>
        <p:spPr>
          <a:xfrm>
            <a:off x="3829581" y="4214743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6" name="TextBox 425">
            <a:extLst>
              <a:ext uri="{FF2B5EF4-FFF2-40B4-BE49-F238E27FC236}">
                <a16:creationId xmlns:a16="http://schemas.microsoft.com/office/drawing/2014/main" id="{13AB4E92-517D-44B2-AD81-D6121136829D}"/>
              </a:ext>
            </a:extLst>
          </p:cNvPr>
          <p:cNvSpPr txBox="1"/>
          <p:nvPr/>
        </p:nvSpPr>
        <p:spPr>
          <a:xfrm>
            <a:off x="3827839" y="4301527"/>
            <a:ext cx="598614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</a:rPr>
              <a:t>458.3 kWh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7" name="TextBox 426">
            <a:extLst>
              <a:ext uri="{FF2B5EF4-FFF2-40B4-BE49-F238E27FC236}">
                <a16:creationId xmlns:a16="http://schemas.microsoft.com/office/drawing/2014/main" id="{D3350140-D70F-4884-A520-748644AEB055}"/>
              </a:ext>
            </a:extLst>
          </p:cNvPr>
          <p:cNvSpPr txBox="1"/>
          <p:nvPr/>
        </p:nvSpPr>
        <p:spPr>
          <a:xfrm>
            <a:off x="3629460" y="4204329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8" name="TextBox 427">
            <a:extLst>
              <a:ext uri="{FF2B5EF4-FFF2-40B4-BE49-F238E27FC236}">
                <a16:creationId xmlns:a16="http://schemas.microsoft.com/office/drawing/2014/main" id="{31EF200B-3CF8-4E1C-98ED-91FC401EEB5F}"/>
              </a:ext>
            </a:extLst>
          </p:cNvPr>
          <p:cNvSpPr txBox="1"/>
          <p:nvPr/>
        </p:nvSpPr>
        <p:spPr>
          <a:xfrm>
            <a:off x="3624246" y="4306434"/>
            <a:ext cx="468850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 err="1">
                <a:solidFill>
                  <a:schemeClr val="bg1"/>
                </a:solidFill>
              </a:rPr>
              <a:t>방전량</a:t>
            </a:r>
            <a:endParaRPr lang="ko-KR" altLang="en-US" sz="500" dirty="0">
              <a:solidFill>
                <a:schemeClr val="bg1"/>
              </a:solidFill>
            </a:endParaRPr>
          </a:p>
        </p:txBody>
      </p:sp>
      <p:sp>
        <p:nvSpPr>
          <p:cNvPr id="429" name="TextBox 428">
            <a:extLst>
              <a:ext uri="{FF2B5EF4-FFF2-40B4-BE49-F238E27FC236}">
                <a16:creationId xmlns:a16="http://schemas.microsoft.com/office/drawing/2014/main" id="{3A519547-0DDB-4500-B2D9-58E5CBF83FC0}"/>
              </a:ext>
            </a:extLst>
          </p:cNvPr>
          <p:cNvSpPr txBox="1"/>
          <p:nvPr/>
        </p:nvSpPr>
        <p:spPr>
          <a:xfrm>
            <a:off x="3674559" y="4115684"/>
            <a:ext cx="41835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</a:rPr>
              <a:t>PCS_2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B08B4EFA-DC4C-4D80-8AFC-9824DBF1BDEE}"/>
              </a:ext>
            </a:extLst>
          </p:cNvPr>
          <p:cNvGrpSpPr/>
          <p:nvPr/>
        </p:nvGrpSpPr>
        <p:grpSpPr>
          <a:xfrm>
            <a:off x="4271903" y="4105535"/>
            <a:ext cx="805559" cy="374585"/>
            <a:chOff x="4135417" y="5220442"/>
            <a:chExt cx="805559" cy="374585"/>
          </a:xfrm>
        </p:grpSpPr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DDCFD7AA-8874-43AB-B47A-2F8E57DFCA58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9BBD66E8-DB7D-4CAA-9815-C33EEFF7FA48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6C8FC9FB-2EB3-4C43-B41E-5F29D57F2A95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E938A480-F462-4A20-A5F1-2AEE9A7AFBD1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D3F5CA57-5E47-46DD-B370-5BC373342475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436" name="그룹 435">
            <a:extLst>
              <a:ext uri="{FF2B5EF4-FFF2-40B4-BE49-F238E27FC236}">
                <a16:creationId xmlns:a16="http://schemas.microsoft.com/office/drawing/2014/main" id="{B4CF9D69-E66E-46FA-A0AA-95D9E32E1A94}"/>
              </a:ext>
            </a:extLst>
          </p:cNvPr>
          <p:cNvGrpSpPr/>
          <p:nvPr/>
        </p:nvGrpSpPr>
        <p:grpSpPr>
          <a:xfrm>
            <a:off x="4928848" y="4105535"/>
            <a:ext cx="805559" cy="374585"/>
            <a:chOff x="4135417" y="5220442"/>
            <a:chExt cx="805559" cy="374585"/>
          </a:xfrm>
        </p:grpSpPr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46A6162F-7322-4FDF-999D-ECEBAB0E33E6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BMS_2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9285299-4A4A-4DCF-8364-E7EF890A3CD5}"/>
                </a:ext>
              </a:extLst>
            </p:cNvPr>
            <p:cNvSpPr txBox="1"/>
            <p:nvPr/>
          </p:nvSpPr>
          <p:spPr>
            <a:xfrm>
              <a:off x="4342362" y="5334059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680.000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E833D090-BE10-4DE4-87F4-1CF184324E34}"/>
                </a:ext>
              </a:extLst>
            </p:cNvPr>
            <p:cNvSpPr txBox="1"/>
            <p:nvPr/>
          </p:nvSpPr>
          <p:spPr>
            <a:xfrm>
              <a:off x="4340620" y="5420843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0.000 V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B0F38BB0-CF3F-43CF-B9FD-3EE6E4A0C543}"/>
                </a:ext>
              </a:extLst>
            </p:cNvPr>
            <p:cNvSpPr txBox="1"/>
            <p:nvPr/>
          </p:nvSpPr>
          <p:spPr>
            <a:xfrm>
              <a:off x="4135417" y="5323645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>
                  <a:solidFill>
                    <a:schemeClr val="bg1"/>
                  </a:solidFill>
                </a:rPr>
                <a:t>전압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2B9D8D0A-A9BA-4698-9DCC-7C933518D7A1}"/>
                </a:ext>
              </a:extLst>
            </p:cNvPr>
            <p:cNvSpPr txBox="1"/>
            <p:nvPr/>
          </p:nvSpPr>
          <p:spPr>
            <a:xfrm>
              <a:off x="4137027" y="5425750"/>
              <a:ext cx="46885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전류</a:t>
              </a:r>
            </a:p>
          </p:txBody>
        </p:sp>
      </p:grp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CD396AC9-A042-4125-96D7-3A6807E12473}"/>
              </a:ext>
            </a:extLst>
          </p:cNvPr>
          <p:cNvGrpSpPr/>
          <p:nvPr/>
        </p:nvGrpSpPr>
        <p:grpSpPr>
          <a:xfrm>
            <a:off x="2987545" y="4447583"/>
            <a:ext cx="776403" cy="451529"/>
            <a:chOff x="4137026" y="5220442"/>
            <a:chExt cx="542695" cy="451529"/>
          </a:xfrm>
        </p:grpSpPr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C1406C38-2327-4378-86C1-18472C11D25E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D100E09-0B5A-44D6-944B-77FEE97B3CA3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C8BE1A52-7A3B-42CC-A725-15CED43409AA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sp>
        <p:nvSpPr>
          <p:cNvPr id="446" name="사각형: 둥근 모서리 445">
            <a:extLst>
              <a:ext uri="{FF2B5EF4-FFF2-40B4-BE49-F238E27FC236}">
                <a16:creationId xmlns:a16="http://schemas.microsoft.com/office/drawing/2014/main" id="{5C7858E1-2AF8-43E0-ACD3-983D4FEC84B4}"/>
              </a:ext>
            </a:extLst>
          </p:cNvPr>
          <p:cNvSpPr/>
          <p:nvPr/>
        </p:nvSpPr>
        <p:spPr>
          <a:xfrm>
            <a:off x="3718638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7" name="사각형: 둥근 모서리 446">
            <a:extLst>
              <a:ext uri="{FF2B5EF4-FFF2-40B4-BE49-F238E27FC236}">
                <a16:creationId xmlns:a16="http://schemas.microsoft.com/office/drawing/2014/main" id="{65425591-75A2-41CC-BD48-3AE894521459}"/>
              </a:ext>
            </a:extLst>
          </p:cNvPr>
          <p:cNvSpPr/>
          <p:nvPr/>
        </p:nvSpPr>
        <p:spPr>
          <a:xfrm>
            <a:off x="4369147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8" name="사각형: 둥근 모서리 447">
            <a:extLst>
              <a:ext uri="{FF2B5EF4-FFF2-40B4-BE49-F238E27FC236}">
                <a16:creationId xmlns:a16="http://schemas.microsoft.com/office/drawing/2014/main" id="{5633C3B0-E239-4F7A-AED1-BBE24BD53263}"/>
              </a:ext>
            </a:extLst>
          </p:cNvPr>
          <p:cNvSpPr/>
          <p:nvPr/>
        </p:nvSpPr>
        <p:spPr>
          <a:xfrm>
            <a:off x="5019656" y="4828332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9" name="사각형: 둥근 모서리 448">
            <a:extLst>
              <a:ext uri="{FF2B5EF4-FFF2-40B4-BE49-F238E27FC236}">
                <a16:creationId xmlns:a16="http://schemas.microsoft.com/office/drawing/2014/main" id="{4A6CF58A-3142-4A32-AD32-4AC0E71199F6}"/>
              </a:ext>
            </a:extLst>
          </p:cNvPr>
          <p:cNvSpPr/>
          <p:nvPr/>
        </p:nvSpPr>
        <p:spPr>
          <a:xfrm>
            <a:off x="3079907" y="4831035"/>
            <a:ext cx="599739" cy="307364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50" name="그룹 449">
            <a:extLst>
              <a:ext uri="{FF2B5EF4-FFF2-40B4-BE49-F238E27FC236}">
                <a16:creationId xmlns:a16="http://schemas.microsoft.com/office/drawing/2014/main" id="{6002517A-3BC1-41B3-B90C-1A00B0691E45}"/>
              </a:ext>
            </a:extLst>
          </p:cNvPr>
          <p:cNvGrpSpPr/>
          <p:nvPr/>
        </p:nvGrpSpPr>
        <p:grpSpPr>
          <a:xfrm>
            <a:off x="5779878" y="2893179"/>
            <a:ext cx="2492869" cy="314700"/>
            <a:chOff x="475933" y="4908190"/>
            <a:chExt cx="2804731" cy="314700"/>
          </a:xfrm>
        </p:grpSpPr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FC237B28-FB14-4D6A-A87A-1BBC3A6D95F0}"/>
                </a:ext>
              </a:extLst>
            </p:cNvPr>
            <p:cNvSpPr/>
            <p:nvPr/>
          </p:nvSpPr>
          <p:spPr>
            <a:xfrm>
              <a:off x="475933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ESS</a:t>
              </a:r>
              <a:r>
                <a:rPr lang="ko-KR" altLang="en-US" sz="400" b="1" dirty="0">
                  <a:solidFill>
                    <a:srgbClr val="FFC00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B80A5F55-CEE9-47A6-A5A8-96064AFBC61E}"/>
                </a:ext>
              </a:extLst>
            </p:cNvPr>
            <p:cNvSpPr/>
            <p:nvPr/>
          </p:nvSpPr>
          <p:spPr>
            <a:xfrm>
              <a:off x="753539" y="4915601"/>
              <a:ext cx="606962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F3372CB3-457F-4FFF-9FDF-D9D1720A8CE7}"/>
                </a:ext>
              </a:extLst>
            </p:cNvPr>
            <p:cNvSpPr/>
            <p:nvPr/>
          </p:nvSpPr>
          <p:spPr>
            <a:xfrm>
              <a:off x="1098838" y="4929265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DR</a:t>
              </a:r>
              <a:r>
                <a:rPr lang="ko-KR" altLang="en-US" sz="400" b="1" dirty="0">
                  <a:solidFill>
                    <a:srgbClr val="00B0F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454" name="직사각형 453">
              <a:extLst>
                <a:ext uri="{FF2B5EF4-FFF2-40B4-BE49-F238E27FC236}">
                  <a16:creationId xmlns:a16="http://schemas.microsoft.com/office/drawing/2014/main" id="{36834FAD-D3F5-44A0-8AC0-AF51161B5AD6}"/>
                </a:ext>
              </a:extLst>
            </p:cNvPr>
            <p:cNvSpPr/>
            <p:nvPr/>
          </p:nvSpPr>
          <p:spPr>
            <a:xfrm>
              <a:off x="1364833" y="4915601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25,000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55" name="직사각형 454">
              <a:extLst>
                <a:ext uri="{FF2B5EF4-FFF2-40B4-BE49-F238E27FC236}">
                  <a16:creationId xmlns:a16="http://schemas.microsoft.com/office/drawing/2014/main" id="{75F5740F-BD95-4DB7-AB9D-8C04B6542EBC}"/>
                </a:ext>
              </a:extLst>
            </p:cNvPr>
            <p:cNvSpPr/>
            <p:nvPr/>
          </p:nvSpPr>
          <p:spPr>
            <a:xfrm>
              <a:off x="2134425" y="4934890"/>
              <a:ext cx="825695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sz="400" b="1" dirty="0">
                  <a:solidFill>
                    <a:schemeClr val="accent6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전체 수익</a:t>
              </a:r>
            </a:p>
          </p:txBody>
        </p:sp>
        <p:sp>
          <p:nvSpPr>
            <p:cNvPr id="456" name="직사각형 455">
              <a:extLst>
                <a:ext uri="{FF2B5EF4-FFF2-40B4-BE49-F238E27FC236}">
                  <a16:creationId xmlns:a16="http://schemas.microsoft.com/office/drawing/2014/main" id="{094AC2F3-30E1-489F-9823-ED05F4A07CCA}"/>
                </a:ext>
              </a:extLst>
            </p:cNvPr>
            <p:cNvSpPr/>
            <p:nvPr/>
          </p:nvSpPr>
          <p:spPr>
            <a:xfrm>
              <a:off x="2615847" y="4921226"/>
              <a:ext cx="664817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120,000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57" name="직사각형 456">
              <a:extLst>
                <a:ext uri="{FF2B5EF4-FFF2-40B4-BE49-F238E27FC236}">
                  <a16:creationId xmlns:a16="http://schemas.microsoft.com/office/drawing/2014/main" id="{89B6A0BE-DC83-4E1F-B5DF-0097C73D9B60}"/>
                </a:ext>
              </a:extLst>
            </p:cNvPr>
            <p:cNvSpPr/>
            <p:nvPr/>
          </p:nvSpPr>
          <p:spPr>
            <a:xfrm>
              <a:off x="1708458" y="4921854"/>
              <a:ext cx="436148" cy="288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PV</a:t>
              </a:r>
              <a:r>
                <a:rPr lang="ko-KR" altLang="en-US" sz="400" b="1" dirty="0">
                  <a:solidFill>
                    <a:srgbClr val="00B050"/>
                  </a:solidFill>
                  <a:latin typeface="맑은 고딕" pitchFamily="50" charset="-127"/>
                  <a:ea typeface="맑은 고딕" pitchFamily="50" charset="-127"/>
                </a:rPr>
                <a:t> 수익</a:t>
              </a:r>
            </a:p>
          </p:txBody>
        </p:sp>
        <p:sp>
          <p:nvSpPr>
            <p:cNvPr id="458" name="직사각형 457">
              <a:extLst>
                <a:ext uri="{FF2B5EF4-FFF2-40B4-BE49-F238E27FC236}">
                  <a16:creationId xmlns:a16="http://schemas.microsoft.com/office/drawing/2014/main" id="{3B5700DA-C1E6-48D0-91E4-4ACA810A7AA4}"/>
                </a:ext>
              </a:extLst>
            </p:cNvPr>
            <p:cNvSpPr/>
            <p:nvPr/>
          </p:nvSpPr>
          <p:spPr>
            <a:xfrm>
              <a:off x="1972163" y="4908190"/>
              <a:ext cx="598101" cy="288032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15,000</a:t>
              </a:r>
              <a:endParaRPr lang="ko-KR" altLang="en-US" sz="7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pic>
        <p:nvPicPr>
          <p:cNvPr id="459" name="그림 458">
            <a:extLst>
              <a:ext uri="{FF2B5EF4-FFF2-40B4-BE49-F238E27FC236}">
                <a16:creationId xmlns:a16="http://schemas.microsoft.com/office/drawing/2014/main" id="{060517E4-FE68-4987-9EA6-A21888D93CA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623" y="4914501"/>
            <a:ext cx="2540384" cy="1109333"/>
          </a:xfrm>
          <a:prstGeom prst="rect">
            <a:avLst/>
          </a:prstGeom>
        </p:spPr>
      </p:pic>
      <p:pic>
        <p:nvPicPr>
          <p:cNvPr id="460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D99997BE-93A2-4996-ADC1-7BE1DBC0BF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3240" y="875775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D129DD39-D513-4E60-976E-32FEFDFA0989}"/>
              </a:ext>
            </a:extLst>
          </p:cNvPr>
          <p:cNvSpPr/>
          <p:nvPr/>
        </p:nvSpPr>
        <p:spPr>
          <a:xfrm>
            <a:off x="6295753" y="2514956"/>
            <a:ext cx="115200" cy="14389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462" name="그룹 461">
            <a:extLst>
              <a:ext uri="{FF2B5EF4-FFF2-40B4-BE49-F238E27FC236}">
                <a16:creationId xmlns:a16="http://schemas.microsoft.com/office/drawing/2014/main" id="{6414EDAA-7DA0-4551-B071-8429CA708790}"/>
              </a:ext>
            </a:extLst>
          </p:cNvPr>
          <p:cNvGrpSpPr/>
          <p:nvPr/>
        </p:nvGrpSpPr>
        <p:grpSpPr>
          <a:xfrm>
            <a:off x="6129387" y="3492583"/>
            <a:ext cx="1912013" cy="1068681"/>
            <a:chOff x="1180851" y="2959945"/>
            <a:chExt cx="7495605" cy="1884776"/>
          </a:xfrm>
        </p:grpSpPr>
        <p:cxnSp>
          <p:nvCxnSpPr>
            <p:cNvPr id="463" name="직선 연결선 462">
              <a:extLst>
                <a:ext uri="{FF2B5EF4-FFF2-40B4-BE49-F238E27FC236}">
                  <a16:creationId xmlns:a16="http://schemas.microsoft.com/office/drawing/2014/main" id="{4E438C50-280A-4E8A-8979-82BA65F2FCA9}"/>
                </a:ext>
              </a:extLst>
            </p:cNvPr>
            <p:cNvCxnSpPr/>
            <p:nvPr/>
          </p:nvCxnSpPr>
          <p:spPr>
            <a:xfrm>
              <a:off x="1187624" y="2959945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직선 연결선 463">
              <a:extLst>
                <a:ext uri="{FF2B5EF4-FFF2-40B4-BE49-F238E27FC236}">
                  <a16:creationId xmlns:a16="http://schemas.microsoft.com/office/drawing/2014/main" id="{2F4FF69F-6D91-403A-8585-523E6F5A14D6}"/>
                </a:ext>
              </a:extLst>
            </p:cNvPr>
            <p:cNvCxnSpPr/>
            <p:nvPr/>
          </p:nvCxnSpPr>
          <p:spPr>
            <a:xfrm>
              <a:off x="1187624" y="393586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35E28C3F-5563-4821-A243-F99D301DFE85}"/>
                </a:ext>
              </a:extLst>
            </p:cNvPr>
            <p:cNvGrpSpPr/>
            <p:nvPr/>
          </p:nvGrpSpPr>
          <p:grpSpPr>
            <a:xfrm flipH="1" flipV="1">
              <a:off x="4357435" y="3939476"/>
              <a:ext cx="2688227" cy="652703"/>
              <a:chOff x="1501760" y="2998490"/>
              <a:chExt cx="2520272" cy="1366614"/>
            </a:xfrm>
          </p:grpSpPr>
          <p:sp>
            <p:nvSpPr>
              <p:cNvPr id="484" name="직사각형 483">
                <a:extLst>
                  <a:ext uri="{FF2B5EF4-FFF2-40B4-BE49-F238E27FC236}">
                    <a16:creationId xmlns:a16="http://schemas.microsoft.com/office/drawing/2014/main" id="{8839EC80-14B3-4A07-95C9-B62F5F872953}"/>
                  </a:ext>
                </a:extLst>
              </p:cNvPr>
              <p:cNvSpPr/>
              <p:nvPr/>
            </p:nvSpPr>
            <p:spPr>
              <a:xfrm>
                <a:off x="1501760" y="4217882"/>
                <a:ext cx="72000" cy="14722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17051889-0764-472E-BBA3-12211AA49976}"/>
                  </a:ext>
                </a:extLst>
              </p:cNvPr>
              <p:cNvSpPr/>
              <p:nvPr/>
            </p:nvSpPr>
            <p:spPr>
              <a:xfrm>
                <a:off x="3950032" y="2998490"/>
                <a:ext cx="72000" cy="1366614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6" name="직사각형 485">
                <a:extLst>
                  <a:ext uri="{FF2B5EF4-FFF2-40B4-BE49-F238E27FC236}">
                    <a16:creationId xmlns:a16="http://schemas.microsoft.com/office/drawing/2014/main" id="{C86FC7A2-319A-4B25-9EA7-E181D861A467}"/>
                  </a:ext>
                </a:extLst>
              </p:cNvPr>
              <p:cNvSpPr/>
              <p:nvPr/>
            </p:nvSpPr>
            <p:spPr>
              <a:xfrm>
                <a:off x="3638317" y="3069104"/>
                <a:ext cx="72000" cy="129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7" name="직사각형 486">
                <a:extLst>
                  <a:ext uri="{FF2B5EF4-FFF2-40B4-BE49-F238E27FC236}">
                    <a16:creationId xmlns:a16="http://schemas.microsoft.com/office/drawing/2014/main" id="{4C1D79D9-4668-4E6C-8775-D8749033BC27}"/>
                  </a:ext>
                </a:extLst>
              </p:cNvPr>
              <p:cNvSpPr/>
              <p:nvPr/>
            </p:nvSpPr>
            <p:spPr>
              <a:xfrm>
                <a:off x="3327361" y="3214514"/>
                <a:ext cx="72000" cy="115059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8" name="직사각형 487">
                <a:extLst>
                  <a:ext uri="{FF2B5EF4-FFF2-40B4-BE49-F238E27FC236}">
                    <a16:creationId xmlns:a16="http://schemas.microsoft.com/office/drawing/2014/main" id="{6F83FEB5-F899-498C-83E9-E5BF9DB42513}"/>
                  </a:ext>
                </a:extLst>
              </p:cNvPr>
              <p:cNvSpPr/>
              <p:nvPr/>
            </p:nvSpPr>
            <p:spPr>
              <a:xfrm>
                <a:off x="3013928" y="3575612"/>
                <a:ext cx="72000" cy="789492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9" name="직사각형 488">
                <a:extLst>
                  <a:ext uri="{FF2B5EF4-FFF2-40B4-BE49-F238E27FC236}">
                    <a16:creationId xmlns:a16="http://schemas.microsoft.com/office/drawing/2014/main" id="{189BE6F7-91B0-470A-A0F0-FEFFE3C53D45}"/>
                  </a:ext>
                </a:extLst>
              </p:cNvPr>
              <p:cNvSpPr/>
              <p:nvPr/>
            </p:nvSpPr>
            <p:spPr>
              <a:xfrm>
                <a:off x="2748848" y="3681104"/>
                <a:ext cx="72000" cy="684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90" name="직사각형 489">
                <a:extLst>
                  <a:ext uri="{FF2B5EF4-FFF2-40B4-BE49-F238E27FC236}">
                    <a16:creationId xmlns:a16="http://schemas.microsoft.com/office/drawing/2014/main" id="{9A2FAEA2-BAD3-4C50-A651-9DD92A3B5AD7}"/>
                  </a:ext>
                </a:extLst>
              </p:cNvPr>
              <p:cNvSpPr/>
              <p:nvPr/>
            </p:nvSpPr>
            <p:spPr>
              <a:xfrm>
                <a:off x="2437864" y="3807104"/>
                <a:ext cx="72000" cy="558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91" name="직사각형 490">
                <a:extLst>
                  <a:ext uri="{FF2B5EF4-FFF2-40B4-BE49-F238E27FC236}">
                    <a16:creationId xmlns:a16="http://schemas.microsoft.com/office/drawing/2014/main" id="{24523943-27EC-4A64-AD17-44891C083199}"/>
                  </a:ext>
                </a:extLst>
              </p:cNvPr>
              <p:cNvSpPr/>
              <p:nvPr/>
            </p:nvSpPr>
            <p:spPr>
              <a:xfrm>
                <a:off x="2123923" y="3862586"/>
                <a:ext cx="72000" cy="502518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92" name="직사각형 491">
                <a:extLst>
                  <a:ext uri="{FF2B5EF4-FFF2-40B4-BE49-F238E27FC236}">
                    <a16:creationId xmlns:a16="http://schemas.microsoft.com/office/drawing/2014/main" id="{29095B68-5F99-46B0-96BC-A3F8EA895993}"/>
                  </a:ext>
                </a:extLst>
              </p:cNvPr>
              <p:cNvSpPr/>
              <p:nvPr/>
            </p:nvSpPr>
            <p:spPr>
              <a:xfrm>
                <a:off x="1789792" y="4059104"/>
                <a:ext cx="72000" cy="306000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F2EEA1DA-8027-44F4-9C6D-5020FD8B7836}"/>
                </a:ext>
              </a:extLst>
            </p:cNvPr>
            <p:cNvGrpSpPr/>
            <p:nvPr/>
          </p:nvGrpSpPr>
          <p:grpSpPr>
            <a:xfrm>
              <a:off x="1403648" y="3249056"/>
              <a:ext cx="2520272" cy="684000"/>
              <a:chOff x="1403648" y="2780928"/>
              <a:chExt cx="2520272" cy="1584176"/>
            </a:xfrm>
          </p:grpSpPr>
          <p:sp>
            <p:nvSpPr>
              <p:cNvPr id="475" name="직사각형 474">
                <a:extLst>
                  <a:ext uri="{FF2B5EF4-FFF2-40B4-BE49-F238E27FC236}">
                    <a16:creationId xmlns:a16="http://schemas.microsoft.com/office/drawing/2014/main" id="{A353202F-C31F-4BE0-8605-EB8571781B5C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6" name="직사각형 475">
                <a:extLst>
                  <a:ext uri="{FF2B5EF4-FFF2-40B4-BE49-F238E27FC236}">
                    <a16:creationId xmlns:a16="http://schemas.microsoft.com/office/drawing/2014/main" id="{EACABA88-0725-43BA-84A5-ED0A0AA53195}"/>
                  </a:ext>
                </a:extLst>
              </p:cNvPr>
              <p:cNvSpPr/>
              <p:nvPr/>
            </p:nvSpPr>
            <p:spPr>
              <a:xfrm>
                <a:off x="3540205" y="2998490"/>
                <a:ext cx="72000" cy="1366614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7" name="직사각형 476">
                <a:extLst>
                  <a:ext uri="{FF2B5EF4-FFF2-40B4-BE49-F238E27FC236}">
                    <a16:creationId xmlns:a16="http://schemas.microsoft.com/office/drawing/2014/main" id="{B8B55730-266D-49B8-AEC8-0795FB952262}"/>
                  </a:ext>
                </a:extLst>
              </p:cNvPr>
              <p:cNvSpPr/>
              <p:nvPr/>
            </p:nvSpPr>
            <p:spPr>
              <a:xfrm>
                <a:off x="3229249" y="3249104"/>
                <a:ext cx="72000" cy="111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8" name="직사각형 477">
                <a:extLst>
                  <a:ext uri="{FF2B5EF4-FFF2-40B4-BE49-F238E27FC236}">
                    <a16:creationId xmlns:a16="http://schemas.microsoft.com/office/drawing/2014/main" id="{D93401C5-6627-45CD-9FB8-F3A36F2C97E9}"/>
                  </a:ext>
                </a:extLst>
              </p:cNvPr>
              <p:cNvSpPr/>
              <p:nvPr/>
            </p:nvSpPr>
            <p:spPr>
              <a:xfrm>
                <a:off x="2915816" y="3429104"/>
                <a:ext cx="72000" cy="936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9" name="직사각형 478">
                <a:extLst>
                  <a:ext uri="{FF2B5EF4-FFF2-40B4-BE49-F238E27FC236}">
                    <a16:creationId xmlns:a16="http://schemas.microsoft.com/office/drawing/2014/main" id="{714BFE09-26A2-448B-B896-C43C34840654}"/>
                  </a:ext>
                </a:extLst>
              </p:cNvPr>
              <p:cNvSpPr/>
              <p:nvPr/>
            </p:nvSpPr>
            <p:spPr>
              <a:xfrm>
                <a:off x="2650736" y="3575612"/>
                <a:ext cx="72000" cy="789492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0" name="직사각형 479">
                <a:extLst>
                  <a:ext uri="{FF2B5EF4-FFF2-40B4-BE49-F238E27FC236}">
                    <a16:creationId xmlns:a16="http://schemas.microsoft.com/office/drawing/2014/main" id="{D0DFEA01-835C-4AC7-B287-DB252E30B907}"/>
                  </a:ext>
                </a:extLst>
              </p:cNvPr>
              <p:cNvSpPr/>
              <p:nvPr/>
            </p:nvSpPr>
            <p:spPr>
              <a:xfrm>
                <a:off x="2339752" y="3753104"/>
                <a:ext cx="72000" cy="61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1" name="직사각형 480">
                <a:extLst>
                  <a:ext uri="{FF2B5EF4-FFF2-40B4-BE49-F238E27FC236}">
                    <a16:creationId xmlns:a16="http://schemas.microsoft.com/office/drawing/2014/main" id="{03C4ECA9-3682-4285-AAB9-BBD3D029A7BE}"/>
                  </a:ext>
                </a:extLst>
              </p:cNvPr>
              <p:cNvSpPr/>
              <p:nvPr/>
            </p:nvSpPr>
            <p:spPr>
              <a:xfrm>
                <a:off x="2025811" y="3933104"/>
                <a:ext cx="72000" cy="432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2" name="직사각형 481">
                <a:extLst>
                  <a:ext uri="{FF2B5EF4-FFF2-40B4-BE49-F238E27FC236}">
                    <a16:creationId xmlns:a16="http://schemas.microsoft.com/office/drawing/2014/main" id="{58272A6E-C84D-4156-80DD-360DA4A879B7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3" name="직사각형 482">
                <a:extLst>
                  <a:ext uri="{FF2B5EF4-FFF2-40B4-BE49-F238E27FC236}">
                    <a16:creationId xmlns:a16="http://schemas.microsoft.com/office/drawing/2014/main" id="{5B8E3EF5-207B-412C-A3F4-005D3ABDCB17}"/>
                  </a:ext>
                </a:extLst>
              </p:cNvPr>
              <p:cNvSpPr/>
              <p:nvPr/>
            </p:nvSpPr>
            <p:spPr>
              <a:xfrm>
                <a:off x="3851920" y="2780928"/>
                <a:ext cx="72000" cy="1584176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467" name="그룹 466">
              <a:extLst>
                <a:ext uri="{FF2B5EF4-FFF2-40B4-BE49-F238E27FC236}">
                  <a16:creationId xmlns:a16="http://schemas.microsoft.com/office/drawing/2014/main" id="{E63B3EAB-76A1-4DD7-B0B8-273973E079E0}"/>
                </a:ext>
              </a:extLst>
            </p:cNvPr>
            <p:cNvGrpSpPr/>
            <p:nvPr/>
          </p:nvGrpSpPr>
          <p:grpSpPr>
            <a:xfrm>
              <a:off x="7308297" y="3782267"/>
              <a:ext cx="353772" cy="155437"/>
              <a:chOff x="1403648" y="4005104"/>
              <a:chExt cx="360032" cy="360000"/>
            </a:xfrm>
          </p:grpSpPr>
          <p:sp>
            <p:nvSpPr>
              <p:cNvPr id="473" name="직사각형 472">
                <a:extLst>
                  <a:ext uri="{FF2B5EF4-FFF2-40B4-BE49-F238E27FC236}">
                    <a16:creationId xmlns:a16="http://schemas.microsoft.com/office/drawing/2014/main" id="{192018BB-ECC9-4125-BB01-CB63F12CA426}"/>
                  </a:ext>
                </a:extLst>
              </p:cNvPr>
              <p:cNvSpPr/>
              <p:nvPr/>
            </p:nvSpPr>
            <p:spPr>
              <a:xfrm>
                <a:off x="1403648" y="4185104"/>
                <a:ext cx="72000" cy="18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74" name="직사각형 473">
                <a:extLst>
                  <a:ext uri="{FF2B5EF4-FFF2-40B4-BE49-F238E27FC236}">
                    <a16:creationId xmlns:a16="http://schemas.microsoft.com/office/drawing/2014/main" id="{70DDEEBD-35A8-498E-A699-8B171417EB94}"/>
                  </a:ext>
                </a:extLst>
              </p:cNvPr>
              <p:cNvSpPr/>
              <p:nvPr/>
            </p:nvSpPr>
            <p:spPr>
              <a:xfrm>
                <a:off x="1691680" y="4005104"/>
                <a:ext cx="72000" cy="360000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cxnSp>
          <p:nvCxnSpPr>
            <p:cNvPr id="468" name="직선 연결선 467">
              <a:extLst>
                <a:ext uri="{FF2B5EF4-FFF2-40B4-BE49-F238E27FC236}">
                  <a16:creationId xmlns:a16="http://schemas.microsoft.com/office/drawing/2014/main" id="{B375C60D-D2C9-4EA1-8478-A2F4454CD769}"/>
                </a:ext>
              </a:extLst>
            </p:cNvPr>
            <p:cNvCxnSpPr/>
            <p:nvPr/>
          </p:nvCxnSpPr>
          <p:spPr>
            <a:xfrm>
              <a:off x="1180851" y="4316387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직선 연결선 468">
              <a:extLst>
                <a:ext uri="{FF2B5EF4-FFF2-40B4-BE49-F238E27FC236}">
                  <a16:creationId xmlns:a16="http://schemas.microsoft.com/office/drawing/2014/main" id="{2827D82E-F4C1-491A-A7A1-44A01AC780D9}"/>
                </a:ext>
              </a:extLst>
            </p:cNvPr>
            <p:cNvCxnSpPr/>
            <p:nvPr/>
          </p:nvCxnSpPr>
          <p:spPr>
            <a:xfrm>
              <a:off x="1180851" y="3376982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직선 연결선 469">
              <a:extLst>
                <a:ext uri="{FF2B5EF4-FFF2-40B4-BE49-F238E27FC236}">
                  <a16:creationId xmlns:a16="http://schemas.microsoft.com/office/drawing/2014/main" id="{DDA2EA01-ADFA-48C8-8C11-34473F3AE2D8}"/>
                </a:ext>
              </a:extLst>
            </p:cNvPr>
            <p:cNvCxnSpPr/>
            <p:nvPr/>
          </p:nvCxnSpPr>
          <p:spPr>
            <a:xfrm>
              <a:off x="1180851" y="4844721"/>
              <a:ext cx="7488832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1" name="자유형 33">
              <a:extLst>
                <a:ext uri="{FF2B5EF4-FFF2-40B4-BE49-F238E27FC236}">
                  <a16:creationId xmlns:a16="http://schemas.microsoft.com/office/drawing/2014/main" id="{33744CBA-A90A-4475-8822-9A4CFB9A61BB}"/>
                </a:ext>
              </a:extLst>
            </p:cNvPr>
            <p:cNvSpPr/>
            <p:nvPr/>
          </p:nvSpPr>
          <p:spPr>
            <a:xfrm flipH="1" flipV="1">
              <a:off x="4353593" y="3937702"/>
              <a:ext cx="2689623" cy="68400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72" name="자유형 83">
              <a:extLst>
                <a:ext uri="{FF2B5EF4-FFF2-40B4-BE49-F238E27FC236}">
                  <a16:creationId xmlns:a16="http://schemas.microsoft.com/office/drawing/2014/main" id="{7BE8069E-3D1D-4F20-ADEC-F142A19610C2}"/>
                </a:ext>
              </a:extLst>
            </p:cNvPr>
            <p:cNvSpPr/>
            <p:nvPr/>
          </p:nvSpPr>
          <p:spPr>
            <a:xfrm>
              <a:off x="1397086" y="3160835"/>
              <a:ext cx="2742866" cy="770368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A78155BE-64E0-4ABE-A025-6C612F435CAE}"/>
              </a:ext>
            </a:extLst>
          </p:cNvPr>
          <p:cNvGrpSpPr/>
          <p:nvPr/>
        </p:nvGrpSpPr>
        <p:grpSpPr>
          <a:xfrm>
            <a:off x="3188979" y="5347287"/>
            <a:ext cx="2430416" cy="190268"/>
            <a:chOff x="3418761" y="4940755"/>
            <a:chExt cx="2430416" cy="190268"/>
          </a:xfrm>
        </p:grpSpPr>
        <p:grpSp>
          <p:nvGrpSpPr>
            <p:cNvPr id="494" name="그룹 493">
              <a:extLst>
                <a:ext uri="{FF2B5EF4-FFF2-40B4-BE49-F238E27FC236}">
                  <a16:creationId xmlns:a16="http://schemas.microsoft.com/office/drawing/2014/main" id="{365DCAA8-AFD0-4B49-B67C-7995AA76BBA8}"/>
                </a:ext>
              </a:extLst>
            </p:cNvPr>
            <p:cNvGrpSpPr/>
            <p:nvPr/>
          </p:nvGrpSpPr>
          <p:grpSpPr>
            <a:xfrm>
              <a:off x="3418761" y="4940755"/>
              <a:ext cx="1835844" cy="184666"/>
              <a:chOff x="3535608" y="4989368"/>
              <a:chExt cx="1835844" cy="184666"/>
            </a:xfrm>
          </p:grpSpPr>
          <p:sp>
            <p:nvSpPr>
              <p:cNvPr id="497" name="사각형: 둥근 모서리 496">
                <a:extLst>
                  <a:ext uri="{FF2B5EF4-FFF2-40B4-BE49-F238E27FC236}">
                    <a16:creationId xmlns:a16="http://schemas.microsoft.com/office/drawing/2014/main" id="{D69D6759-0539-46C1-B609-1B93A4016E6F}"/>
                  </a:ext>
                </a:extLst>
              </p:cNvPr>
              <p:cNvSpPr/>
              <p:nvPr/>
            </p:nvSpPr>
            <p:spPr>
              <a:xfrm>
                <a:off x="3535608" y="5016742"/>
                <a:ext cx="257502" cy="129918"/>
              </a:xfrm>
              <a:prstGeom prst="round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98" name="TextBox 497">
                <a:extLst>
                  <a:ext uri="{FF2B5EF4-FFF2-40B4-BE49-F238E27FC236}">
                    <a16:creationId xmlns:a16="http://schemas.microsoft.com/office/drawing/2014/main" id="{58842000-52F3-46B8-B859-068E0172FA25}"/>
                  </a:ext>
                </a:extLst>
              </p:cNvPr>
              <p:cNvSpPr txBox="1"/>
              <p:nvPr/>
            </p:nvSpPr>
            <p:spPr>
              <a:xfrm>
                <a:off x="369425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PCS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499" name="사각형: 둥근 모서리 498">
                <a:extLst>
                  <a:ext uri="{FF2B5EF4-FFF2-40B4-BE49-F238E27FC236}">
                    <a16:creationId xmlns:a16="http://schemas.microsoft.com/office/drawing/2014/main" id="{7061B6D8-DAF5-4124-A899-7E2A1C71D65F}"/>
                  </a:ext>
                </a:extLst>
              </p:cNvPr>
              <p:cNvSpPr/>
              <p:nvPr/>
            </p:nvSpPr>
            <p:spPr>
              <a:xfrm>
                <a:off x="4158568" y="5016742"/>
                <a:ext cx="257502" cy="129918"/>
              </a:xfrm>
              <a:prstGeom prst="roundRect">
                <a:avLst/>
              </a:prstGeom>
              <a:solidFill>
                <a:schemeClr val="accent3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00" name="TextBox 499">
                <a:extLst>
                  <a:ext uri="{FF2B5EF4-FFF2-40B4-BE49-F238E27FC236}">
                    <a16:creationId xmlns:a16="http://schemas.microsoft.com/office/drawing/2014/main" id="{9C6E0FAC-F586-47B8-BD12-83728AF51878}"/>
                  </a:ext>
                </a:extLst>
              </p:cNvPr>
              <p:cNvSpPr txBox="1"/>
              <p:nvPr/>
            </p:nvSpPr>
            <p:spPr>
              <a:xfrm>
                <a:off x="4317216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BMS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01" name="사각형: 둥근 모서리 500">
                <a:extLst>
                  <a:ext uri="{FF2B5EF4-FFF2-40B4-BE49-F238E27FC236}">
                    <a16:creationId xmlns:a16="http://schemas.microsoft.com/office/drawing/2014/main" id="{412EEE04-7C30-4D0F-A62B-F0121A91E1C5}"/>
                  </a:ext>
                </a:extLst>
              </p:cNvPr>
              <p:cNvSpPr/>
              <p:nvPr/>
            </p:nvSpPr>
            <p:spPr>
              <a:xfrm>
                <a:off x="4794451" y="5016742"/>
                <a:ext cx="257502" cy="129918"/>
              </a:xfrm>
              <a:prstGeom prst="roundRect">
                <a:avLst/>
              </a:prstGeom>
              <a:solidFill>
                <a:srgbClr val="FFC0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02" name="TextBox 501">
                <a:extLst>
                  <a:ext uri="{FF2B5EF4-FFF2-40B4-BE49-F238E27FC236}">
                    <a16:creationId xmlns:a16="http://schemas.microsoft.com/office/drawing/2014/main" id="{5536C490-D078-4126-9DB4-0AA8273FFF06}"/>
                  </a:ext>
                </a:extLst>
              </p:cNvPr>
              <p:cNvSpPr txBox="1"/>
              <p:nvPr/>
            </p:nvSpPr>
            <p:spPr>
              <a:xfrm>
                <a:off x="4953099" y="4989368"/>
                <a:ext cx="418353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600" dirty="0">
                    <a:solidFill>
                      <a:schemeClr val="bg1"/>
                    </a:solidFill>
                  </a:rPr>
                  <a:t>PV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495" name="사각형: 둥근 모서리 494">
              <a:extLst>
                <a:ext uri="{FF2B5EF4-FFF2-40B4-BE49-F238E27FC236}">
                  <a16:creationId xmlns:a16="http://schemas.microsoft.com/office/drawing/2014/main" id="{F485D149-9F2E-47EA-9263-9D3502EF4091}"/>
                </a:ext>
              </a:extLst>
            </p:cNvPr>
            <p:cNvSpPr/>
            <p:nvPr/>
          </p:nvSpPr>
          <p:spPr>
            <a:xfrm>
              <a:off x="5272176" y="4973731"/>
              <a:ext cx="257502" cy="129918"/>
            </a:xfrm>
            <a:prstGeom prst="roundRect">
              <a:avLst/>
            </a:prstGeom>
            <a:solidFill>
              <a:schemeClr val="accent4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EE366C4-7C85-479A-9D81-1251501214EC}"/>
                </a:ext>
              </a:extLst>
            </p:cNvPr>
            <p:cNvSpPr txBox="1"/>
            <p:nvPr/>
          </p:nvSpPr>
          <p:spPr>
            <a:xfrm>
              <a:off x="5430824" y="4946357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IOE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03" name="그룹 502">
            <a:extLst>
              <a:ext uri="{FF2B5EF4-FFF2-40B4-BE49-F238E27FC236}">
                <a16:creationId xmlns:a16="http://schemas.microsoft.com/office/drawing/2014/main" id="{FFFEBFB2-3A4C-4094-95E9-35495F1B46FC}"/>
              </a:ext>
            </a:extLst>
          </p:cNvPr>
          <p:cNvGrpSpPr/>
          <p:nvPr/>
        </p:nvGrpSpPr>
        <p:grpSpPr>
          <a:xfrm>
            <a:off x="4945064" y="4437064"/>
            <a:ext cx="869295" cy="376502"/>
            <a:chOff x="4137026" y="5220442"/>
            <a:chExt cx="869295" cy="376502"/>
          </a:xfrm>
        </p:grpSpPr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FCC87D42-414F-43CB-97C5-035A8BCBC016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</a:rPr>
                <a:t>PV_1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3D899CFA-7BC2-4A31-BB08-FC6613D35729}"/>
                </a:ext>
              </a:extLst>
            </p:cNvPr>
            <p:cNvSpPr txBox="1"/>
            <p:nvPr/>
          </p:nvSpPr>
          <p:spPr>
            <a:xfrm>
              <a:off x="4407707" y="5327235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04B54E4-6008-4FCB-9DB8-6057A7545143}"/>
                </a:ext>
              </a:extLst>
            </p:cNvPr>
            <p:cNvSpPr txBox="1"/>
            <p:nvPr/>
          </p:nvSpPr>
          <p:spPr>
            <a:xfrm>
              <a:off x="4407707" y="5427667"/>
              <a:ext cx="59861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0 kWh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E69E55A7-3B23-4F65-9FAB-A9014349626B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누적 발전량</a:t>
              </a:r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32A07FFE-F079-4F0C-B272-2A2B7BDF32D9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500" dirty="0">
                  <a:solidFill>
                    <a:schemeClr val="bg1"/>
                  </a:solidFill>
                </a:rPr>
                <a:t>예측 발전량</a:t>
              </a:r>
            </a:p>
          </p:txBody>
        </p:sp>
      </p:grpSp>
      <p:grpSp>
        <p:nvGrpSpPr>
          <p:cNvPr id="509" name="그룹 508">
            <a:extLst>
              <a:ext uri="{FF2B5EF4-FFF2-40B4-BE49-F238E27FC236}">
                <a16:creationId xmlns:a16="http://schemas.microsoft.com/office/drawing/2014/main" id="{D6DAB584-1151-4A43-B161-105DA0C81614}"/>
              </a:ext>
            </a:extLst>
          </p:cNvPr>
          <p:cNvGrpSpPr/>
          <p:nvPr/>
        </p:nvGrpSpPr>
        <p:grpSpPr>
          <a:xfrm>
            <a:off x="3642372" y="4446930"/>
            <a:ext cx="776403" cy="451529"/>
            <a:chOff x="4137026" y="5220442"/>
            <a:chExt cx="542695" cy="451529"/>
          </a:xfrm>
        </p:grpSpPr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C7F59D9B-8589-4A33-B390-A208E83F84E4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IOT_2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F915C0A2-C2B4-49BD-8A06-3371152A388C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B2FCFC23-1BD5-4B52-84AA-A04294985A61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13" name="그룹 512">
            <a:extLst>
              <a:ext uri="{FF2B5EF4-FFF2-40B4-BE49-F238E27FC236}">
                <a16:creationId xmlns:a16="http://schemas.microsoft.com/office/drawing/2014/main" id="{B688AD10-071B-4A93-9489-90A52F285F63}"/>
              </a:ext>
            </a:extLst>
          </p:cNvPr>
          <p:cNvGrpSpPr/>
          <p:nvPr/>
        </p:nvGrpSpPr>
        <p:grpSpPr>
          <a:xfrm>
            <a:off x="4290161" y="4446217"/>
            <a:ext cx="776403" cy="451529"/>
            <a:chOff x="4137026" y="5220442"/>
            <a:chExt cx="542695" cy="451529"/>
          </a:xfrm>
        </p:grpSpPr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74A3678A-B2FE-4113-99A3-4E648634DB84}"/>
                </a:ext>
              </a:extLst>
            </p:cNvPr>
            <p:cNvSpPr txBox="1"/>
            <p:nvPr/>
          </p:nvSpPr>
          <p:spPr>
            <a:xfrm>
              <a:off x="4179571" y="5220442"/>
              <a:ext cx="41835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IOT_3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A6C432BB-699F-40B9-A443-43D86D86A4DA}"/>
                </a:ext>
              </a:extLst>
            </p:cNvPr>
            <p:cNvSpPr txBox="1"/>
            <p:nvPr/>
          </p:nvSpPr>
          <p:spPr>
            <a:xfrm>
              <a:off x="4142240" y="5323645"/>
              <a:ext cx="52680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b="1" dirty="0">
                  <a:solidFill>
                    <a:srgbClr val="92D050"/>
                  </a:solidFill>
                </a:rPr>
                <a:t>Connected</a:t>
              </a:r>
              <a:endParaRPr lang="ko-KR" altLang="en-US" sz="500" b="1" dirty="0">
                <a:solidFill>
                  <a:srgbClr val="92D050"/>
                </a:solidFill>
              </a:endParaRP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FD04EBAC-FA21-4606-8241-2472C69CBC69}"/>
                </a:ext>
              </a:extLst>
            </p:cNvPr>
            <p:cNvSpPr txBox="1"/>
            <p:nvPr/>
          </p:nvSpPr>
          <p:spPr>
            <a:xfrm>
              <a:off x="4137026" y="5425750"/>
              <a:ext cx="5426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dirty="0">
                  <a:solidFill>
                    <a:schemeClr val="bg1"/>
                  </a:solidFill>
                </a:rPr>
                <a:t>2018-07-01 1:12:12</a:t>
              </a:r>
              <a:endParaRPr lang="ko-KR" altLang="en-US" sz="5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17" name="그룹 516">
            <a:extLst>
              <a:ext uri="{FF2B5EF4-FFF2-40B4-BE49-F238E27FC236}">
                <a16:creationId xmlns:a16="http://schemas.microsoft.com/office/drawing/2014/main" id="{1189C07A-CE42-466B-A476-F6058C87C50E}"/>
              </a:ext>
            </a:extLst>
          </p:cNvPr>
          <p:cNvGrpSpPr/>
          <p:nvPr/>
        </p:nvGrpSpPr>
        <p:grpSpPr>
          <a:xfrm>
            <a:off x="6162489" y="3290071"/>
            <a:ext cx="1997715" cy="363942"/>
            <a:chOff x="2987840" y="283425"/>
            <a:chExt cx="1933365" cy="363942"/>
          </a:xfrm>
        </p:grpSpPr>
        <p:cxnSp>
          <p:nvCxnSpPr>
            <p:cNvPr id="518" name="직선 연결선 517">
              <a:extLst>
                <a:ext uri="{FF2B5EF4-FFF2-40B4-BE49-F238E27FC236}">
                  <a16:creationId xmlns:a16="http://schemas.microsoft.com/office/drawing/2014/main" id="{A004500C-F589-4875-8323-01ECA0E1CA34}"/>
                </a:ext>
              </a:extLst>
            </p:cNvPr>
            <p:cNvCxnSpPr/>
            <p:nvPr/>
          </p:nvCxnSpPr>
          <p:spPr>
            <a:xfrm>
              <a:off x="2987840" y="392891"/>
              <a:ext cx="144000" cy="0"/>
            </a:xfrm>
            <a:prstGeom prst="line">
              <a:avLst/>
            </a:prstGeom>
            <a:ln w="19050">
              <a:solidFill>
                <a:schemeClr val="accent6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9" name="직사각형 518">
              <a:extLst>
                <a:ext uri="{FF2B5EF4-FFF2-40B4-BE49-F238E27FC236}">
                  <a16:creationId xmlns:a16="http://schemas.microsoft.com/office/drawing/2014/main" id="{BD569CD7-FCAF-4BE5-A2CE-676D8D61B057}"/>
                </a:ext>
              </a:extLst>
            </p:cNvPr>
            <p:cNvSpPr/>
            <p:nvPr/>
          </p:nvSpPr>
          <p:spPr>
            <a:xfrm>
              <a:off x="3072010" y="285820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</a:t>
              </a:r>
            </a:p>
          </p:txBody>
        </p:sp>
        <p:cxnSp>
          <p:nvCxnSpPr>
            <p:cNvPr id="520" name="직선 연결선 519">
              <a:extLst>
                <a:ext uri="{FF2B5EF4-FFF2-40B4-BE49-F238E27FC236}">
                  <a16:creationId xmlns:a16="http://schemas.microsoft.com/office/drawing/2014/main" id="{AB698FB8-5449-4D49-8BDB-BDB0B6F4ADD8}"/>
                </a:ext>
              </a:extLst>
            </p:cNvPr>
            <p:cNvCxnSpPr/>
            <p:nvPr/>
          </p:nvCxnSpPr>
          <p:spPr>
            <a:xfrm>
              <a:off x="3410158" y="392891"/>
              <a:ext cx="144000" cy="0"/>
            </a:xfrm>
            <a:prstGeom prst="line">
              <a:avLst/>
            </a:prstGeom>
            <a:noFill/>
            <a:ln w="19050">
              <a:solidFill>
                <a:schemeClr val="tx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1" name="직사각형 520">
              <a:extLst>
                <a:ext uri="{FF2B5EF4-FFF2-40B4-BE49-F238E27FC236}">
                  <a16:creationId xmlns:a16="http://schemas.microsoft.com/office/drawing/2014/main" id="{67D488E1-F15F-4254-9127-BD260183D2DC}"/>
                </a:ext>
              </a:extLst>
            </p:cNvPr>
            <p:cNvSpPr/>
            <p:nvPr/>
          </p:nvSpPr>
          <p:spPr>
            <a:xfrm>
              <a:off x="3497913" y="283425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</a:t>
              </a:r>
            </a:p>
          </p:txBody>
        </p:sp>
        <p:cxnSp>
          <p:nvCxnSpPr>
            <p:cNvPr id="522" name="직선 연결선 521">
              <a:extLst>
                <a:ext uri="{FF2B5EF4-FFF2-40B4-BE49-F238E27FC236}">
                  <a16:creationId xmlns:a16="http://schemas.microsoft.com/office/drawing/2014/main" id="{548F94F7-0C1A-4B57-8551-1FE39B9CFB3A}"/>
                </a:ext>
              </a:extLst>
            </p:cNvPr>
            <p:cNvCxnSpPr/>
            <p:nvPr/>
          </p:nvCxnSpPr>
          <p:spPr>
            <a:xfrm>
              <a:off x="4357958" y="392891"/>
              <a:ext cx="144000" cy="0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3" name="직사각형 522">
              <a:extLst>
                <a:ext uri="{FF2B5EF4-FFF2-40B4-BE49-F238E27FC236}">
                  <a16:creationId xmlns:a16="http://schemas.microsoft.com/office/drawing/2014/main" id="{2D70729C-6E46-41E2-BD1A-98A0233053B7}"/>
                </a:ext>
              </a:extLst>
            </p:cNvPr>
            <p:cNvSpPr/>
            <p:nvPr/>
          </p:nvSpPr>
          <p:spPr>
            <a:xfrm>
              <a:off x="4433158" y="287327"/>
              <a:ext cx="45979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방전 계획</a:t>
              </a:r>
            </a:p>
          </p:txBody>
        </p:sp>
        <p:cxnSp>
          <p:nvCxnSpPr>
            <p:cNvPr id="524" name="직선 연결선 523">
              <a:extLst>
                <a:ext uri="{FF2B5EF4-FFF2-40B4-BE49-F238E27FC236}">
                  <a16:creationId xmlns:a16="http://schemas.microsoft.com/office/drawing/2014/main" id="{18446705-4C14-4D9A-B059-327665CE1CFC}"/>
                </a:ext>
              </a:extLst>
            </p:cNvPr>
            <p:cNvCxnSpPr/>
            <p:nvPr/>
          </p:nvCxnSpPr>
          <p:spPr>
            <a:xfrm>
              <a:off x="3842877" y="392891"/>
              <a:ext cx="144000" cy="0"/>
            </a:xfrm>
            <a:prstGeom prst="line">
              <a:avLst/>
            </a:prstGeom>
            <a:ln w="12700">
              <a:solidFill>
                <a:schemeClr val="tx1">
                  <a:lumMod val="65000"/>
                  <a:lumOff val="3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5" name="직사각형 524">
              <a:extLst>
                <a:ext uri="{FF2B5EF4-FFF2-40B4-BE49-F238E27FC236}">
                  <a16:creationId xmlns:a16="http://schemas.microsoft.com/office/drawing/2014/main" id="{ED640FCF-BE22-4185-987E-FD267B3A7794}"/>
                </a:ext>
              </a:extLst>
            </p:cNvPr>
            <p:cNvSpPr/>
            <p:nvPr/>
          </p:nvSpPr>
          <p:spPr>
            <a:xfrm>
              <a:off x="3913093" y="285103"/>
              <a:ext cx="1008112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5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충전 계획</a:t>
              </a:r>
            </a:p>
          </p:txBody>
        </p:sp>
      </p:grpSp>
      <p:sp>
        <p:nvSpPr>
          <p:cNvPr id="526" name="TextBox 525">
            <a:extLst>
              <a:ext uri="{FF2B5EF4-FFF2-40B4-BE49-F238E27FC236}">
                <a16:creationId xmlns:a16="http://schemas.microsoft.com/office/drawing/2014/main" id="{5B2932D5-E59D-4911-9ADF-C4EE1933D06D}"/>
              </a:ext>
            </a:extLst>
          </p:cNvPr>
          <p:cNvSpPr txBox="1"/>
          <p:nvPr/>
        </p:nvSpPr>
        <p:spPr>
          <a:xfrm>
            <a:off x="3411629" y="2111677"/>
            <a:ext cx="1383487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b="1" dirty="0">
                <a:solidFill>
                  <a:schemeClr val="bg1"/>
                </a:solidFill>
              </a:rPr>
              <a:t>지금은 </a:t>
            </a:r>
            <a:r>
              <a:rPr lang="ko-KR" altLang="en-US" sz="600" b="1" dirty="0">
                <a:solidFill>
                  <a:srgbClr val="FF0000"/>
                </a:solidFill>
              </a:rPr>
              <a:t>요금적용전력</a:t>
            </a:r>
            <a:r>
              <a:rPr lang="ko-KR" altLang="en-US" sz="500" b="1" dirty="0">
                <a:solidFill>
                  <a:schemeClr val="bg1"/>
                </a:solidFill>
              </a:rPr>
              <a:t> 갱신구간 입니다</a:t>
            </a:r>
            <a:r>
              <a:rPr lang="en-US" altLang="ko-KR" sz="500" b="1" dirty="0">
                <a:solidFill>
                  <a:schemeClr val="bg1"/>
                </a:solidFill>
              </a:rPr>
              <a:t>.</a:t>
            </a:r>
            <a:endParaRPr lang="ko-KR" altLang="en-US" sz="500" b="1" dirty="0">
              <a:solidFill>
                <a:schemeClr val="bg1"/>
              </a:solidFill>
            </a:endParaRPr>
          </a:p>
        </p:txBody>
      </p:sp>
      <p:grpSp>
        <p:nvGrpSpPr>
          <p:cNvPr id="527" name="그룹 526">
            <a:extLst>
              <a:ext uri="{FF2B5EF4-FFF2-40B4-BE49-F238E27FC236}">
                <a16:creationId xmlns:a16="http://schemas.microsoft.com/office/drawing/2014/main" id="{E4EBEDE8-5A4D-4C5F-82E3-D1386DD47074}"/>
              </a:ext>
            </a:extLst>
          </p:cNvPr>
          <p:cNvGrpSpPr/>
          <p:nvPr/>
        </p:nvGrpSpPr>
        <p:grpSpPr>
          <a:xfrm>
            <a:off x="563396" y="3823768"/>
            <a:ext cx="2230525" cy="380169"/>
            <a:chOff x="1530621" y="2825422"/>
            <a:chExt cx="7060643" cy="1737220"/>
          </a:xfrm>
        </p:grpSpPr>
        <p:sp>
          <p:nvSpPr>
            <p:cNvPr id="528" name="자유형 83">
              <a:extLst>
                <a:ext uri="{FF2B5EF4-FFF2-40B4-BE49-F238E27FC236}">
                  <a16:creationId xmlns:a16="http://schemas.microsoft.com/office/drawing/2014/main" id="{63CA63B8-9E88-46A0-8BAF-EB28D7DB38F3}"/>
                </a:ext>
              </a:extLst>
            </p:cNvPr>
            <p:cNvSpPr/>
            <p:nvPr/>
          </p:nvSpPr>
          <p:spPr>
            <a:xfrm>
              <a:off x="1530621" y="2831921"/>
              <a:ext cx="3422156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29" name="자유형 33">
              <a:extLst>
                <a:ext uri="{FF2B5EF4-FFF2-40B4-BE49-F238E27FC236}">
                  <a16:creationId xmlns:a16="http://schemas.microsoft.com/office/drawing/2014/main" id="{D77FFD63-625E-4CBE-856A-927C459BCEB5}"/>
                </a:ext>
              </a:extLst>
            </p:cNvPr>
            <p:cNvSpPr/>
            <p:nvPr/>
          </p:nvSpPr>
          <p:spPr>
            <a:xfrm flipH="1">
              <a:off x="4907819" y="2825422"/>
              <a:ext cx="3683445" cy="173072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530" name="그룹 529">
            <a:extLst>
              <a:ext uri="{FF2B5EF4-FFF2-40B4-BE49-F238E27FC236}">
                <a16:creationId xmlns:a16="http://schemas.microsoft.com/office/drawing/2014/main" id="{59E6C587-9CF6-406E-9B8B-94ADD3D18A32}"/>
              </a:ext>
            </a:extLst>
          </p:cNvPr>
          <p:cNvGrpSpPr/>
          <p:nvPr/>
        </p:nvGrpSpPr>
        <p:grpSpPr>
          <a:xfrm>
            <a:off x="622306" y="3092473"/>
            <a:ext cx="2268647" cy="215868"/>
            <a:chOff x="925340" y="3062692"/>
            <a:chExt cx="2268647" cy="215868"/>
          </a:xfrm>
        </p:grpSpPr>
        <p:grpSp>
          <p:nvGrpSpPr>
            <p:cNvPr id="531" name="그룹 530">
              <a:extLst>
                <a:ext uri="{FF2B5EF4-FFF2-40B4-BE49-F238E27FC236}">
                  <a16:creationId xmlns:a16="http://schemas.microsoft.com/office/drawing/2014/main" id="{2E438CA8-E6D0-4085-A605-FB56A7000767}"/>
                </a:ext>
              </a:extLst>
            </p:cNvPr>
            <p:cNvGrpSpPr/>
            <p:nvPr/>
          </p:nvGrpSpPr>
          <p:grpSpPr>
            <a:xfrm>
              <a:off x="925340" y="3100721"/>
              <a:ext cx="1683019" cy="157480"/>
              <a:chOff x="4730291" y="2929429"/>
              <a:chExt cx="1683019" cy="157480"/>
            </a:xfrm>
          </p:grpSpPr>
          <p:cxnSp>
            <p:nvCxnSpPr>
              <p:cNvPr id="535" name="직선 연결선 534">
                <a:extLst>
                  <a:ext uri="{FF2B5EF4-FFF2-40B4-BE49-F238E27FC236}">
                    <a16:creationId xmlns:a16="http://schemas.microsoft.com/office/drawing/2014/main" id="{79090AAD-6B57-44C4-BF13-E48CCCDDEEAC}"/>
                  </a:ext>
                </a:extLst>
              </p:cNvPr>
              <p:cNvCxnSpPr/>
              <p:nvPr/>
            </p:nvCxnSpPr>
            <p:spPr>
              <a:xfrm>
                <a:off x="4730291" y="3015425"/>
                <a:ext cx="149996" cy="0"/>
              </a:xfrm>
              <a:prstGeom prst="line">
                <a:avLst/>
              </a:prstGeom>
              <a:ln w="1270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6" name="직사각형 535">
                <a:extLst>
                  <a:ext uri="{FF2B5EF4-FFF2-40B4-BE49-F238E27FC236}">
                    <a16:creationId xmlns:a16="http://schemas.microsoft.com/office/drawing/2014/main" id="{D4728E59-E06B-429A-9050-BE3F11E7A9AA}"/>
                  </a:ext>
                </a:extLst>
              </p:cNvPr>
              <p:cNvSpPr/>
              <p:nvPr/>
            </p:nvSpPr>
            <p:spPr>
              <a:xfrm>
                <a:off x="4808469" y="2931990"/>
                <a:ext cx="550418" cy="154919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실제 사용량</a:t>
                </a:r>
              </a:p>
            </p:txBody>
          </p:sp>
          <p:cxnSp>
            <p:nvCxnSpPr>
              <p:cNvPr id="537" name="직선 연결선 536">
                <a:extLst>
                  <a:ext uri="{FF2B5EF4-FFF2-40B4-BE49-F238E27FC236}">
                    <a16:creationId xmlns:a16="http://schemas.microsoft.com/office/drawing/2014/main" id="{E7242B32-8571-41ED-BEDB-F754A52E58D6}"/>
                  </a:ext>
                </a:extLst>
              </p:cNvPr>
              <p:cNvCxnSpPr/>
              <p:nvPr/>
            </p:nvCxnSpPr>
            <p:spPr>
              <a:xfrm>
                <a:off x="5280128" y="3009449"/>
                <a:ext cx="149996" cy="0"/>
              </a:xfrm>
              <a:prstGeom prst="line">
                <a:avLst/>
              </a:prstGeom>
              <a:solidFill>
                <a:schemeClr val="accent3">
                  <a:lumMod val="40000"/>
                  <a:lumOff val="60000"/>
                </a:schemeClr>
              </a:solidFill>
              <a:ln w="12700">
                <a:solidFill>
                  <a:schemeClr val="accent3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538" name="직사각형 537">
                <a:extLst>
                  <a:ext uri="{FF2B5EF4-FFF2-40B4-BE49-F238E27FC236}">
                    <a16:creationId xmlns:a16="http://schemas.microsoft.com/office/drawing/2014/main" id="{50491D2B-C703-47BE-9526-932FCE5B3064}"/>
                  </a:ext>
                </a:extLst>
              </p:cNvPr>
              <p:cNvSpPr/>
              <p:nvPr/>
            </p:nvSpPr>
            <p:spPr>
              <a:xfrm>
                <a:off x="5358305" y="2929429"/>
                <a:ext cx="548985" cy="148088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ESS </a:t>
                </a:r>
                <a:r>
                  <a:rPr lang="ko-KR" altLang="en-US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사용량</a:t>
                </a:r>
              </a:p>
            </p:txBody>
          </p:sp>
          <p:cxnSp>
            <p:nvCxnSpPr>
              <p:cNvPr id="539" name="직선 연결선 538">
                <a:extLst>
                  <a:ext uri="{FF2B5EF4-FFF2-40B4-BE49-F238E27FC236}">
                    <a16:creationId xmlns:a16="http://schemas.microsoft.com/office/drawing/2014/main" id="{B58361FB-2149-4591-B937-D192E2CFB372}"/>
                  </a:ext>
                </a:extLst>
              </p:cNvPr>
              <p:cNvCxnSpPr/>
              <p:nvPr/>
            </p:nvCxnSpPr>
            <p:spPr>
              <a:xfrm>
                <a:off x="5832767" y="3009449"/>
                <a:ext cx="149996" cy="0"/>
              </a:xfrm>
              <a:prstGeom prst="lin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540" name="직사각형 539">
                <a:extLst>
                  <a:ext uri="{FF2B5EF4-FFF2-40B4-BE49-F238E27FC236}">
                    <a16:creationId xmlns:a16="http://schemas.microsoft.com/office/drawing/2014/main" id="{D00A7E91-FD5C-4B66-9AB0-2F12C7A10BD9}"/>
                  </a:ext>
                </a:extLst>
              </p:cNvPr>
              <p:cNvSpPr/>
              <p:nvPr/>
            </p:nvSpPr>
            <p:spPr>
              <a:xfrm>
                <a:off x="5927483" y="2929429"/>
                <a:ext cx="485827" cy="148088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PV </a:t>
                </a:r>
                <a:r>
                  <a:rPr lang="ko-KR" altLang="en-US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사용량</a:t>
                </a:r>
              </a:p>
            </p:txBody>
          </p:sp>
        </p:grpSp>
        <p:grpSp>
          <p:nvGrpSpPr>
            <p:cNvPr id="532" name="그룹 531">
              <a:extLst>
                <a:ext uri="{FF2B5EF4-FFF2-40B4-BE49-F238E27FC236}">
                  <a16:creationId xmlns:a16="http://schemas.microsoft.com/office/drawing/2014/main" id="{EEB65A9D-1658-4B92-AE83-CF1B89EFC5DC}"/>
                </a:ext>
              </a:extLst>
            </p:cNvPr>
            <p:cNvGrpSpPr/>
            <p:nvPr/>
          </p:nvGrpSpPr>
          <p:grpSpPr>
            <a:xfrm>
              <a:off x="2556521" y="3062692"/>
              <a:ext cx="637466" cy="215868"/>
              <a:chOff x="7398492" y="2212271"/>
              <a:chExt cx="637466" cy="215868"/>
            </a:xfrm>
          </p:grpSpPr>
          <p:cxnSp>
            <p:nvCxnSpPr>
              <p:cNvPr id="533" name="직선 연결선 532">
                <a:extLst>
                  <a:ext uri="{FF2B5EF4-FFF2-40B4-BE49-F238E27FC236}">
                    <a16:creationId xmlns:a16="http://schemas.microsoft.com/office/drawing/2014/main" id="{55D1CC9F-C93E-40D8-BBAB-C565A220A85E}"/>
                  </a:ext>
                </a:extLst>
              </p:cNvPr>
              <p:cNvCxnSpPr/>
              <p:nvPr/>
            </p:nvCxnSpPr>
            <p:spPr>
              <a:xfrm>
                <a:off x="7398492" y="2327092"/>
                <a:ext cx="151200" cy="0"/>
              </a:xfrm>
              <a:prstGeom prst="line">
                <a:avLst/>
              </a:prstGeom>
              <a:ln w="9525">
                <a:solidFill>
                  <a:schemeClr val="accent3">
                    <a:lumMod val="7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D596A4AB-BB72-4FE1-B287-91F12F9FFFFD}"/>
                  </a:ext>
                </a:extLst>
              </p:cNvPr>
              <p:cNvSpPr/>
              <p:nvPr/>
            </p:nvSpPr>
            <p:spPr>
              <a:xfrm>
                <a:off x="7472623" y="2212271"/>
                <a:ext cx="563335" cy="215868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5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예측 사용량</a:t>
                </a:r>
              </a:p>
            </p:txBody>
          </p:sp>
        </p:grpSp>
      </p:grpSp>
      <p:sp>
        <p:nvSpPr>
          <p:cNvPr id="541" name="직사각형 540">
            <a:extLst>
              <a:ext uri="{FF2B5EF4-FFF2-40B4-BE49-F238E27FC236}">
                <a16:creationId xmlns:a16="http://schemas.microsoft.com/office/drawing/2014/main" id="{6A83722D-9D32-4626-B09F-A5AB4B62E7AC}"/>
              </a:ext>
            </a:extLst>
          </p:cNvPr>
          <p:cNvSpPr/>
          <p:nvPr/>
        </p:nvSpPr>
        <p:spPr>
          <a:xfrm>
            <a:off x="200472" y="1177007"/>
            <a:ext cx="138691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sz="1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롯데 정밀 화학</a:t>
            </a:r>
          </a:p>
        </p:txBody>
      </p:sp>
      <p:grpSp>
        <p:nvGrpSpPr>
          <p:cNvPr id="279" name="그룹 278">
            <a:extLst>
              <a:ext uri="{FF2B5EF4-FFF2-40B4-BE49-F238E27FC236}">
                <a16:creationId xmlns:a16="http://schemas.microsoft.com/office/drawing/2014/main" id="{46BC89A5-8F9E-4814-AC92-5FD3D582DD6D}"/>
              </a:ext>
            </a:extLst>
          </p:cNvPr>
          <p:cNvGrpSpPr/>
          <p:nvPr/>
        </p:nvGrpSpPr>
        <p:grpSpPr>
          <a:xfrm>
            <a:off x="6076331" y="1762087"/>
            <a:ext cx="2228568" cy="848471"/>
            <a:chOff x="5986543" y="6211594"/>
            <a:chExt cx="1044000" cy="848471"/>
          </a:xfrm>
        </p:grpSpPr>
        <p:sp>
          <p:nvSpPr>
            <p:cNvPr id="280" name="직사각형 279">
              <a:extLst>
                <a:ext uri="{FF2B5EF4-FFF2-40B4-BE49-F238E27FC236}">
                  <a16:creationId xmlns:a16="http://schemas.microsoft.com/office/drawing/2014/main" id="{0B00157D-B0CA-4FB1-960D-365CD1CEB388}"/>
                </a:ext>
              </a:extLst>
            </p:cNvPr>
            <p:cNvSpPr/>
            <p:nvPr/>
          </p:nvSpPr>
          <p:spPr>
            <a:xfrm>
              <a:off x="6052050" y="6211594"/>
              <a:ext cx="912986" cy="833083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32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E505084C-39BB-4393-B51B-2AEBED9E65CE}"/>
                </a:ext>
              </a:extLst>
            </p:cNvPr>
            <p:cNvSpPr txBox="1"/>
            <p:nvPr/>
          </p:nvSpPr>
          <p:spPr>
            <a:xfrm>
              <a:off x="5986543" y="6226906"/>
              <a:ext cx="104400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한전 요금 조회</a:t>
              </a:r>
            </a:p>
          </p:txBody>
        </p: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88AC4104-2408-40B5-8D38-DB181A4825A2}"/>
                </a:ext>
              </a:extLst>
            </p:cNvPr>
            <p:cNvCxnSpPr/>
            <p:nvPr/>
          </p:nvCxnSpPr>
          <p:spPr>
            <a:xfrm>
              <a:off x="6184543" y="6440859"/>
              <a:ext cx="648000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AE1D761B-2F88-484E-A0AA-7E460DEDDFC2}"/>
                </a:ext>
              </a:extLst>
            </p:cNvPr>
            <p:cNvCxnSpPr/>
            <p:nvPr/>
          </p:nvCxnSpPr>
          <p:spPr>
            <a:xfrm>
              <a:off x="6184543" y="6637748"/>
              <a:ext cx="648000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81B53536-057E-4D7C-BB7E-E728F67B7328}"/>
                </a:ext>
              </a:extLst>
            </p:cNvPr>
            <p:cNvCxnSpPr/>
            <p:nvPr/>
          </p:nvCxnSpPr>
          <p:spPr>
            <a:xfrm>
              <a:off x="6184543" y="6834637"/>
              <a:ext cx="648000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7902655A-1E3E-4A0C-8915-D89DD8A02679}"/>
                </a:ext>
              </a:extLst>
            </p:cNvPr>
            <p:cNvSpPr txBox="1"/>
            <p:nvPr/>
          </p:nvSpPr>
          <p:spPr>
            <a:xfrm>
              <a:off x="5986543" y="6436303"/>
              <a:ext cx="104400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ESS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조회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58C1C21B-AD92-4C35-ADCA-39D8917C9DBF}"/>
                </a:ext>
              </a:extLst>
            </p:cNvPr>
            <p:cNvSpPr txBox="1"/>
            <p:nvPr/>
          </p:nvSpPr>
          <p:spPr>
            <a:xfrm>
              <a:off x="5986543" y="6632593"/>
              <a:ext cx="104400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algn="ctr">
                <a:defRPr sz="800">
                  <a:solidFill>
                    <a:schemeClr val="tx1">
                      <a:lumMod val="65000"/>
                      <a:lumOff val="35000"/>
                    </a:schemeClr>
                  </a:solidFill>
                </a:defRPr>
              </a:lvl1pPr>
            </a:lstStyle>
            <a:p>
              <a:r>
                <a:rPr lang="en-US" altLang="ko-KR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DR </a:t>
              </a:r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조회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BC7A0A9C-1C61-4143-B779-B17CAB5F2629}"/>
                </a:ext>
              </a:extLst>
            </p:cNvPr>
            <p:cNvSpPr txBox="1"/>
            <p:nvPr/>
          </p:nvSpPr>
          <p:spPr>
            <a:xfrm>
              <a:off x="5986543" y="6829233"/>
              <a:ext cx="104400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PV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조회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47033D04-1EC5-4D6D-8A2B-45BBFBFA22A5}"/>
              </a:ext>
            </a:extLst>
          </p:cNvPr>
          <p:cNvGrpSpPr/>
          <p:nvPr/>
        </p:nvGrpSpPr>
        <p:grpSpPr>
          <a:xfrm>
            <a:off x="183483" y="1752577"/>
            <a:ext cx="2014293" cy="1316384"/>
            <a:chOff x="183483" y="1752577"/>
            <a:chExt cx="2014293" cy="1316384"/>
          </a:xfrm>
        </p:grpSpPr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E98EC361-DC78-4BF7-97E1-24E2636F3E7B}"/>
                </a:ext>
              </a:extLst>
            </p:cNvPr>
            <p:cNvSpPr txBox="1"/>
            <p:nvPr/>
          </p:nvSpPr>
          <p:spPr>
            <a:xfrm>
              <a:off x="222795" y="2700094"/>
              <a:ext cx="1013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사용량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구성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(DER)</a:t>
              </a:r>
              <a:endPara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9" name="직사각형 288">
              <a:extLst>
                <a:ext uri="{FF2B5EF4-FFF2-40B4-BE49-F238E27FC236}">
                  <a16:creationId xmlns:a16="http://schemas.microsoft.com/office/drawing/2014/main" id="{289F2E0D-7A6F-474B-B095-574DFC53789B}"/>
                </a:ext>
              </a:extLst>
            </p:cNvPr>
            <p:cNvSpPr/>
            <p:nvPr/>
          </p:nvSpPr>
          <p:spPr>
            <a:xfrm>
              <a:off x="216470" y="1752577"/>
              <a:ext cx="1947399" cy="131638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32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B818D8A7-5EA9-42D6-9244-6A4A420A8508}"/>
                </a:ext>
              </a:extLst>
            </p:cNvPr>
            <p:cNvCxnSpPr/>
            <p:nvPr/>
          </p:nvCxnSpPr>
          <p:spPr>
            <a:xfrm>
              <a:off x="565329" y="2432047"/>
              <a:ext cx="1249679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8733564F-B979-469F-8AD5-73F33A0093E2}"/>
                </a:ext>
              </a:extLst>
            </p:cNvPr>
            <p:cNvSpPr txBox="1"/>
            <p:nvPr/>
          </p:nvSpPr>
          <p:spPr>
            <a:xfrm>
              <a:off x="183483" y="1767888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오늘의 사용량</a:t>
              </a:r>
            </a:p>
          </p:txBody>
        </p: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F212987C-830B-4CEA-AAF1-9003EEEC1850}"/>
                </a:ext>
              </a:extLst>
            </p:cNvPr>
            <p:cNvCxnSpPr/>
            <p:nvPr/>
          </p:nvCxnSpPr>
          <p:spPr>
            <a:xfrm>
              <a:off x="565329" y="2628936"/>
              <a:ext cx="1249679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A1392B1B-C389-4BFD-9BC2-A7C25FBFF3A7}"/>
                </a:ext>
              </a:extLst>
            </p:cNvPr>
            <p:cNvCxnSpPr/>
            <p:nvPr/>
          </p:nvCxnSpPr>
          <p:spPr>
            <a:xfrm>
              <a:off x="565329" y="2825825"/>
              <a:ext cx="1249679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직선 연결선 293">
              <a:extLst>
                <a:ext uri="{FF2B5EF4-FFF2-40B4-BE49-F238E27FC236}">
                  <a16:creationId xmlns:a16="http://schemas.microsoft.com/office/drawing/2014/main" id="{CDA8A6C8-DC9E-4A01-AAAF-E6D8220F0881}"/>
                </a:ext>
              </a:extLst>
            </p:cNvPr>
            <p:cNvCxnSpPr/>
            <p:nvPr/>
          </p:nvCxnSpPr>
          <p:spPr>
            <a:xfrm>
              <a:off x="565329" y="1981841"/>
              <a:ext cx="1249679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직선 연결선 294">
              <a:extLst>
                <a:ext uri="{FF2B5EF4-FFF2-40B4-BE49-F238E27FC236}">
                  <a16:creationId xmlns:a16="http://schemas.microsoft.com/office/drawing/2014/main" id="{CE2406FA-D074-4CAC-80F4-620C26433CF2}"/>
                </a:ext>
              </a:extLst>
            </p:cNvPr>
            <p:cNvCxnSpPr/>
            <p:nvPr/>
          </p:nvCxnSpPr>
          <p:spPr>
            <a:xfrm>
              <a:off x="565329" y="2178730"/>
              <a:ext cx="1249679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A4A06B7F-4141-4466-B90E-1809BC3BC979}"/>
                </a:ext>
              </a:extLst>
            </p:cNvPr>
            <p:cNvSpPr txBox="1"/>
            <p:nvPr/>
          </p:nvSpPr>
          <p:spPr>
            <a:xfrm>
              <a:off x="183483" y="1977285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피크 전력 현황</a:t>
              </a:r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0A72CBED-5A6C-4DCE-BDDA-05AC19D3694E}"/>
                </a:ext>
              </a:extLst>
            </p:cNvPr>
            <p:cNvSpPr txBox="1"/>
            <p:nvPr/>
          </p:nvSpPr>
          <p:spPr>
            <a:xfrm>
              <a:off x="184405" y="2190056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ESS </a:t>
              </a:r>
              <a:r>
                <a:rPr lang="ko-KR" altLang="en-US" sz="900" b="1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충방전량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조회</a:t>
              </a: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2347E7F5-A73A-4802-9C43-6762090A7BDD}"/>
                </a:ext>
              </a:extLst>
            </p:cNvPr>
            <p:cNvSpPr txBox="1"/>
            <p:nvPr/>
          </p:nvSpPr>
          <p:spPr>
            <a:xfrm>
              <a:off x="183483" y="2426044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PV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발전량 조회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BF702DB8-00D1-4405-A087-1AA0A56A1421}"/>
                </a:ext>
              </a:extLst>
            </p:cNvPr>
            <p:cNvSpPr txBox="1"/>
            <p:nvPr/>
          </p:nvSpPr>
          <p:spPr>
            <a:xfrm>
              <a:off x="183483" y="2622104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DR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실적 조회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83DB06B7-2453-46C7-BB6C-2E8DB56015A0}"/>
                </a:ext>
              </a:extLst>
            </p:cNvPr>
            <p:cNvSpPr txBox="1"/>
            <p:nvPr/>
          </p:nvSpPr>
          <p:spPr>
            <a:xfrm>
              <a:off x="183483" y="2838128"/>
              <a:ext cx="201337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사용량 구성</a:t>
              </a: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7322408D-A973-45AE-B7D7-B14205A98110}"/>
              </a:ext>
            </a:extLst>
          </p:cNvPr>
          <p:cNvGrpSpPr/>
          <p:nvPr/>
        </p:nvGrpSpPr>
        <p:grpSpPr>
          <a:xfrm>
            <a:off x="2202204" y="1754184"/>
            <a:ext cx="1962507" cy="1082883"/>
            <a:chOff x="3102516" y="5709792"/>
            <a:chExt cx="1962507" cy="1082883"/>
          </a:xfrm>
        </p:grpSpPr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E06468A-333F-409F-BD34-5DB59C055284}"/>
                </a:ext>
              </a:extLst>
            </p:cNvPr>
            <p:cNvSpPr/>
            <p:nvPr/>
          </p:nvSpPr>
          <p:spPr>
            <a:xfrm>
              <a:off x="3102516" y="5709792"/>
              <a:ext cx="1962507" cy="1082883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32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C54889D-6DC8-4115-A8F5-B28E19490486}"/>
                </a:ext>
              </a:extLst>
            </p:cNvPr>
            <p:cNvSpPr txBox="1"/>
            <p:nvPr/>
          </p:nvSpPr>
          <p:spPr>
            <a:xfrm>
              <a:off x="3273995" y="5725104"/>
              <a:ext cx="16265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IOE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통신상태</a:t>
              </a:r>
            </a:p>
          </p:txBody>
        </p: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CD86CC7F-8036-4D2E-AF9C-01DAB14E6408}"/>
                </a:ext>
              </a:extLst>
            </p:cNvPr>
            <p:cNvCxnSpPr/>
            <p:nvPr/>
          </p:nvCxnSpPr>
          <p:spPr>
            <a:xfrm>
              <a:off x="3354038" y="5939057"/>
              <a:ext cx="1459461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직선 연결선 273">
              <a:extLst>
                <a:ext uri="{FF2B5EF4-FFF2-40B4-BE49-F238E27FC236}">
                  <a16:creationId xmlns:a16="http://schemas.microsoft.com/office/drawing/2014/main" id="{8F2EC423-9748-46A0-91DA-B0CA10FB1F67}"/>
                </a:ext>
              </a:extLst>
            </p:cNvPr>
            <p:cNvCxnSpPr/>
            <p:nvPr/>
          </p:nvCxnSpPr>
          <p:spPr>
            <a:xfrm>
              <a:off x="3354038" y="6135946"/>
              <a:ext cx="1459461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2A8ED896-01C2-475F-89DA-D56ACC502AED}"/>
                </a:ext>
              </a:extLst>
            </p:cNvPr>
            <p:cNvCxnSpPr/>
            <p:nvPr/>
          </p:nvCxnSpPr>
          <p:spPr>
            <a:xfrm>
              <a:off x="3354038" y="6332835"/>
              <a:ext cx="1459461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4D399DDF-334F-4EDF-96E1-7234FB28D6D5}"/>
                </a:ext>
              </a:extLst>
            </p:cNvPr>
            <p:cNvSpPr txBox="1"/>
            <p:nvPr/>
          </p:nvSpPr>
          <p:spPr>
            <a:xfrm>
              <a:off x="3273995" y="5934501"/>
              <a:ext cx="16265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PCS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운전상태</a:t>
              </a:r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C0669245-B77E-4DCF-B795-05F201CF6B2B}"/>
                </a:ext>
              </a:extLst>
            </p:cNvPr>
            <p:cNvSpPr txBox="1"/>
            <p:nvPr/>
          </p:nvSpPr>
          <p:spPr>
            <a:xfrm>
              <a:off x="3273995" y="6130791"/>
              <a:ext cx="16265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algn="ctr">
                <a:defRPr sz="800">
                  <a:solidFill>
                    <a:schemeClr val="tx1">
                      <a:lumMod val="65000"/>
                      <a:lumOff val="35000"/>
                    </a:schemeClr>
                  </a:solidFill>
                </a:defRPr>
              </a:lvl1pPr>
            </a:lstStyle>
            <a:p>
              <a:r>
                <a:rPr lang="en-US" altLang="ko-KR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BMS </a:t>
              </a:r>
              <a:r>
                <a:rPr lang="ko-KR" altLang="en-US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운전상태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21551A7-3B15-47F1-83C8-BA209224EC98}"/>
                </a:ext>
              </a:extLst>
            </p:cNvPr>
            <p:cNvSpPr txBox="1"/>
            <p:nvPr/>
          </p:nvSpPr>
          <p:spPr>
            <a:xfrm>
              <a:off x="3273995" y="6327431"/>
              <a:ext cx="16265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PV </a:t>
              </a:r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운전상태</a:t>
              </a:r>
            </a:p>
          </p:txBody>
        </p:sp>
        <p:cxnSp>
          <p:nvCxnSpPr>
            <p:cNvPr id="296" name="직선 연결선 295">
              <a:extLst>
                <a:ext uri="{FF2B5EF4-FFF2-40B4-BE49-F238E27FC236}">
                  <a16:creationId xmlns:a16="http://schemas.microsoft.com/office/drawing/2014/main" id="{86C56984-3B4E-44EA-9B46-D292E8EA1ECF}"/>
                </a:ext>
              </a:extLst>
            </p:cNvPr>
            <p:cNvCxnSpPr/>
            <p:nvPr/>
          </p:nvCxnSpPr>
          <p:spPr>
            <a:xfrm>
              <a:off x="3351557" y="6558263"/>
              <a:ext cx="1459461" cy="0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019258D7-A0A6-490C-8731-2DFB3ACF61C2}"/>
                </a:ext>
              </a:extLst>
            </p:cNvPr>
            <p:cNvSpPr txBox="1"/>
            <p:nvPr/>
          </p:nvSpPr>
          <p:spPr>
            <a:xfrm>
              <a:off x="3276437" y="6530301"/>
              <a:ext cx="16265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그룹 현황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0240023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3">
            <a:extLst>
              <a:ext uri="{FF2B5EF4-FFF2-40B4-BE49-F238E27FC236}">
                <a16:creationId xmlns:a16="http://schemas.microsoft.com/office/drawing/2014/main" id="{30C7996B-507A-4D77-B121-3E3A9AD2B4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693" y="748919"/>
            <a:ext cx="8208912" cy="4984323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grpSp>
        <p:nvGrpSpPr>
          <p:cNvPr id="81" name="그룹 80">
            <a:extLst>
              <a:ext uri="{FF2B5EF4-FFF2-40B4-BE49-F238E27FC236}">
                <a16:creationId xmlns:a16="http://schemas.microsoft.com/office/drawing/2014/main" id="{4A59795B-3463-4D99-9ECC-4FA0B285389E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1601754B-9F48-4F81-9364-FF4E53C7010A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D8207F64-C291-4C21-BE06-0579F16574C1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4989A223-57F0-43EA-9893-A8BA1B7A6AA6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D063DEA1-1C19-44CA-A628-FE49AE1435B1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436A406E-4A14-45F6-878D-51E48190C0E1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오늘의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사용량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사용량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5816263"/>
              </p:ext>
            </p:extLst>
          </p:nvPr>
        </p:nvGraphicFramePr>
        <p:xfrm>
          <a:off x="8469313" y="276225"/>
          <a:ext cx="1404000" cy="608793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1537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예측량은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단위로만 확인 가능</a:t>
                      </a:r>
                      <a:endParaRPr kumimoji="1" lang="en-US" altLang="ko-KR" sz="800" b="0" i="0" u="none" strike="sng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30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 적용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3, 4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항목에서 지정된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일정에 따라 사용량과 예측 사용량을 조회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ewpsp_scr_009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9" name="Picture 2">
            <a:extLst>
              <a:ext uri="{FF2B5EF4-FFF2-40B4-BE49-F238E27FC236}">
                <a16:creationId xmlns:a16="http://schemas.microsoft.com/office/drawing/2014/main" id="{A5A4328E-C6EA-49AE-A83D-F3BD29B91A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CBB7637B-68CB-4271-863D-C039EE6A4DD8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5AAE406-37F5-49EA-8C72-5BDEE600B5A4}"/>
              </a:ext>
            </a:extLst>
          </p:cNvPr>
          <p:cNvSpPr/>
          <p:nvPr/>
        </p:nvSpPr>
        <p:spPr>
          <a:xfrm>
            <a:off x="120419" y="1842984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D8D1D08-1BD2-4A0A-BFDB-7E18F6BB3656}"/>
              </a:ext>
            </a:extLst>
          </p:cNvPr>
          <p:cNvSpPr/>
          <p:nvPr/>
        </p:nvSpPr>
        <p:spPr>
          <a:xfrm>
            <a:off x="3584848" y="1643370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D01D5A5-3F68-416F-AD61-4CCC7C1CE4FD}"/>
              </a:ext>
            </a:extLst>
          </p:cNvPr>
          <p:cNvSpPr/>
          <p:nvPr/>
        </p:nvSpPr>
        <p:spPr>
          <a:xfrm>
            <a:off x="4304928" y="1643370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88B8C0-437F-49E6-8640-25D76C3BDC1D}"/>
              </a:ext>
            </a:extLst>
          </p:cNvPr>
          <p:cNvSpPr/>
          <p:nvPr/>
        </p:nvSpPr>
        <p:spPr>
          <a:xfrm>
            <a:off x="5567681" y="1643370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237713BB-EE4E-4A4E-BCF8-FF160F368697}"/>
              </a:ext>
            </a:extLst>
          </p:cNvPr>
          <p:cNvSpPr/>
          <p:nvPr/>
        </p:nvSpPr>
        <p:spPr>
          <a:xfrm>
            <a:off x="5855713" y="1643370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6D0A783A-455B-4479-8BB3-67E498D5F934}"/>
              </a:ext>
            </a:extLst>
          </p:cNvPr>
          <p:cNvSpPr/>
          <p:nvPr/>
        </p:nvSpPr>
        <p:spPr>
          <a:xfrm>
            <a:off x="6105128" y="1643370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E5C8C1D8-A0E7-4A72-A938-A93101859F9A}"/>
              </a:ext>
            </a:extLst>
          </p:cNvPr>
          <p:cNvSpPr/>
          <p:nvPr/>
        </p:nvSpPr>
        <p:spPr>
          <a:xfrm>
            <a:off x="7367881" y="1643370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32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2D2B0597-DE16-4B75-A420-9B7F45B581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8F9F64A4-D5B4-4033-BD73-810A97991BE0}"/>
              </a:ext>
            </a:extLst>
          </p:cNvPr>
          <p:cNvSpPr/>
          <p:nvPr/>
        </p:nvSpPr>
        <p:spPr>
          <a:xfrm>
            <a:off x="1239315" y="1711078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</a:t>
            </a:r>
            <a:r>
              <a:rPr lang="ko-KR" altLang="en-US" sz="900" dirty="0">
                <a:solidFill>
                  <a:schemeClr val="tx1"/>
                </a:solidFill>
              </a:rPr>
              <a:t>일 </a:t>
            </a:r>
            <a:r>
              <a:rPr lang="en-US" altLang="ko-KR" sz="900" dirty="0">
                <a:solidFill>
                  <a:schemeClr val="tx1"/>
                </a:solidFill>
              </a:rPr>
              <a:t>(</a:t>
            </a:r>
            <a:r>
              <a:rPr lang="ko-KR" altLang="en-US" sz="900" dirty="0">
                <a:solidFill>
                  <a:schemeClr val="tx1"/>
                </a:solidFill>
              </a:rPr>
              <a:t>오늘</a:t>
            </a:r>
            <a:r>
              <a:rPr lang="en-US" altLang="ko-KR" sz="900" dirty="0">
                <a:solidFill>
                  <a:schemeClr val="tx1"/>
                </a:solidFill>
              </a:rPr>
              <a:t>)   </a:t>
            </a:r>
            <a:r>
              <a:rPr lang="ko-KR" altLang="en-US" sz="900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E6B8ED62-B897-4808-A51D-E6A57F193C19}"/>
              </a:ext>
            </a:extLst>
          </p:cNvPr>
          <p:cNvSpPr/>
          <p:nvPr/>
        </p:nvSpPr>
        <p:spPr>
          <a:xfrm>
            <a:off x="2297791" y="1710233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 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08F4634D-DE8F-42B0-B735-5E8AB0F7ED85}"/>
              </a:ext>
            </a:extLst>
          </p:cNvPr>
          <p:cNvSpPr/>
          <p:nvPr/>
        </p:nvSpPr>
        <p:spPr>
          <a:xfrm>
            <a:off x="144465" y="1625550"/>
            <a:ext cx="1172273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오늘의 사용량</a:t>
            </a:r>
          </a:p>
        </p:txBody>
      </p: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7FD92239-2616-41E2-A902-58275B702A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055267"/>
              </p:ext>
            </p:extLst>
          </p:nvPr>
        </p:nvGraphicFramePr>
        <p:xfrm>
          <a:off x="306388" y="2283775"/>
          <a:ext cx="7886976" cy="2353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02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</a:tblGrid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B303CB75-BA82-4083-870C-5BA6EFB1432D}"/>
              </a:ext>
            </a:extLst>
          </p:cNvPr>
          <p:cNvCxnSpPr>
            <a:cxnSpLocks/>
          </p:cNvCxnSpPr>
          <p:nvPr/>
        </p:nvCxnSpPr>
        <p:spPr>
          <a:xfrm>
            <a:off x="1026468" y="2640780"/>
            <a:ext cx="716463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42899B62-231A-4C26-A360-FDAC103664A8}"/>
              </a:ext>
            </a:extLst>
          </p:cNvPr>
          <p:cNvCxnSpPr>
            <a:cxnSpLocks/>
          </p:cNvCxnSpPr>
          <p:nvPr/>
        </p:nvCxnSpPr>
        <p:spPr>
          <a:xfrm>
            <a:off x="1026468" y="3576884"/>
            <a:ext cx="716463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519E5EFE-B765-4CC0-A654-89A35CEA44B4}"/>
              </a:ext>
            </a:extLst>
          </p:cNvPr>
          <p:cNvCxnSpPr>
            <a:cxnSpLocks/>
          </p:cNvCxnSpPr>
          <p:nvPr/>
        </p:nvCxnSpPr>
        <p:spPr>
          <a:xfrm>
            <a:off x="3822994" y="2283776"/>
            <a:ext cx="0" cy="215720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CAB8C200-A8D4-47EA-BD6A-3934DE386149}"/>
              </a:ext>
            </a:extLst>
          </p:cNvPr>
          <p:cNvGrpSpPr/>
          <p:nvPr/>
        </p:nvGrpSpPr>
        <p:grpSpPr>
          <a:xfrm>
            <a:off x="317412" y="5449293"/>
            <a:ext cx="862386" cy="211955"/>
            <a:chOff x="4861742" y="3907374"/>
            <a:chExt cx="862386" cy="211955"/>
          </a:xfrm>
        </p:grpSpPr>
        <p:pic>
          <p:nvPicPr>
            <p:cNvPr id="43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53604D2-F5EC-41A4-A824-3472B1F771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16B6DFC4-6102-4BA3-87CD-D8C5349FB8B2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B0524D38-1958-428F-A781-69F0580431F4}"/>
              </a:ext>
            </a:extLst>
          </p:cNvPr>
          <p:cNvGrpSpPr/>
          <p:nvPr/>
        </p:nvGrpSpPr>
        <p:grpSpPr>
          <a:xfrm>
            <a:off x="1252778" y="2541258"/>
            <a:ext cx="6778887" cy="1755929"/>
            <a:chOff x="1413934" y="2825423"/>
            <a:chExt cx="7084586" cy="1548992"/>
          </a:xfrm>
        </p:grpSpPr>
        <p:sp>
          <p:nvSpPr>
            <p:cNvPr id="46" name="자유형 10">
              <a:extLst>
                <a:ext uri="{FF2B5EF4-FFF2-40B4-BE49-F238E27FC236}">
                  <a16:creationId xmlns:a16="http://schemas.microsoft.com/office/drawing/2014/main" id="{7A5EC0C2-FE1F-43BD-A2E8-2566F9E09740}"/>
                </a:ext>
              </a:extLst>
            </p:cNvPr>
            <p:cNvSpPr/>
            <p:nvPr/>
          </p:nvSpPr>
          <p:spPr>
            <a:xfrm>
              <a:off x="1413934" y="3166369"/>
              <a:ext cx="2687266" cy="1208046"/>
            </a:xfrm>
            <a:custGeom>
              <a:avLst/>
              <a:gdLst>
                <a:gd name="connsiteX0" fmla="*/ 0 w 6477000"/>
                <a:gd name="connsiteY0" fmla="*/ 1208046 h 1208046"/>
                <a:gd name="connsiteX1" fmla="*/ 33867 w 6477000"/>
                <a:gd name="connsiteY1" fmla="*/ 1157246 h 1208046"/>
                <a:gd name="connsiteX2" fmla="*/ 67734 w 6477000"/>
                <a:gd name="connsiteY2" fmla="*/ 1140313 h 1208046"/>
                <a:gd name="connsiteX3" fmla="*/ 101600 w 6477000"/>
                <a:gd name="connsiteY3" fmla="*/ 1072580 h 1208046"/>
                <a:gd name="connsiteX4" fmla="*/ 118534 w 6477000"/>
                <a:gd name="connsiteY4" fmla="*/ 1055646 h 1208046"/>
                <a:gd name="connsiteX5" fmla="*/ 152400 w 6477000"/>
                <a:gd name="connsiteY5" fmla="*/ 937113 h 1208046"/>
                <a:gd name="connsiteX6" fmla="*/ 169334 w 6477000"/>
                <a:gd name="connsiteY6" fmla="*/ 903246 h 1208046"/>
                <a:gd name="connsiteX7" fmla="*/ 203200 w 6477000"/>
                <a:gd name="connsiteY7" fmla="*/ 818580 h 1208046"/>
                <a:gd name="connsiteX8" fmla="*/ 220134 w 6477000"/>
                <a:gd name="connsiteY8" fmla="*/ 801646 h 1208046"/>
                <a:gd name="connsiteX9" fmla="*/ 237067 w 6477000"/>
                <a:gd name="connsiteY9" fmla="*/ 750846 h 1208046"/>
                <a:gd name="connsiteX10" fmla="*/ 304800 w 6477000"/>
                <a:gd name="connsiteY10" fmla="*/ 750846 h 1208046"/>
                <a:gd name="connsiteX11" fmla="*/ 321734 w 6477000"/>
                <a:gd name="connsiteY11" fmla="*/ 767780 h 1208046"/>
                <a:gd name="connsiteX12" fmla="*/ 355600 w 6477000"/>
                <a:gd name="connsiteY12" fmla="*/ 784713 h 1208046"/>
                <a:gd name="connsiteX13" fmla="*/ 508000 w 6477000"/>
                <a:gd name="connsiteY13" fmla="*/ 750846 h 1208046"/>
                <a:gd name="connsiteX14" fmla="*/ 575734 w 6477000"/>
                <a:gd name="connsiteY14" fmla="*/ 716980 h 1208046"/>
                <a:gd name="connsiteX15" fmla="*/ 643467 w 6477000"/>
                <a:gd name="connsiteY15" fmla="*/ 683113 h 1208046"/>
                <a:gd name="connsiteX16" fmla="*/ 677334 w 6477000"/>
                <a:gd name="connsiteY16" fmla="*/ 666180 h 1208046"/>
                <a:gd name="connsiteX17" fmla="*/ 762000 w 6477000"/>
                <a:gd name="connsiteY17" fmla="*/ 615380 h 1208046"/>
                <a:gd name="connsiteX18" fmla="*/ 778934 w 6477000"/>
                <a:gd name="connsiteY18" fmla="*/ 598446 h 1208046"/>
                <a:gd name="connsiteX19" fmla="*/ 812800 w 6477000"/>
                <a:gd name="connsiteY19" fmla="*/ 581513 h 1208046"/>
                <a:gd name="connsiteX20" fmla="*/ 965200 w 6477000"/>
                <a:gd name="connsiteY20" fmla="*/ 598446 h 1208046"/>
                <a:gd name="connsiteX21" fmla="*/ 1032934 w 6477000"/>
                <a:gd name="connsiteY21" fmla="*/ 615380 h 1208046"/>
                <a:gd name="connsiteX22" fmla="*/ 1202267 w 6477000"/>
                <a:gd name="connsiteY22" fmla="*/ 598446 h 1208046"/>
                <a:gd name="connsiteX23" fmla="*/ 1270000 w 6477000"/>
                <a:gd name="connsiteY23" fmla="*/ 564580 h 1208046"/>
                <a:gd name="connsiteX24" fmla="*/ 1303867 w 6477000"/>
                <a:gd name="connsiteY24" fmla="*/ 547646 h 1208046"/>
                <a:gd name="connsiteX25" fmla="*/ 1354667 w 6477000"/>
                <a:gd name="connsiteY25" fmla="*/ 530713 h 1208046"/>
                <a:gd name="connsiteX26" fmla="*/ 1388534 w 6477000"/>
                <a:gd name="connsiteY26" fmla="*/ 513780 h 1208046"/>
                <a:gd name="connsiteX27" fmla="*/ 1557867 w 6477000"/>
                <a:gd name="connsiteY27" fmla="*/ 496846 h 1208046"/>
                <a:gd name="connsiteX28" fmla="*/ 1964267 w 6477000"/>
                <a:gd name="connsiteY28" fmla="*/ 462980 h 1208046"/>
                <a:gd name="connsiteX29" fmla="*/ 2082800 w 6477000"/>
                <a:gd name="connsiteY29" fmla="*/ 412180 h 1208046"/>
                <a:gd name="connsiteX30" fmla="*/ 2133600 w 6477000"/>
                <a:gd name="connsiteY30" fmla="*/ 361380 h 1208046"/>
                <a:gd name="connsiteX31" fmla="*/ 2150534 w 6477000"/>
                <a:gd name="connsiteY31" fmla="*/ 344446 h 1208046"/>
                <a:gd name="connsiteX32" fmla="*/ 2201334 w 6477000"/>
                <a:gd name="connsiteY32" fmla="*/ 310580 h 1208046"/>
                <a:gd name="connsiteX33" fmla="*/ 2455334 w 6477000"/>
                <a:gd name="connsiteY33" fmla="*/ 327513 h 1208046"/>
                <a:gd name="connsiteX34" fmla="*/ 2489200 w 6477000"/>
                <a:gd name="connsiteY34" fmla="*/ 361380 h 1208046"/>
                <a:gd name="connsiteX35" fmla="*/ 2624667 w 6477000"/>
                <a:gd name="connsiteY35" fmla="*/ 378313 h 1208046"/>
                <a:gd name="connsiteX36" fmla="*/ 2726267 w 6477000"/>
                <a:gd name="connsiteY36" fmla="*/ 395246 h 1208046"/>
                <a:gd name="connsiteX37" fmla="*/ 2980267 w 6477000"/>
                <a:gd name="connsiteY37" fmla="*/ 378313 h 1208046"/>
                <a:gd name="connsiteX38" fmla="*/ 3149600 w 6477000"/>
                <a:gd name="connsiteY38" fmla="*/ 344446 h 1208046"/>
                <a:gd name="connsiteX39" fmla="*/ 3183467 w 6477000"/>
                <a:gd name="connsiteY39" fmla="*/ 327513 h 1208046"/>
                <a:gd name="connsiteX40" fmla="*/ 3420534 w 6477000"/>
                <a:gd name="connsiteY40" fmla="*/ 344446 h 1208046"/>
                <a:gd name="connsiteX41" fmla="*/ 3589867 w 6477000"/>
                <a:gd name="connsiteY41" fmla="*/ 378313 h 1208046"/>
                <a:gd name="connsiteX42" fmla="*/ 3674534 w 6477000"/>
                <a:gd name="connsiteY42" fmla="*/ 395246 h 1208046"/>
                <a:gd name="connsiteX43" fmla="*/ 3877734 w 6477000"/>
                <a:gd name="connsiteY43" fmla="*/ 429113 h 1208046"/>
                <a:gd name="connsiteX44" fmla="*/ 4047067 w 6477000"/>
                <a:gd name="connsiteY44" fmla="*/ 462980 h 1208046"/>
                <a:gd name="connsiteX45" fmla="*/ 4284134 w 6477000"/>
                <a:gd name="connsiteY45" fmla="*/ 446046 h 1208046"/>
                <a:gd name="connsiteX46" fmla="*/ 4402667 w 6477000"/>
                <a:gd name="connsiteY46" fmla="*/ 412180 h 1208046"/>
                <a:gd name="connsiteX47" fmla="*/ 4436534 w 6477000"/>
                <a:gd name="connsiteY47" fmla="*/ 395246 h 1208046"/>
                <a:gd name="connsiteX48" fmla="*/ 4521200 w 6477000"/>
                <a:gd name="connsiteY48" fmla="*/ 378313 h 1208046"/>
                <a:gd name="connsiteX49" fmla="*/ 4605867 w 6477000"/>
                <a:gd name="connsiteY49" fmla="*/ 395246 h 1208046"/>
                <a:gd name="connsiteX50" fmla="*/ 4673600 w 6477000"/>
                <a:gd name="connsiteY50" fmla="*/ 412180 h 1208046"/>
                <a:gd name="connsiteX51" fmla="*/ 4859867 w 6477000"/>
                <a:gd name="connsiteY51" fmla="*/ 395246 h 1208046"/>
                <a:gd name="connsiteX52" fmla="*/ 4978400 w 6477000"/>
                <a:gd name="connsiteY52" fmla="*/ 361380 h 1208046"/>
                <a:gd name="connsiteX53" fmla="*/ 5080000 w 6477000"/>
                <a:gd name="connsiteY53" fmla="*/ 310580 h 1208046"/>
                <a:gd name="connsiteX54" fmla="*/ 5096934 w 6477000"/>
                <a:gd name="connsiteY54" fmla="*/ 293646 h 1208046"/>
                <a:gd name="connsiteX55" fmla="*/ 5130800 w 6477000"/>
                <a:gd name="connsiteY55" fmla="*/ 276713 h 1208046"/>
                <a:gd name="connsiteX56" fmla="*/ 5164667 w 6477000"/>
                <a:gd name="connsiteY56" fmla="*/ 242846 h 1208046"/>
                <a:gd name="connsiteX57" fmla="*/ 5181600 w 6477000"/>
                <a:gd name="connsiteY57" fmla="*/ 208980 h 1208046"/>
                <a:gd name="connsiteX58" fmla="*/ 5232400 w 6477000"/>
                <a:gd name="connsiteY58" fmla="*/ 192046 h 1208046"/>
                <a:gd name="connsiteX59" fmla="*/ 5401734 w 6477000"/>
                <a:gd name="connsiteY59" fmla="*/ 141246 h 1208046"/>
                <a:gd name="connsiteX60" fmla="*/ 5486400 w 6477000"/>
                <a:gd name="connsiteY60" fmla="*/ 107380 h 1208046"/>
                <a:gd name="connsiteX61" fmla="*/ 5537200 w 6477000"/>
                <a:gd name="connsiteY61" fmla="*/ 90446 h 1208046"/>
                <a:gd name="connsiteX62" fmla="*/ 5638800 w 6477000"/>
                <a:gd name="connsiteY62" fmla="*/ 107380 h 1208046"/>
                <a:gd name="connsiteX63" fmla="*/ 5672667 w 6477000"/>
                <a:gd name="connsiteY63" fmla="*/ 124313 h 1208046"/>
                <a:gd name="connsiteX64" fmla="*/ 5723467 w 6477000"/>
                <a:gd name="connsiteY64" fmla="*/ 141246 h 1208046"/>
                <a:gd name="connsiteX65" fmla="*/ 5757334 w 6477000"/>
                <a:gd name="connsiteY65" fmla="*/ 158180 h 1208046"/>
                <a:gd name="connsiteX66" fmla="*/ 5926667 w 6477000"/>
                <a:gd name="connsiteY66" fmla="*/ 175113 h 1208046"/>
                <a:gd name="connsiteX67" fmla="*/ 5994400 w 6477000"/>
                <a:gd name="connsiteY67" fmla="*/ 141246 h 1208046"/>
                <a:gd name="connsiteX68" fmla="*/ 6011334 w 6477000"/>
                <a:gd name="connsiteY68" fmla="*/ 124313 h 1208046"/>
                <a:gd name="connsiteX69" fmla="*/ 6079067 w 6477000"/>
                <a:gd name="connsiteY69" fmla="*/ 90446 h 1208046"/>
                <a:gd name="connsiteX70" fmla="*/ 6180667 w 6477000"/>
                <a:gd name="connsiteY70" fmla="*/ 39646 h 1208046"/>
                <a:gd name="connsiteX71" fmla="*/ 6316134 w 6477000"/>
                <a:gd name="connsiteY71" fmla="*/ 5780 h 1208046"/>
                <a:gd name="connsiteX72" fmla="*/ 6477000 w 6477000"/>
                <a:gd name="connsiteY72" fmla="*/ 5780 h 120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6477000" h="1208046">
                  <a:moveTo>
                    <a:pt x="0" y="1208046"/>
                  </a:moveTo>
                  <a:cubicBezTo>
                    <a:pt x="11289" y="1191113"/>
                    <a:pt x="19476" y="1171637"/>
                    <a:pt x="33867" y="1157246"/>
                  </a:cubicBezTo>
                  <a:cubicBezTo>
                    <a:pt x="42792" y="1148321"/>
                    <a:pt x="59849" y="1150169"/>
                    <a:pt x="67734" y="1140313"/>
                  </a:cubicBezTo>
                  <a:cubicBezTo>
                    <a:pt x="83503" y="1120602"/>
                    <a:pt x="83751" y="1090429"/>
                    <a:pt x="101600" y="1072580"/>
                  </a:cubicBezTo>
                  <a:lnTo>
                    <a:pt x="118534" y="1055646"/>
                  </a:lnTo>
                  <a:cubicBezTo>
                    <a:pt x="129237" y="1012832"/>
                    <a:pt x="136206" y="977598"/>
                    <a:pt x="152400" y="937113"/>
                  </a:cubicBezTo>
                  <a:cubicBezTo>
                    <a:pt x="157088" y="925394"/>
                    <a:pt x="164646" y="914965"/>
                    <a:pt x="169334" y="903246"/>
                  </a:cubicBezTo>
                  <a:cubicBezTo>
                    <a:pt x="183103" y="868824"/>
                    <a:pt x="183344" y="848364"/>
                    <a:pt x="203200" y="818580"/>
                  </a:cubicBezTo>
                  <a:cubicBezTo>
                    <a:pt x="207628" y="811938"/>
                    <a:pt x="214489" y="807291"/>
                    <a:pt x="220134" y="801646"/>
                  </a:cubicBezTo>
                  <a:cubicBezTo>
                    <a:pt x="225778" y="784713"/>
                    <a:pt x="226357" y="765125"/>
                    <a:pt x="237067" y="750846"/>
                  </a:cubicBezTo>
                  <a:cubicBezTo>
                    <a:pt x="259645" y="720743"/>
                    <a:pt x="282223" y="735794"/>
                    <a:pt x="304800" y="750846"/>
                  </a:cubicBezTo>
                  <a:cubicBezTo>
                    <a:pt x="311442" y="755274"/>
                    <a:pt x="315092" y="763352"/>
                    <a:pt x="321734" y="767780"/>
                  </a:cubicBezTo>
                  <a:cubicBezTo>
                    <a:pt x="332235" y="774781"/>
                    <a:pt x="344311" y="779069"/>
                    <a:pt x="355600" y="784713"/>
                  </a:cubicBezTo>
                  <a:cubicBezTo>
                    <a:pt x="378600" y="780113"/>
                    <a:pt x="480662" y="761098"/>
                    <a:pt x="508000" y="750846"/>
                  </a:cubicBezTo>
                  <a:cubicBezTo>
                    <a:pt x="531636" y="741983"/>
                    <a:pt x="553156" y="728269"/>
                    <a:pt x="575734" y="716980"/>
                  </a:cubicBezTo>
                  <a:lnTo>
                    <a:pt x="643467" y="683113"/>
                  </a:lnTo>
                  <a:lnTo>
                    <a:pt x="677334" y="666180"/>
                  </a:lnTo>
                  <a:cubicBezTo>
                    <a:pt x="712116" y="631396"/>
                    <a:pt x="687127" y="652816"/>
                    <a:pt x="762000" y="615380"/>
                  </a:cubicBezTo>
                  <a:cubicBezTo>
                    <a:pt x="769140" y="611810"/>
                    <a:pt x="772292" y="602874"/>
                    <a:pt x="778934" y="598446"/>
                  </a:cubicBezTo>
                  <a:cubicBezTo>
                    <a:pt x="789435" y="591445"/>
                    <a:pt x="801511" y="587157"/>
                    <a:pt x="812800" y="581513"/>
                  </a:cubicBezTo>
                  <a:cubicBezTo>
                    <a:pt x="863600" y="587157"/>
                    <a:pt x="914682" y="590674"/>
                    <a:pt x="965200" y="598446"/>
                  </a:cubicBezTo>
                  <a:cubicBezTo>
                    <a:pt x="988202" y="601985"/>
                    <a:pt x="1009661" y="615380"/>
                    <a:pt x="1032934" y="615380"/>
                  </a:cubicBezTo>
                  <a:cubicBezTo>
                    <a:pt x="1089660" y="615380"/>
                    <a:pt x="1145823" y="604091"/>
                    <a:pt x="1202267" y="598446"/>
                  </a:cubicBezTo>
                  <a:lnTo>
                    <a:pt x="1270000" y="564580"/>
                  </a:lnTo>
                  <a:cubicBezTo>
                    <a:pt x="1281289" y="558935"/>
                    <a:pt x="1291893" y="551637"/>
                    <a:pt x="1303867" y="547646"/>
                  </a:cubicBezTo>
                  <a:cubicBezTo>
                    <a:pt x="1320800" y="542002"/>
                    <a:pt x="1338094" y="537342"/>
                    <a:pt x="1354667" y="530713"/>
                  </a:cubicBezTo>
                  <a:cubicBezTo>
                    <a:pt x="1366386" y="526026"/>
                    <a:pt x="1376084" y="515855"/>
                    <a:pt x="1388534" y="513780"/>
                  </a:cubicBezTo>
                  <a:cubicBezTo>
                    <a:pt x="1444488" y="504454"/>
                    <a:pt x="1501488" y="503110"/>
                    <a:pt x="1557867" y="496846"/>
                  </a:cubicBezTo>
                  <a:cubicBezTo>
                    <a:pt x="1847460" y="464669"/>
                    <a:pt x="1519985" y="490747"/>
                    <a:pt x="1964267" y="462980"/>
                  </a:cubicBezTo>
                  <a:cubicBezTo>
                    <a:pt x="1994624" y="452860"/>
                    <a:pt x="2061878" y="433102"/>
                    <a:pt x="2082800" y="412180"/>
                  </a:cubicBezTo>
                  <a:lnTo>
                    <a:pt x="2133600" y="361380"/>
                  </a:lnTo>
                  <a:cubicBezTo>
                    <a:pt x="2139245" y="355735"/>
                    <a:pt x="2143394" y="348016"/>
                    <a:pt x="2150534" y="344446"/>
                  </a:cubicBezTo>
                  <a:cubicBezTo>
                    <a:pt x="2191540" y="323943"/>
                    <a:pt x="2175475" y="336437"/>
                    <a:pt x="2201334" y="310580"/>
                  </a:cubicBezTo>
                  <a:cubicBezTo>
                    <a:pt x="2286001" y="316224"/>
                    <a:pt x="2371771" y="312766"/>
                    <a:pt x="2455334" y="327513"/>
                  </a:cubicBezTo>
                  <a:cubicBezTo>
                    <a:pt x="2471056" y="330287"/>
                    <a:pt x="2473908" y="356793"/>
                    <a:pt x="2489200" y="361380"/>
                  </a:cubicBezTo>
                  <a:cubicBezTo>
                    <a:pt x="2532788" y="374456"/>
                    <a:pt x="2579617" y="371877"/>
                    <a:pt x="2624667" y="378313"/>
                  </a:cubicBezTo>
                  <a:cubicBezTo>
                    <a:pt x="2658656" y="383168"/>
                    <a:pt x="2692400" y="389602"/>
                    <a:pt x="2726267" y="395246"/>
                  </a:cubicBezTo>
                  <a:cubicBezTo>
                    <a:pt x="2810934" y="389602"/>
                    <a:pt x="2895761" y="385995"/>
                    <a:pt x="2980267" y="378313"/>
                  </a:cubicBezTo>
                  <a:cubicBezTo>
                    <a:pt x="3050826" y="371899"/>
                    <a:pt x="3090293" y="368169"/>
                    <a:pt x="3149600" y="344446"/>
                  </a:cubicBezTo>
                  <a:cubicBezTo>
                    <a:pt x="3161319" y="339759"/>
                    <a:pt x="3172178" y="333157"/>
                    <a:pt x="3183467" y="327513"/>
                  </a:cubicBezTo>
                  <a:cubicBezTo>
                    <a:pt x="3262489" y="333157"/>
                    <a:pt x="3341922" y="334620"/>
                    <a:pt x="3420534" y="344446"/>
                  </a:cubicBezTo>
                  <a:cubicBezTo>
                    <a:pt x="3477652" y="351586"/>
                    <a:pt x="3533423" y="367024"/>
                    <a:pt x="3589867" y="378313"/>
                  </a:cubicBezTo>
                  <a:lnTo>
                    <a:pt x="3674534" y="395246"/>
                  </a:lnTo>
                  <a:cubicBezTo>
                    <a:pt x="3741868" y="408713"/>
                    <a:pt x="3812590" y="407399"/>
                    <a:pt x="3877734" y="429113"/>
                  </a:cubicBezTo>
                  <a:cubicBezTo>
                    <a:pt x="3966398" y="458667"/>
                    <a:pt x="3910864" y="443522"/>
                    <a:pt x="4047067" y="462980"/>
                  </a:cubicBezTo>
                  <a:cubicBezTo>
                    <a:pt x="4126089" y="457335"/>
                    <a:pt x="4205395" y="454795"/>
                    <a:pt x="4284134" y="446046"/>
                  </a:cubicBezTo>
                  <a:cubicBezTo>
                    <a:pt x="4306365" y="443576"/>
                    <a:pt x="4377968" y="422060"/>
                    <a:pt x="4402667" y="412180"/>
                  </a:cubicBezTo>
                  <a:cubicBezTo>
                    <a:pt x="4414386" y="407492"/>
                    <a:pt x="4424398" y="398713"/>
                    <a:pt x="4436534" y="395246"/>
                  </a:cubicBezTo>
                  <a:cubicBezTo>
                    <a:pt x="4464207" y="387339"/>
                    <a:pt x="4492978" y="383957"/>
                    <a:pt x="4521200" y="378313"/>
                  </a:cubicBezTo>
                  <a:cubicBezTo>
                    <a:pt x="4549422" y="383957"/>
                    <a:pt x="4577771" y="389002"/>
                    <a:pt x="4605867" y="395246"/>
                  </a:cubicBezTo>
                  <a:cubicBezTo>
                    <a:pt x="4628585" y="400295"/>
                    <a:pt x="4650327" y="412180"/>
                    <a:pt x="4673600" y="412180"/>
                  </a:cubicBezTo>
                  <a:cubicBezTo>
                    <a:pt x="4735945" y="412180"/>
                    <a:pt x="4797778" y="400891"/>
                    <a:pt x="4859867" y="395246"/>
                  </a:cubicBezTo>
                  <a:cubicBezTo>
                    <a:pt x="4894236" y="386654"/>
                    <a:pt x="4944392" y="375955"/>
                    <a:pt x="4978400" y="361380"/>
                  </a:cubicBezTo>
                  <a:lnTo>
                    <a:pt x="5080000" y="310580"/>
                  </a:lnTo>
                  <a:cubicBezTo>
                    <a:pt x="5087140" y="307010"/>
                    <a:pt x="5090292" y="298074"/>
                    <a:pt x="5096934" y="293646"/>
                  </a:cubicBezTo>
                  <a:cubicBezTo>
                    <a:pt x="5107435" y="286645"/>
                    <a:pt x="5120703" y="284286"/>
                    <a:pt x="5130800" y="276713"/>
                  </a:cubicBezTo>
                  <a:cubicBezTo>
                    <a:pt x="5143572" y="267134"/>
                    <a:pt x="5157527" y="257126"/>
                    <a:pt x="5164667" y="242846"/>
                  </a:cubicBezTo>
                  <a:cubicBezTo>
                    <a:pt x="5170311" y="231557"/>
                    <a:pt x="5171503" y="216553"/>
                    <a:pt x="5181600" y="208980"/>
                  </a:cubicBezTo>
                  <a:cubicBezTo>
                    <a:pt x="5195879" y="198270"/>
                    <a:pt x="5215994" y="199077"/>
                    <a:pt x="5232400" y="192046"/>
                  </a:cubicBezTo>
                  <a:cubicBezTo>
                    <a:pt x="5389953" y="124524"/>
                    <a:pt x="5194837" y="187224"/>
                    <a:pt x="5401734" y="141246"/>
                  </a:cubicBezTo>
                  <a:cubicBezTo>
                    <a:pt x="5464915" y="127206"/>
                    <a:pt x="5436281" y="127428"/>
                    <a:pt x="5486400" y="107380"/>
                  </a:cubicBezTo>
                  <a:cubicBezTo>
                    <a:pt x="5502973" y="100751"/>
                    <a:pt x="5520267" y="96091"/>
                    <a:pt x="5537200" y="90446"/>
                  </a:cubicBezTo>
                  <a:cubicBezTo>
                    <a:pt x="5571067" y="96091"/>
                    <a:pt x="5605491" y="99053"/>
                    <a:pt x="5638800" y="107380"/>
                  </a:cubicBezTo>
                  <a:cubicBezTo>
                    <a:pt x="5651045" y="110441"/>
                    <a:pt x="5660948" y="119626"/>
                    <a:pt x="5672667" y="124313"/>
                  </a:cubicBezTo>
                  <a:cubicBezTo>
                    <a:pt x="5689240" y="130942"/>
                    <a:pt x="5706894" y="134617"/>
                    <a:pt x="5723467" y="141246"/>
                  </a:cubicBezTo>
                  <a:cubicBezTo>
                    <a:pt x="5735186" y="145934"/>
                    <a:pt x="5744884" y="156105"/>
                    <a:pt x="5757334" y="158180"/>
                  </a:cubicBezTo>
                  <a:cubicBezTo>
                    <a:pt x="5813288" y="167506"/>
                    <a:pt x="5870223" y="169469"/>
                    <a:pt x="5926667" y="175113"/>
                  </a:cubicBezTo>
                  <a:cubicBezTo>
                    <a:pt x="5949245" y="163824"/>
                    <a:pt x="5976550" y="159095"/>
                    <a:pt x="5994400" y="141246"/>
                  </a:cubicBezTo>
                  <a:cubicBezTo>
                    <a:pt x="6000045" y="135602"/>
                    <a:pt x="6004489" y="128420"/>
                    <a:pt x="6011334" y="124313"/>
                  </a:cubicBezTo>
                  <a:cubicBezTo>
                    <a:pt x="6032979" y="111326"/>
                    <a:pt x="6056489" y="101735"/>
                    <a:pt x="6079067" y="90446"/>
                  </a:cubicBezTo>
                  <a:lnTo>
                    <a:pt x="6180667" y="39646"/>
                  </a:lnTo>
                  <a:cubicBezTo>
                    <a:pt x="6222298" y="18830"/>
                    <a:pt x="6270978" y="17069"/>
                    <a:pt x="6316134" y="5780"/>
                  </a:cubicBezTo>
                  <a:cubicBezTo>
                    <a:pt x="6368155" y="-7225"/>
                    <a:pt x="6423378" y="5780"/>
                    <a:pt x="6477000" y="5780"/>
                  </a:cubicBezTo>
                </a:path>
              </a:pathLst>
            </a:custGeom>
            <a:ln w="12700">
              <a:solidFill>
                <a:srgbClr val="FF6600"/>
              </a:solidFill>
            </a:ln>
          </p:spPr>
          <p:style>
            <a:lnRef idx="1">
              <a:schemeClr val="accent6"/>
            </a:lnRef>
            <a:fillRef idx="0">
              <a:schemeClr val="accent6"/>
            </a:fillRef>
            <a:effectRef idx="0">
              <a:schemeClr val="accent6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7" name="자유형 83">
              <a:extLst>
                <a:ext uri="{FF2B5EF4-FFF2-40B4-BE49-F238E27FC236}">
                  <a16:creationId xmlns:a16="http://schemas.microsoft.com/office/drawing/2014/main" id="{91FE3F3F-F0A6-4EB7-A5CE-8BC3FDE7893E}"/>
                </a:ext>
              </a:extLst>
            </p:cNvPr>
            <p:cNvSpPr/>
            <p:nvPr/>
          </p:nvSpPr>
          <p:spPr>
            <a:xfrm>
              <a:off x="1437877" y="2831156"/>
              <a:ext cx="3422156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rgbClr val="92D05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8" name="자유형 33">
              <a:extLst>
                <a:ext uri="{FF2B5EF4-FFF2-40B4-BE49-F238E27FC236}">
                  <a16:creationId xmlns:a16="http://schemas.microsoft.com/office/drawing/2014/main" id="{41EEF61E-32C6-4758-BC68-75317C8BC4B0}"/>
                </a:ext>
              </a:extLst>
            </p:cNvPr>
            <p:cNvSpPr/>
            <p:nvPr/>
          </p:nvSpPr>
          <p:spPr>
            <a:xfrm flipH="1">
              <a:off x="4815075" y="2825423"/>
              <a:ext cx="3683445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rgbClr val="92D05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5FBF8E77-3D3D-481B-BCCC-B99DCA2CAEBB}"/>
              </a:ext>
            </a:extLst>
          </p:cNvPr>
          <p:cNvGrpSpPr/>
          <p:nvPr/>
        </p:nvGrpSpPr>
        <p:grpSpPr>
          <a:xfrm>
            <a:off x="5241032" y="5105645"/>
            <a:ext cx="2988332" cy="549089"/>
            <a:chOff x="4752020" y="5186415"/>
            <a:chExt cx="2988332" cy="549089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C43C8F1B-53C4-4734-A291-1C97A4BCD7CC}"/>
                </a:ext>
              </a:extLst>
            </p:cNvPr>
            <p:cNvSpPr/>
            <p:nvPr/>
          </p:nvSpPr>
          <p:spPr>
            <a:xfrm>
              <a:off x="6176879" y="5301208"/>
              <a:ext cx="612068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ko-KR" altLang="en-US" sz="700" b="1" dirty="0">
                  <a:solidFill>
                    <a:srgbClr val="FF6600"/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FA670A1B-5886-422C-BA85-396CA00FCE60}"/>
                </a:ext>
              </a:extLst>
            </p:cNvPr>
            <p:cNvSpPr/>
            <p:nvPr/>
          </p:nvSpPr>
          <p:spPr>
            <a:xfrm>
              <a:off x="6648434" y="5186415"/>
              <a:ext cx="894226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800</a:t>
              </a:r>
              <a:endParaRPr lang="ko-KR" altLang="en-US" sz="2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64023672-0DBE-4E68-BF92-33E62F3DD115}"/>
                </a:ext>
              </a:extLst>
            </p:cNvPr>
            <p:cNvSpPr/>
            <p:nvPr/>
          </p:nvSpPr>
          <p:spPr>
            <a:xfrm>
              <a:off x="7380312" y="5301208"/>
              <a:ext cx="36004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b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rgbClr val="FF6600"/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7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7AD2F1CE-40E8-4CFB-A0D9-BB0FE423CECE}"/>
                </a:ext>
              </a:extLst>
            </p:cNvPr>
            <p:cNvSpPr/>
            <p:nvPr/>
          </p:nvSpPr>
          <p:spPr>
            <a:xfrm>
              <a:off x="4752020" y="5301208"/>
              <a:ext cx="612068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ko-KR" altLang="en-US" sz="700" b="1" dirty="0">
                  <a:solidFill>
                    <a:srgbClr val="92D050"/>
                  </a:solidFill>
                  <a:latin typeface="맑은 고딕" pitchFamily="50" charset="-127"/>
                  <a:ea typeface="맑은 고딕" pitchFamily="50" charset="-127"/>
                </a:rPr>
                <a:t>예측 사용량</a:t>
              </a: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2A50C06C-1B1E-4515-80CE-A9E7D9C6F4AC}"/>
                </a:ext>
              </a:extLst>
            </p:cNvPr>
            <p:cNvSpPr/>
            <p:nvPr/>
          </p:nvSpPr>
          <p:spPr>
            <a:xfrm>
              <a:off x="5225946" y="5186415"/>
              <a:ext cx="894226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800</a:t>
              </a:r>
              <a:endParaRPr lang="ko-KR" altLang="en-US" sz="2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89D8F488-2A9D-42A1-907E-5FC1FAD4F9A8}"/>
                </a:ext>
              </a:extLst>
            </p:cNvPr>
            <p:cNvSpPr/>
            <p:nvPr/>
          </p:nvSpPr>
          <p:spPr>
            <a:xfrm>
              <a:off x="5964968" y="5301208"/>
              <a:ext cx="36004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b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rgbClr val="92D050"/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700" b="1" dirty="0">
                <a:solidFill>
                  <a:srgbClr val="92D05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6CBC5FAF-9C6B-40DC-9F3B-CE4C473D32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144453"/>
              </p:ext>
            </p:extLst>
          </p:nvPr>
        </p:nvGraphicFramePr>
        <p:xfrm>
          <a:off x="304132" y="4657004"/>
          <a:ext cx="7886975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25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오늘 사용량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540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520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750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예측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620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350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57" name="그룹 56">
            <a:extLst>
              <a:ext uri="{FF2B5EF4-FFF2-40B4-BE49-F238E27FC236}">
                <a16:creationId xmlns:a16="http://schemas.microsoft.com/office/drawing/2014/main" id="{5BCB447F-9DE7-4CFF-BE67-93A63D5BC6BA}"/>
              </a:ext>
            </a:extLst>
          </p:cNvPr>
          <p:cNvGrpSpPr/>
          <p:nvPr/>
        </p:nvGrpSpPr>
        <p:grpSpPr>
          <a:xfrm>
            <a:off x="1141334" y="5425538"/>
            <a:ext cx="859338" cy="222065"/>
            <a:chOff x="1309112" y="5497546"/>
            <a:chExt cx="859338" cy="222065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C9159D75-C699-4BCF-8683-62B774D63ADB}"/>
                </a:ext>
              </a:extLst>
            </p:cNvPr>
            <p:cNvSpPr txBox="1"/>
            <p:nvPr/>
          </p:nvSpPr>
          <p:spPr>
            <a:xfrm>
              <a:off x="1393511" y="5534945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그래프 변경하기</a:t>
              </a:r>
            </a:p>
          </p:txBody>
        </p:sp>
        <p:pic>
          <p:nvPicPr>
            <p:cNvPr id="59" name="Picture 2" descr="ê·¸ëíì ëí ì´ë¯¸ì§ ê²ìê²°ê³¼">
              <a:extLst>
                <a:ext uri="{FF2B5EF4-FFF2-40B4-BE49-F238E27FC236}">
                  <a16:creationId xmlns:a16="http://schemas.microsoft.com/office/drawing/2014/main" id="{A0DCCD3B-06CF-46B4-9970-A70380E64F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09112" y="5497546"/>
              <a:ext cx="214956" cy="21495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1234A855-73E9-4FF1-BC7D-6DFB4ABC7381}"/>
              </a:ext>
            </a:extLst>
          </p:cNvPr>
          <p:cNvCxnSpPr/>
          <p:nvPr/>
        </p:nvCxnSpPr>
        <p:spPr>
          <a:xfrm>
            <a:off x="5679180" y="2111068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8C6C1614-8940-4055-B65B-D2B6A25874F5}"/>
              </a:ext>
            </a:extLst>
          </p:cNvPr>
          <p:cNvSpPr/>
          <p:nvPr/>
        </p:nvSpPr>
        <p:spPr>
          <a:xfrm>
            <a:off x="6255244" y="198884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오늘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5BB85F6C-563A-4336-8745-5079DE55E49D}"/>
              </a:ext>
            </a:extLst>
          </p:cNvPr>
          <p:cNvCxnSpPr/>
          <p:nvPr/>
        </p:nvCxnSpPr>
        <p:spPr>
          <a:xfrm>
            <a:off x="6975324" y="2110499"/>
            <a:ext cx="504056" cy="0"/>
          </a:xfrm>
          <a:prstGeom prst="line">
            <a:avLst/>
          </a:prstGeom>
          <a:ln w="9525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54479CC-B926-4A0B-AF10-962AA314EC62}"/>
              </a:ext>
            </a:extLst>
          </p:cNvPr>
          <p:cNvSpPr/>
          <p:nvPr/>
        </p:nvSpPr>
        <p:spPr>
          <a:xfrm>
            <a:off x="7551388" y="1988271"/>
            <a:ext cx="917924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 사용량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92461F0-63AB-419F-B268-16C269F708B6}"/>
              </a:ext>
            </a:extLst>
          </p:cNvPr>
          <p:cNvSpPr txBox="1"/>
          <p:nvPr/>
        </p:nvSpPr>
        <p:spPr>
          <a:xfrm>
            <a:off x="7205161" y="508576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66" name="말풍선: 사각형 65">
            <a:extLst>
              <a:ext uri="{FF2B5EF4-FFF2-40B4-BE49-F238E27FC236}">
                <a16:creationId xmlns:a16="http://schemas.microsoft.com/office/drawing/2014/main" id="{30D06AA3-D2E8-4D55-B28F-BFFB9BBC1E4D}"/>
              </a:ext>
            </a:extLst>
          </p:cNvPr>
          <p:cNvSpPr/>
          <p:nvPr/>
        </p:nvSpPr>
        <p:spPr>
          <a:xfrm>
            <a:off x="2019706" y="2670195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오늘 사용량</a:t>
            </a: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2158083" y="150881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946071" y="13982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970499" y="13982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7439913" y="13982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144465" y="188892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064592" y="150881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EEE86E8E-C1DD-46E8-892A-6FBFF3DA8EB1}"/>
              </a:ext>
            </a:extLst>
          </p:cNvPr>
          <p:cNvSpPr/>
          <p:nvPr/>
        </p:nvSpPr>
        <p:spPr>
          <a:xfrm>
            <a:off x="7719699" y="1647250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  <a:endParaRPr lang="ko-KR" altLang="en-US" sz="105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EFDB71-6E56-42A4-86F6-93528BBDD1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1556065"/>
              </p:ext>
            </p:extLst>
          </p:nvPr>
        </p:nvGraphicFramePr>
        <p:xfrm>
          <a:off x="333290" y="5799587"/>
          <a:ext cx="4114985" cy="9096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예측량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~ 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 </a:t>
                      </a: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종료일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962852"/>
                  </a:ext>
                </a:extLst>
              </a:tr>
            </a:tbl>
          </a:graphicData>
        </a:graphic>
      </p:graphicFrame>
      <p:sp>
        <p:nvSpPr>
          <p:cNvPr id="68" name="타원형 설명선 225">
            <a:extLst>
              <a:ext uri="{FF2B5EF4-FFF2-40B4-BE49-F238E27FC236}">
                <a16:creationId xmlns:a16="http://schemas.microsoft.com/office/drawing/2014/main" id="{71768A76-98FD-494B-8D70-0F5ABCB1716E}"/>
              </a:ext>
            </a:extLst>
          </p:cNvPr>
          <p:cNvSpPr/>
          <p:nvPr/>
        </p:nvSpPr>
        <p:spPr>
          <a:xfrm>
            <a:off x="36465" y="578356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29C3A214-0DE0-4D8E-9E31-CE1CE33E17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1392047"/>
              </p:ext>
            </p:extLst>
          </p:nvPr>
        </p:nvGraphicFramePr>
        <p:xfrm>
          <a:off x="4563952" y="6035155"/>
          <a:ext cx="3788722" cy="6657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70" name="타원형 설명선 225">
            <a:extLst>
              <a:ext uri="{FF2B5EF4-FFF2-40B4-BE49-F238E27FC236}">
                <a16:creationId xmlns:a16="http://schemas.microsoft.com/office/drawing/2014/main" id="{A6150CA4-E2BC-4441-8A23-4148832F9C09}"/>
              </a:ext>
            </a:extLst>
          </p:cNvPr>
          <p:cNvSpPr/>
          <p:nvPr/>
        </p:nvSpPr>
        <p:spPr>
          <a:xfrm>
            <a:off x="4563284" y="580526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9776332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에너지 모니터링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오늘의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사용량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오늘의 사용량</a:t>
            </a: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3050775"/>
              </p:ext>
            </p:extLst>
          </p:nvPr>
        </p:nvGraphicFramePr>
        <p:xfrm>
          <a:off x="8469313" y="276225"/>
          <a:ext cx="1404000" cy="633177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1537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오늘의 사용량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오늘의 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예측 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마우스 커서를 그래프 영역에 위치 시키면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내용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항목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 안에 전력량은 다음 기준으로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MWh : 9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Wh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미만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변경하기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꺾은선 그래프를 막대 그래프로 변환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(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토글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형태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총 사용량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현재까지 각각의 총 사용량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6151440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ewpsp_scr_009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30C7996B-507A-4D77-B121-3E3A9AD2B4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693" y="748920"/>
            <a:ext cx="8208912" cy="5056344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A5A4328E-C6EA-49AE-A83D-F3BD29B91A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CBB7637B-68CB-4271-863D-C039EE6A4DD8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5AAE406-37F5-49EA-8C72-5BDEE600B5A4}"/>
              </a:ext>
            </a:extLst>
          </p:cNvPr>
          <p:cNvSpPr/>
          <p:nvPr/>
        </p:nvSpPr>
        <p:spPr>
          <a:xfrm>
            <a:off x="120419" y="1879232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D8D1D08-1BD2-4A0A-BFDB-7E18F6BB3656}"/>
              </a:ext>
            </a:extLst>
          </p:cNvPr>
          <p:cNvSpPr/>
          <p:nvPr/>
        </p:nvSpPr>
        <p:spPr>
          <a:xfrm>
            <a:off x="3584848" y="1574612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D01D5A5-3F68-416F-AD61-4CCC7C1CE4FD}"/>
              </a:ext>
            </a:extLst>
          </p:cNvPr>
          <p:cNvSpPr/>
          <p:nvPr/>
        </p:nvSpPr>
        <p:spPr>
          <a:xfrm>
            <a:off x="4304928" y="157461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88B8C0-437F-49E6-8640-25D76C3BDC1D}"/>
              </a:ext>
            </a:extLst>
          </p:cNvPr>
          <p:cNvSpPr/>
          <p:nvPr/>
        </p:nvSpPr>
        <p:spPr>
          <a:xfrm>
            <a:off x="5567681" y="157461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237713BB-EE4E-4A4E-BCF8-FF160F368697}"/>
              </a:ext>
            </a:extLst>
          </p:cNvPr>
          <p:cNvSpPr/>
          <p:nvPr/>
        </p:nvSpPr>
        <p:spPr>
          <a:xfrm>
            <a:off x="5855713" y="1574612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6D0A783A-455B-4479-8BB3-67E498D5F934}"/>
              </a:ext>
            </a:extLst>
          </p:cNvPr>
          <p:cNvSpPr/>
          <p:nvPr/>
        </p:nvSpPr>
        <p:spPr>
          <a:xfrm>
            <a:off x="6105128" y="157461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E5C8C1D8-A0E7-4A72-A938-A93101859F9A}"/>
              </a:ext>
            </a:extLst>
          </p:cNvPr>
          <p:cNvSpPr/>
          <p:nvPr/>
        </p:nvSpPr>
        <p:spPr>
          <a:xfrm>
            <a:off x="7367881" y="157461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32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2D2B0597-DE16-4B75-A420-9B7F45B581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8F9F64A4-D5B4-4033-BD73-810A97991BE0}"/>
              </a:ext>
            </a:extLst>
          </p:cNvPr>
          <p:cNvSpPr/>
          <p:nvPr/>
        </p:nvSpPr>
        <p:spPr>
          <a:xfrm>
            <a:off x="1239315" y="1642320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</a:t>
            </a:r>
            <a:r>
              <a:rPr lang="ko-KR" altLang="en-US" sz="900" dirty="0">
                <a:solidFill>
                  <a:schemeClr val="tx1"/>
                </a:solidFill>
              </a:rPr>
              <a:t>일 </a:t>
            </a:r>
            <a:r>
              <a:rPr lang="en-US" altLang="ko-KR" sz="900" dirty="0">
                <a:solidFill>
                  <a:schemeClr val="tx1"/>
                </a:solidFill>
              </a:rPr>
              <a:t>(</a:t>
            </a:r>
            <a:r>
              <a:rPr lang="ko-KR" altLang="en-US" sz="900" dirty="0">
                <a:solidFill>
                  <a:schemeClr val="tx1"/>
                </a:solidFill>
              </a:rPr>
              <a:t>오늘</a:t>
            </a:r>
            <a:r>
              <a:rPr lang="en-US" altLang="ko-KR" sz="900" dirty="0">
                <a:solidFill>
                  <a:schemeClr val="tx1"/>
                </a:solidFill>
              </a:rPr>
              <a:t>)   </a:t>
            </a:r>
            <a:r>
              <a:rPr lang="ko-KR" altLang="en-US" sz="900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E6B8ED62-B897-4808-A51D-E6A57F193C19}"/>
              </a:ext>
            </a:extLst>
          </p:cNvPr>
          <p:cNvSpPr/>
          <p:nvPr/>
        </p:nvSpPr>
        <p:spPr>
          <a:xfrm>
            <a:off x="2297791" y="1641475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 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08F4634D-DE8F-42B0-B735-5E8AB0F7ED85}"/>
              </a:ext>
            </a:extLst>
          </p:cNvPr>
          <p:cNvSpPr/>
          <p:nvPr/>
        </p:nvSpPr>
        <p:spPr>
          <a:xfrm>
            <a:off x="144465" y="1556792"/>
            <a:ext cx="1172273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오늘의 사용량</a:t>
            </a:r>
          </a:p>
        </p:txBody>
      </p: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7FD92239-2616-41E2-A902-58275B702A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4304132"/>
              </p:ext>
            </p:extLst>
          </p:nvPr>
        </p:nvGraphicFramePr>
        <p:xfrm>
          <a:off x="306388" y="2320023"/>
          <a:ext cx="7886976" cy="2353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02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4032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</a:tblGrid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53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B303CB75-BA82-4083-870C-5BA6EFB1432D}"/>
              </a:ext>
            </a:extLst>
          </p:cNvPr>
          <p:cNvCxnSpPr>
            <a:cxnSpLocks/>
          </p:cNvCxnSpPr>
          <p:nvPr/>
        </p:nvCxnSpPr>
        <p:spPr>
          <a:xfrm>
            <a:off x="1026468" y="2677028"/>
            <a:ext cx="716463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42899B62-231A-4C26-A360-FDAC103664A8}"/>
              </a:ext>
            </a:extLst>
          </p:cNvPr>
          <p:cNvCxnSpPr>
            <a:cxnSpLocks/>
          </p:cNvCxnSpPr>
          <p:nvPr/>
        </p:nvCxnSpPr>
        <p:spPr>
          <a:xfrm>
            <a:off x="1026468" y="3613132"/>
            <a:ext cx="716463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519E5EFE-B765-4CC0-A654-89A35CEA44B4}"/>
              </a:ext>
            </a:extLst>
          </p:cNvPr>
          <p:cNvCxnSpPr>
            <a:cxnSpLocks/>
          </p:cNvCxnSpPr>
          <p:nvPr/>
        </p:nvCxnSpPr>
        <p:spPr>
          <a:xfrm>
            <a:off x="3822994" y="2320024"/>
            <a:ext cx="0" cy="215720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CAB8C200-A8D4-47EA-BD6A-3934DE386149}"/>
              </a:ext>
            </a:extLst>
          </p:cNvPr>
          <p:cNvGrpSpPr/>
          <p:nvPr/>
        </p:nvGrpSpPr>
        <p:grpSpPr>
          <a:xfrm>
            <a:off x="317412" y="5485541"/>
            <a:ext cx="862386" cy="211955"/>
            <a:chOff x="4861742" y="3907374"/>
            <a:chExt cx="862386" cy="211955"/>
          </a:xfrm>
        </p:grpSpPr>
        <p:pic>
          <p:nvPicPr>
            <p:cNvPr id="43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53604D2-F5EC-41A4-A824-3472B1F771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16B6DFC4-6102-4BA3-87CD-D8C5349FB8B2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B0524D38-1958-428F-A781-69F0580431F4}"/>
              </a:ext>
            </a:extLst>
          </p:cNvPr>
          <p:cNvGrpSpPr/>
          <p:nvPr/>
        </p:nvGrpSpPr>
        <p:grpSpPr>
          <a:xfrm>
            <a:off x="1252778" y="2577506"/>
            <a:ext cx="6778887" cy="1755929"/>
            <a:chOff x="1413934" y="2825423"/>
            <a:chExt cx="7084586" cy="1548992"/>
          </a:xfrm>
        </p:grpSpPr>
        <p:sp>
          <p:nvSpPr>
            <p:cNvPr id="46" name="자유형 10">
              <a:extLst>
                <a:ext uri="{FF2B5EF4-FFF2-40B4-BE49-F238E27FC236}">
                  <a16:creationId xmlns:a16="http://schemas.microsoft.com/office/drawing/2014/main" id="{7A5EC0C2-FE1F-43BD-A2E8-2566F9E09740}"/>
                </a:ext>
              </a:extLst>
            </p:cNvPr>
            <p:cNvSpPr/>
            <p:nvPr/>
          </p:nvSpPr>
          <p:spPr>
            <a:xfrm>
              <a:off x="1413934" y="3166369"/>
              <a:ext cx="2687266" cy="1208046"/>
            </a:xfrm>
            <a:custGeom>
              <a:avLst/>
              <a:gdLst>
                <a:gd name="connsiteX0" fmla="*/ 0 w 6477000"/>
                <a:gd name="connsiteY0" fmla="*/ 1208046 h 1208046"/>
                <a:gd name="connsiteX1" fmla="*/ 33867 w 6477000"/>
                <a:gd name="connsiteY1" fmla="*/ 1157246 h 1208046"/>
                <a:gd name="connsiteX2" fmla="*/ 67734 w 6477000"/>
                <a:gd name="connsiteY2" fmla="*/ 1140313 h 1208046"/>
                <a:gd name="connsiteX3" fmla="*/ 101600 w 6477000"/>
                <a:gd name="connsiteY3" fmla="*/ 1072580 h 1208046"/>
                <a:gd name="connsiteX4" fmla="*/ 118534 w 6477000"/>
                <a:gd name="connsiteY4" fmla="*/ 1055646 h 1208046"/>
                <a:gd name="connsiteX5" fmla="*/ 152400 w 6477000"/>
                <a:gd name="connsiteY5" fmla="*/ 937113 h 1208046"/>
                <a:gd name="connsiteX6" fmla="*/ 169334 w 6477000"/>
                <a:gd name="connsiteY6" fmla="*/ 903246 h 1208046"/>
                <a:gd name="connsiteX7" fmla="*/ 203200 w 6477000"/>
                <a:gd name="connsiteY7" fmla="*/ 818580 h 1208046"/>
                <a:gd name="connsiteX8" fmla="*/ 220134 w 6477000"/>
                <a:gd name="connsiteY8" fmla="*/ 801646 h 1208046"/>
                <a:gd name="connsiteX9" fmla="*/ 237067 w 6477000"/>
                <a:gd name="connsiteY9" fmla="*/ 750846 h 1208046"/>
                <a:gd name="connsiteX10" fmla="*/ 304800 w 6477000"/>
                <a:gd name="connsiteY10" fmla="*/ 750846 h 1208046"/>
                <a:gd name="connsiteX11" fmla="*/ 321734 w 6477000"/>
                <a:gd name="connsiteY11" fmla="*/ 767780 h 1208046"/>
                <a:gd name="connsiteX12" fmla="*/ 355600 w 6477000"/>
                <a:gd name="connsiteY12" fmla="*/ 784713 h 1208046"/>
                <a:gd name="connsiteX13" fmla="*/ 508000 w 6477000"/>
                <a:gd name="connsiteY13" fmla="*/ 750846 h 1208046"/>
                <a:gd name="connsiteX14" fmla="*/ 575734 w 6477000"/>
                <a:gd name="connsiteY14" fmla="*/ 716980 h 1208046"/>
                <a:gd name="connsiteX15" fmla="*/ 643467 w 6477000"/>
                <a:gd name="connsiteY15" fmla="*/ 683113 h 1208046"/>
                <a:gd name="connsiteX16" fmla="*/ 677334 w 6477000"/>
                <a:gd name="connsiteY16" fmla="*/ 666180 h 1208046"/>
                <a:gd name="connsiteX17" fmla="*/ 762000 w 6477000"/>
                <a:gd name="connsiteY17" fmla="*/ 615380 h 1208046"/>
                <a:gd name="connsiteX18" fmla="*/ 778934 w 6477000"/>
                <a:gd name="connsiteY18" fmla="*/ 598446 h 1208046"/>
                <a:gd name="connsiteX19" fmla="*/ 812800 w 6477000"/>
                <a:gd name="connsiteY19" fmla="*/ 581513 h 1208046"/>
                <a:gd name="connsiteX20" fmla="*/ 965200 w 6477000"/>
                <a:gd name="connsiteY20" fmla="*/ 598446 h 1208046"/>
                <a:gd name="connsiteX21" fmla="*/ 1032934 w 6477000"/>
                <a:gd name="connsiteY21" fmla="*/ 615380 h 1208046"/>
                <a:gd name="connsiteX22" fmla="*/ 1202267 w 6477000"/>
                <a:gd name="connsiteY22" fmla="*/ 598446 h 1208046"/>
                <a:gd name="connsiteX23" fmla="*/ 1270000 w 6477000"/>
                <a:gd name="connsiteY23" fmla="*/ 564580 h 1208046"/>
                <a:gd name="connsiteX24" fmla="*/ 1303867 w 6477000"/>
                <a:gd name="connsiteY24" fmla="*/ 547646 h 1208046"/>
                <a:gd name="connsiteX25" fmla="*/ 1354667 w 6477000"/>
                <a:gd name="connsiteY25" fmla="*/ 530713 h 1208046"/>
                <a:gd name="connsiteX26" fmla="*/ 1388534 w 6477000"/>
                <a:gd name="connsiteY26" fmla="*/ 513780 h 1208046"/>
                <a:gd name="connsiteX27" fmla="*/ 1557867 w 6477000"/>
                <a:gd name="connsiteY27" fmla="*/ 496846 h 1208046"/>
                <a:gd name="connsiteX28" fmla="*/ 1964267 w 6477000"/>
                <a:gd name="connsiteY28" fmla="*/ 462980 h 1208046"/>
                <a:gd name="connsiteX29" fmla="*/ 2082800 w 6477000"/>
                <a:gd name="connsiteY29" fmla="*/ 412180 h 1208046"/>
                <a:gd name="connsiteX30" fmla="*/ 2133600 w 6477000"/>
                <a:gd name="connsiteY30" fmla="*/ 361380 h 1208046"/>
                <a:gd name="connsiteX31" fmla="*/ 2150534 w 6477000"/>
                <a:gd name="connsiteY31" fmla="*/ 344446 h 1208046"/>
                <a:gd name="connsiteX32" fmla="*/ 2201334 w 6477000"/>
                <a:gd name="connsiteY32" fmla="*/ 310580 h 1208046"/>
                <a:gd name="connsiteX33" fmla="*/ 2455334 w 6477000"/>
                <a:gd name="connsiteY33" fmla="*/ 327513 h 1208046"/>
                <a:gd name="connsiteX34" fmla="*/ 2489200 w 6477000"/>
                <a:gd name="connsiteY34" fmla="*/ 361380 h 1208046"/>
                <a:gd name="connsiteX35" fmla="*/ 2624667 w 6477000"/>
                <a:gd name="connsiteY35" fmla="*/ 378313 h 1208046"/>
                <a:gd name="connsiteX36" fmla="*/ 2726267 w 6477000"/>
                <a:gd name="connsiteY36" fmla="*/ 395246 h 1208046"/>
                <a:gd name="connsiteX37" fmla="*/ 2980267 w 6477000"/>
                <a:gd name="connsiteY37" fmla="*/ 378313 h 1208046"/>
                <a:gd name="connsiteX38" fmla="*/ 3149600 w 6477000"/>
                <a:gd name="connsiteY38" fmla="*/ 344446 h 1208046"/>
                <a:gd name="connsiteX39" fmla="*/ 3183467 w 6477000"/>
                <a:gd name="connsiteY39" fmla="*/ 327513 h 1208046"/>
                <a:gd name="connsiteX40" fmla="*/ 3420534 w 6477000"/>
                <a:gd name="connsiteY40" fmla="*/ 344446 h 1208046"/>
                <a:gd name="connsiteX41" fmla="*/ 3589867 w 6477000"/>
                <a:gd name="connsiteY41" fmla="*/ 378313 h 1208046"/>
                <a:gd name="connsiteX42" fmla="*/ 3674534 w 6477000"/>
                <a:gd name="connsiteY42" fmla="*/ 395246 h 1208046"/>
                <a:gd name="connsiteX43" fmla="*/ 3877734 w 6477000"/>
                <a:gd name="connsiteY43" fmla="*/ 429113 h 1208046"/>
                <a:gd name="connsiteX44" fmla="*/ 4047067 w 6477000"/>
                <a:gd name="connsiteY44" fmla="*/ 462980 h 1208046"/>
                <a:gd name="connsiteX45" fmla="*/ 4284134 w 6477000"/>
                <a:gd name="connsiteY45" fmla="*/ 446046 h 1208046"/>
                <a:gd name="connsiteX46" fmla="*/ 4402667 w 6477000"/>
                <a:gd name="connsiteY46" fmla="*/ 412180 h 1208046"/>
                <a:gd name="connsiteX47" fmla="*/ 4436534 w 6477000"/>
                <a:gd name="connsiteY47" fmla="*/ 395246 h 1208046"/>
                <a:gd name="connsiteX48" fmla="*/ 4521200 w 6477000"/>
                <a:gd name="connsiteY48" fmla="*/ 378313 h 1208046"/>
                <a:gd name="connsiteX49" fmla="*/ 4605867 w 6477000"/>
                <a:gd name="connsiteY49" fmla="*/ 395246 h 1208046"/>
                <a:gd name="connsiteX50" fmla="*/ 4673600 w 6477000"/>
                <a:gd name="connsiteY50" fmla="*/ 412180 h 1208046"/>
                <a:gd name="connsiteX51" fmla="*/ 4859867 w 6477000"/>
                <a:gd name="connsiteY51" fmla="*/ 395246 h 1208046"/>
                <a:gd name="connsiteX52" fmla="*/ 4978400 w 6477000"/>
                <a:gd name="connsiteY52" fmla="*/ 361380 h 1208046"/>
                <a:gd name="connsiteX53" fmla="*/ 5080000 w 6477000"/>
                <a:gd name="connsiteY53" fmla="*/ 310580 h 1208046"/>
                <a:gd name="connsiteX54" fmla="*/ 5096934 w 6477000"/>
                <a:gd name="connsiteY54" fmla="*/ 293646 h 1208046"/>
                <a:gd name="connsiteX55" fmla="*/ 5130800 w 6477000"/>
                <a:gd name="connsiteY55" fmla="*/ 276713 h 1208046"/>
                <a:gd name="connsiteX56" fmla="*/ 5164667 w 6477000"/>
                <a:gd name="connsiteY56" fmla="*/ 242846 h 1208046"/>
                <a:gd name="connsiteX57" fmla="*/ 5181600 w 6477000"/>
                <a:gd name="connsiteY57" fmla="*/ 208980 h 1208046"/>
                <a:gd name="connsiteX58" fmla="*/ 5232400 w 6477000"/>
                <a:gd name="connsiteY58" fmla="*/ 192046 h 1208046"/>
                <a:gd name="connsiteX59" fmla="*/ 5401734 w 6477000"/>
                <a:gd name="connsiteY59" fmla="*/ 141246 h 1208046"/>
                <a:gd name="connsiteX60" fmla="*/ 5486400 w 6477000"/>
                <a:gd name="connsiteY60" fmla="*/ 107380 h 1208046"/>
                <a:gd name="connsiteX61" fmla="*/ 5537200 w 6477000"/>
                <a:gd name="connsiteY61" fmla="*/ 90446 h 1208046"/>
                <a:gd name="connsiteX62" fmla="*/ 5638800 w 6477000"/>
                <a:gd name="connsiteY62" fmla="*/ 107380 h 1208046"/>
                <a:gd name="connsiteX63" fmla="*/ 5672667 w 6477000"/>
                <a:gd name="connsiteY63" fmla="*/ 124313 h 1208046"/>
                <a:gd name="connsiteX64" fmla="*/ 5723467 w 6477000"/>
                <a:gd name="connsiteY64" fmla="*/ 141246 h 1208046"/>
                <a:gd name="connsiteX65" fmla="*/ 5757334 w 6477000"/>
                <a:gd name="connsiteY65" fmla="*/ 158180 h 1208046"/>
                <a:gd name="connsiteX66" fmla="*/ 5926667 w 6477000"/>
                <a:gd name="connsiteY66" fmla="*/ 175113 h 1208046"/>
                <a:gd name="connsiteX67" fmla="*/ 5994400 w 6477000"/>
                <a:gd name="connsiteY67" fmla="*/ 141246 h 1208046"/>
                <a:gd name="connsiteX68" fmla="*/ 6011334 w 6477000"/>
                <a:gd name="connsiteY68" fmla="*/ 124313 h 1208046"/>
                <a:gd name="connsiteX69" fmla="*/ 6079067 w 6477000"/>
                <a:gd name="connsiteY69" fmla="*/ 90446 h 1208046"/>
                <a:gd name="connsiteX70" fmla="*/ 6180667 w 6477000"/>
                <a:gd name="connsiteY70" fmla="*/ 39646 h 1208046"/>
                <a:gd name="connsiteX71" fmla="*/ 6316134 w 6477000"/>
                <a:gd name="connsiteY71" fmla="*/ 5780 h 1208046"/>
                <a:gd name="connsiteX72" fmla="*/ 6477000 w 6477000"/>
                <a:gd name="connsiteY72" fmla="*/ 5780 h 120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6477000" h="1208046">
                  <a:moveTo>
                    <a:pt x="0" y="1208046"/>
                  </a:moveTo>
                  <a:cubicBezTo>
                    <a:pt x="11289" y="1191113"/>
                    <a:pt x="19476" y="1171637"/>
                    <a:pt x="33867" y="1157246"/>
                  </a:cubicBezTo>
                  <a:cubicBezTo>
                    <a:pt x="42792" y="1148321"/>
                    <a:pt x="59849" y="1150169"/>
                    <a:pt x="67734" y="1140313"/>
                  </a:cubicBezTo>
                  <a:cubicBezTo>
                    <a:pt x="83503" y="1120602"/>
                    <a:pt x="83751" y="1090429"/>
                    <a:pt x="101600" y="1072580"/>
                  </a:cubicBezTo>
                  <a:lnTo>
                    <a:pt x="118534" y="1055646"/>
                  </a:lnTo>
                  <a:cubicBezTo>
                    <a:pt x="129237" y="1012832"/>
                    <a:pt x="136206" y="977598"/>
                    <a:pt x="152400" y="937113"/>
                  </a:cubicBezTo>
                  <a:cubicBezTo>
                    <a:pt x="157088" y="925394"/>
                    <a:pt x="164646" y="914965"/>
                    <a:pt x="169334" y="903246"/>
                  </a:cubicBezTo>
                  <a:cubicBezTo>
                    <a:pt x="183103" y="868824"/>
                    <a:pt x="183344" y="848364"/>
                    <a:pt x="203200" y="818580"/>
                  </a:cubicBezTo>
                  <a:cubicBezTo>
                    <a:pt x="207628" y="811938"/>
                    <a:pt x="214489" y="807291"/>
                    <a:pt x="220134" y="801646"/>
                  </a:cubicBezTo>
                  <a:cubicBezTo>
                    <a:pt x="225778" y="784713"/>
                    <a:pt x="226357" y="765125"/>
                    <a:pt x="237067" y="750846"/>
                  </a:cubicBezTo>
                  <a:cubicBezTo>
                    <a:pt x="259645" y="720743"/>
                    <a:pt x="282223" y="735794"/>
                    <a:pt x="304800" y="750846"/>
                  </a:cubicBezTo>
                  <a:cubicBezTo>
                    <a:pt x="311442" y="755274"/>
                    <a:pt x="315092" y="763352"/>
                    <a:pt x="321734" y="767780"/>
                  </a:cubicBezTo>
                  <a:cubicBezTo>
                    <a:pt x="332235" y="774781"/>
                    <a:pt x="344311" y="779069"/>
                    <a:pt x="355600" y="784713"/>
                  </a:cubicBezTo>
                  <a:cubicBezTo>
                    <a:pt x="378600" y="780113"/>
                    <a:pt x="480662" y="761098"/>
                    <a:pt x="508000" y="750846"/>
                  </a:cubicBezTo>
                  <a:cubicBezTo>
                    <a:pt x="531636" y="741983"/>
                    <a:pt x="553156" y="728269"/>
                    <a:pt x="575734" y="716980"/>
                  </a:cubicBezTo>
                  <a:lnTo>
                    <a:pt x="643467" y="683113"/>
                  </a:lnTo>
                  <a:lnTo>
                    <a:pt x="677334" y="666180"/>
                  </a:lnTo>
                  <a:cubicBezTo>
                    <a:pt x="712116" y="631396"/>
                    <a:pt x="687127" y="652816"/>
                    <a:pt x="762000" y="615380"/>
                  </a:cubicBezTo>
                  <a:cubicBezTo>
                    <a:pt x="769140" y="611810"/>
                    <a:pt x="772292" y="602874"/>
                    <a:pt x="778934" y="598446"/>
                  </a:cubicBezTo>
                  <a:cubicBezTo>
                    <a:pt x="789435" y="591445"/>
                    <a:pt x="801511" y="587157"/>
                    <a:pt x="812800" y="581513"/>
                  </a:cubicBezTo>
                  <a:cubicBezTo>
                    <a:pt x="863600" y="587157"/>
                    <a:pt x="914682" y="590674"/>
                    <a:pt x="965200" y="598446"/>
                  </a:cubicBezTo>
                  <a:cubicBezTo>
                    <a:pt x="988202" y="601985"/>
                    <a:pt x="1009661" y="615380"/>
                    <a:pt x="1032934" y="615380"/>
                  </a:cubicBezTo>
                  <a:cubicBezTo>
                    <a:pt x="1089660" y="615380"/>
                    <a:pt x="1145823" y="604091"/>
                    <a:pt x="1202267" y="598446"/>
                  </a:cubicBezTo>
                  <a:lnTo>
                    <a:pt x="1270000" y="564580"/>
                  </a:lnTo>
                  <a:cubicBezTo>
                    <a:pt x="1281289" y="558935"/>
                    <a:pt x="1291893" y="551637"/>
                    <a:pt x="1303867" y="547646"/>
                  </a:cubicBezTo>
                  <a:cubicBezTo>
                    <a:pt x="1320800" y="542002"/>
                    <a:pt x="1338094" y="537342"/>
                    <a:pt x="1354667" y="530713"/>
                  </a:cubicBezTo>
                  <a:cubicBezTo>
                    <a:pt x="1366386" y="526026"/>
                    <a:pt x="1376084" y="515855"/>
                    <a:pt x="1388534" y="513780"/>
                  </a:cubicBezTo>
                  <a:cubicBezTo>
                    <a:pt x="1444488" y="504454"/>
                    <a:pt x="1501488" y="503110"/>
                    <a:pt x="1557867" y="496846"/>
                  </a:cubicBezTo>
                  <a:cubicBezTo>
                    <a:pt x="1847460" y="464669"/>
                    <a:pt x="1519985" y="490747"/>
                    <a:pt x="1964267" y="462980"/>
                  </a:cubicBezTo>
                  <a:cubicBezTo>
                    <a:pt x="1994624" y="452860"/>
                    <a:pt x="2061878" y="433102"/>
                    <a:pt x="2082800" y="412180"/>
                  </a:cubicBezTo>
                  <a:lnTo>
                    <a:pt x="2133600" y="361380"/>
                  </a:lnTo>
                  <a:cubicBezTo>
                    <a:pt x="2139245" y="355735"/>
                    <a:pt x="2143394" y="348016"/>
                    <a:pt x="2150534" y="344446"/>
                  </a:cubicBezTo>
                  <a:cubicBezTo>
                    <a:pt x="2191540" y="323943"/>
                    <a:pt x="2175475" y="336437"/>
                    <a:pt x="2201334" y="310580"/>
                  </a:cubicBezTo>
                  <a:cubicBezTo>
                    <a:pt x="2286001" y="316224"/>
                    <a:pt x="2371771" y="312766"/>
                    <a:pt x="2455334" y="327513"/>
                  </a:cubicBezTo>
                  <a:cubicBezTo>
                    <a:pt x="2471056" y="330287"/>
                    <a:pt x="2473908" y="356793"/>
                    <a:pt x="2489200" y="361380"/>
                  </a:cubicBezTo>
                  <a:cubicBezTo>
                    <a:pt x="2532788" y="374456"/>
                    <a:pt x="2579617" y="371877"/>
                    <a:pt x="2624667" y="378313"/>
                  </a:cubicBezTo>
                  <a:cubicBezTo>
                    <a:pt x="2658656" y="383168"/>
                    <a:pt x="2692400" y="389602"/>
                    <a:pt x="2726267" y="395246"/>
                  </a:cubicBezTo>
                  <a:cubicBezTo>
                    <a:pt x="2810934" y="389602"/>
                    <a:pt x="2895761" y="385995"/>
                    <a:pt x="2980267" y="378313"/>
                  </a:cubicBezTo>
                  <a:cubicBezTo>
                    <a:pt x="3050826" y="371899"/>
                    <a:pt x="3090293" y="368169"/>
                    <a:pt x="3149600" y="344446"/>
                  </a:cubicBezTo>
                  <a:cubicBezTo>
                    <a:pt x="3161319" y="339759"/>
                    <a:pt x="3172178" y="333157"/>
                    <a:pt x="3183467" y="327513"/>
                  </a:cubicBezTo>
                  <a:cubicBezTo>
                    <a:pt x="3262489" y="333157"/>
                    <a:pt x="3341922" y="334620"/>
                    <a:pt x="3420534" y="344446"/>
                  </a:cubicBezTo>
                  <a:cubicBezTo>
                    <a:pt x="3477652" y="351586"/>
                    <a:pt x="3533423" y="367024"/>
                    <a:pt x="3589867" y="378313"/>
                  </a:cubicBezTo>
                  <a:lnTo>
                    <a:pt x="3674534" y="395246"/>
                  </a:lnTo>
                  <a:cubicBezTo>
                    <a:pt x="3741868" y="408713"/>
                    <a:pt x="3812590" y="407399"/>
                    <a:pt x="3877734" y="429113"/>
                  </a:cubicBezTo>
                  <a:cubicBezTo>
                    <a:pt x="3966398" y="458667"/>
                    <a:pt x="3910864" y="443522"/>
                    <a:pt x="4047067" y="462980"/>
                  </a:cubicBezTo>
                  <a:cubicBezTo>
                    <a:pt x="4126089" y="457335"/>
                    <a:pt x="4205395" y="454795"/>
                    <a:pt x="4284134" y="446046"/>
                  </a:cubicBezTo>
                  <a:cubicBezTo>
                    <a:pt x="4306365" y="443576"/>
                    <a:pt x="4377968" y="422060"/>
                    <a:pt x="4402667" y="412180"/>
                  </a:cubicBezTo>
                  <a:cubicBezTo>
                    <a:pt x="4414386" y="407492"/>
                    <a:pt x="4424398" y="398713"/>
                    <a:pt x="4436534" y="395246"/>
                  </a:cubicBezTo>
                  <a:cubicBezTo>
                    <a:pt x="4464207" y="387339"/>
                    <a:pt x="4492978" y="383957"/>
                    <a:pt x="4521200" y="378313"/>
                  </a:cubicBezTo>
                  <a:cubicBezTo>
                    <a:pt x="4549422" y="383957"/>
                    <a:pt x="4577771" y="389002"/>
                    <a:pt x="4605867" y="395246"/>
                  </a:cubicBezTo>
                  <a:cubicBezTo>
                    <a:pt x="4628585" y="400295"/>
                    <a:pt x="4650327" y="412180"/>
                    <a:pt x="4673600" y="412180"/>
                  </a:cubicBezTo>
                  <a:cubicBezTo>
                    <a:pt x="4735945" y="412180"/>
                    <a:pt x="4797778" y="400891"/>
                    <a:pt x="4859867" y="395246"/>
                  </a:cubicBezTo>
                  <a:cubicBezTo>
                    <a:pt x="4894236" y="386654"/>
                    <a:pt x="4944392" y="375955"/>
                    <a:pt x="4978400" y="361380"/>
                  </a:cubicBezTo>
                  <a:lnTo>
                    <a:pt x="5080000" y="310580"/>
                  </a:lnTo>
                  <a:cubicBezTo>
                    <a:pt x="5087140" y="307010"/>
                    <a:pt x="5090292" y="298074"/>
                    <a:pt x="5096934" y="293646"/>
                  </a:cubicBezTo>
                  <a:cubicBezTo>
                    <a:pt x="5107435" y="286645"/>
                    <a:pt x="5120703" y="284286"/>
                    <a:pt x="5130800" y="276713"/>
                  </a:cubicBezTo>
                  <a:cubicBezTo>
                    <a:pt x="5143572" y="267134"/>
                    <a:pt x="5157527" y="257126"/>
                    <a:pt x="5164667" y="242846"/>
                  </a:cubicBezTo>
                  <a:cubicBezTo>
                    <a:pt x="5170311" y="231557"/>
                    <a:pt x="5171503" y="216553"/>
                    <a:pt x="5181600" y="208980"/>
                  </a:cubicBezTo>
                  <a:cubicBezTo>
                    <a:pt x="5195879" y="198270"/>
                    <a:pt x="5215994" y="199077"/>
                    <a:pt x="5232400" y="192046"/>
                  </a:cubicBezTo>
                  <a:cubicBezTo>
                    <a:pt x="5389953" y="124524"/>
                    <a:pt x="5194837" y="187224"/>
                    <a:pt x="5401734" y="141246"/>
                  </a:cubicBezTo>
                  <a:cubicBezTo>
                    <a:pt x="5464915" y="127206"/>
                    <a:pt x="5436281" y="127428"/>
                    <a:pt x="5486400" y="107380"/>
                  </a:cubicBezTo>
                  <a:cubicBezTo>
                    <a:pt x="5502973" y="100751"/>
                    <a:pt x="5520267" y="96091"/>
                    <a:pt x="5537200" y="90446"/>
                  </a:cubicBezTo>
                  <a:cubicBezTo>
                    <a:pt x="5571067" y="96091"/>
                    <a:pt x="5605491" y="99053"/>
                    <a:pt x="5638800" y="107380"/>
                  </a:cubicBezTo>
                  <a:cubicBezTo>
                    <a:pt x="5651045" y="110441"/>
                    <a:pt x="5660948" y="119626"/>
                    <a:pt x="5672667" y="124313"/>
                  </a:cubicBezTo>
                  <a:cubicBezTo>
                    <a:pt x="5689240" y="130942"/>
                    <a:pt x="5706894" y="134617"/>
                    <a:pt x="5723467" y="141246"/>
                  </a:cubicBezTo>
                  <a:cubicBezTo>
                    <a:pt x="5735186" y="145934"/>
                    <a:pt x="5744884" y="156105"/>
                    <a:pt x="5757334" y="158180"/>
                  </a:cubicBezTo>
                  <a:cubicBezTo>
                    <a:pt x="5813288" y="167506"/>
                    <a:pt x="5870223" y="169469"/>
                    <a:pt x="5926667" y="175113"/>
                  </a:cubicBezTo>
                  <a:cubicBezTo>
                    <a:pt x="5949245" y="163824"/>
                    <a:pt x="5976550" y="159095"/>
                    <a:pt x="5994400" y="141246"/>
                  </a:cubicBezTo>
                  <a:cubicBezTo>
                    <a:pt x="6000045" y="135602"/>
                    <a:pt x="6004489" y="128420"/>
                    <a:pt x="6011334" y="124313"/>
                  </a:cubicBezTo>
                  <a:cubicBezTo>
                    <a:pt x="6032979" y="111326"/>
                    <a:pt x="6056489" y="101735"/>
                    <a:pt x="6079067" y="90446"/>
                  </a:cubicBezTo>
                  <a:lnTo>
                    <a:pt x="6180667" y="39646"/>
                  </a:lnTo>
                  <a:cubicBezTo>
                    <a:pt x="6222298" y="18830"/>
                    <a:pt x="6270978" y="17069"/>
                    <a:pt x="6316134" y="5780"/>
                  </a:cubicBezTo>
                  <a:cubicBezTo>
                    <a:pt x="6368155" y="-7225"/>
                    <a:pt x="6423378" y="5780"/>
                    <a:pt x="6477000" y="5780"/>
                  </a:cubicBezTo>
                </a:path>
              </a:pathLst>
            </a:custGeom>
            <a:ln w="12700">
              <a:solidFill>
                <a:srgbClr val="FF6600"/>
              </a:solidFill>
            </a:ln>
          </p:spPr>
          <p:style>
            <a:lnRef idx="1">
              <a:schemeClr val="accent6"/>
            </a:lnRef>
            <a:fillRef idx="0">
              <a:schemeClr val="accent6"/>
            </a:fillRef>
            <a:effectRef idx="0">
              <a:schemeClr val="accent6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7" name="자유형 83">
              <a:extLst>
                <a:ext uri="{FF2B5EF4-FFF2-40B4-BE49-F238E27FC236}">
                  <a16:creationId xmlns:a16="http://schemas.microsoft.com/office/drawing/2014/main" id="{91FE3F3F-F0A6-4EB7-A5CE-8BC3FDE7893E}"/>
                </a:ext>
              </a:extLst>
            </p:cNvPr>
            <p:cNvSpPr/>
            <p:nvPr/>
          </p:nvSpPr>
          <p:spPr>
            <a:xfrm>
              <a:off x="1437877" y="2831156"/>
              <a:ext cx="3422156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rgbClr val="92D05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8" name="자유형 33">
              <a:extLst>
                <a:ext uri="{FF2B5EF4-FFF2-40B4-BE49-F238E27FC236}">
                  <a16:creationId xmlns:a16="http://schemas.microsoft.com/office/drawing/2014/main" id="{41EEF61E-32C6-4758-BC68-75317C8BC4B0}"/>
                </a:ext>
              </a:extLst>
            </p:cNvPr>
            <p:cNvSpPr/>
            <p:nvPr/>
          </p:nvSpPr>
          <p:spPr>
            <a:xfrm flipH="1">
              <a:off x="4815075" y="2825423"/>
              <a:ext cx="3683445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>
              <a:solidFill>
                <a:srgbClr val="92D05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5FBF8E77-3D3D-481B-BCCC-B99DCA2CAEBB}"/>
              </a:ext>
            </a:extLst>
          </p:cNvPr>
          <p:cNvGrpSpPr/>
          <p:nvPr/>
        </p:nvGrpSpPr>
        <p:grpSpPr>
          <a:xfrm>
            <a:off x="5241032" y="5141893"/>
            <a:ext cx="2988332" cy="549089"/>
            <a:chOff x="4752020" y="5186415"/>
            <a:chExt cx="2988332" cy="549089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C43C8F1B-53C4-4734-A291-1C97A4BCD7CC}"/>
                </a:ext>
              </a:extLst>
            </p:cNvPr>
            <p:cNvSpPr/>
            <p:nvPr/>
          </p:nvSpPr>
          <p:spPr>
            <a:xfrm>
              <a:off x="6176879" y="5301208"/>
              <a:ext cx="612068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ko-KR" altLang="en-US" sz="700" b="1" dirty="0">
                  <a:solidFill>
                    <a:srgbClr val="FF6600"/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FA670A1B-5886-422C-BA85-396CA00FCE60}"/>
                </a:ext>
              </a:extLst>
            </p:cNvPr>
            <p:cNvSpPr/>
            <p:nvPr/>
          </p:nvSpPr>
          <p:spPr>
            <a:xfrm>
              <a:off x="6648434" y="5186415"/>
              <a:ext cx="894226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800</a:t>
              </a:r>
              <a:endParaRPr lang="ko-KR" altLang="en-US" sz="2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64023672-0DBE-4E68-BF92-33E62F3DD115}"/>
                </a:ext>
              </a:extLst>
            </p:cNvPr>
            <p:cNvSpPr/>
            <p:nvPr/>
          </p:nvSpPr>
          <p:spPr>
            <a:xfrm>
              <a:off x="7380312" y="5301208"/>
              <a:ext cx="36004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b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rgbClr val="FF6600"/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7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7AD2F1CE-40E8-4CFB-A0D9-BB0FE423CECE}"/>
                </a:ext>
              </a:extLst>
            </p:cNvPr>
            <p:cNvSpPr/>
            <p:nvPr/>
          </p:nvSpPr>
          <p:spPr>
            <a:xfrm>
              <a:off x="4752020" y="5301208"/>
              <a:ext cx="612068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ko-KR" altLang="en-US" sz="700" b="1" dirty="0">
                  <a:solidFill>
                    <a:srgbClr val="92D050"/>
                  </a:solidFill>
                  <a:latin typeface="맑은 고딕" pitchFamily="50" charset="-127"/>
                  <a:ea typeface="맑은 고딕" pitchFamily="50" charset="-127"/>
                </a:rPr>
                <a:t>예측 사용량</a:t>
              </a: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2A50C06C-1B1E-4515-80CE-A9E7D9C6F4AC}"/>
                </a:ext>
              </a:extLst>
            </p:cNvPr>
            <p:cNvSpPr/>
            <p:nvPr/>
          </p:nvSpPr>
          <p:spPr>
            <a:xfrm>
              <a:off x="5225946" y="5186415"/>
              <a:ext cx="894226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800</a:t>
              </a:r>
              <a:endParaRPr lang="ko-KR" altLang="en-US" sz="2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89D8F488-2A9D-42A1-907E-5FC1FAD4F9A8}"/>
                </a:ext>
              </a:extLst>
            </p:cNvPr>
            <p:cNvSpPr/>
            <p:nvPr/>
          </p:nvSpPr>
          <p:spPr>
            <a:xfrm>
              <a:off x="5964968" y="5301208"/>
              <a:ext cx="36004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b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rgbClr val="92D050"/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700" b="1" dirty="0">
                <a:solidFill>
                  <a:srgbClr val="92D05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6CBC5FAF-9C6B-40DC-9F3B-CE4C473D32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0879528"/>
              </p:ext>
            </p:extLst>
          </p:nvPr>
        </p:nvGraphicFramePr>
        <p:xfrm>
          <a:off x="304132" y="4693252"/>
          <a:ext cx="7886975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25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4768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오늘 사용량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540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520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750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예측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620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350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92D05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57" name="그룹 56">
            <a:extLst>
              <a:ext uri="{FF2B5EF4-FFF2-40B4-BE49-F238E27FC236}">
                <a16:creationId xmlns:a16="http://schemas.microsoft.com/office/drawing/2014/main" id="{5BCB447F-9DE7-4CFF-BE67-93A63D5BC6BA}"/>
              </a:ext>
            </a:extLst>
          </p:cNvPr>
          <p:cNvGrpSpPr/>
          <p:nvPr/>
        </p:nvGrpSpPr>
        <p:grpSpPr>
          <a:xfrm>
            <a:off x="1141334" y="5461786"/>
            <a:ext cx="859338" cy="222065"/>
            <a:chOff x="1309112" y="5497546"/>
            <a:chExt cx="859338" cy="222065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C9159D75-C699-4BCF-8683-62B774D63ADB}"/>
                </a:ext>
              </a:extLst>
            </p:cNvPr>
            <p:cNvSpPr txBox="1"/>
            <p:nvPr/>
          </p:nvSpPr>
          <p:spPr>
            <a:xfrm>
              <a:off x="1393511" y="5534945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그래프 변경하기</a:t>
              </a:r>
            </a:p>
          </p:txBody>
        </p:sp>
        <p:pic>
          <p:nvPicPr>
            <p:cNvPr id="59" name="Picture 2" descr="ê·¸ëíì ëí ì´ë¯¸ì§ ê²ìê²°ê³¼">
              <a:extLst>
                <a:ext uri="{FF2B5EF4-FFF2-40B4-BE49-F238E27FC236}">
                  <a16:creationId xmlns:a16="http://schemas.microsoft.com/office/drawing/2014/main" id="{A0DCCD3B-06CF-46B4-9970-A70380E64F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09112" y="5497546"/>
              <a:ext cx="214956" cy="21495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1234A855-73E9-4FF1-BC7D-6DFB4ABC7381}"/>
              </a:ext>
            </a:extLst>
          </p:cNvPr>
          <p:cNvCxnSpPr/>
          <p:nvPr/>
        </p:nvCxnSpPr>
        <p:spPr>
          <a:xfrm>
            <a:off x="5679180" y="2114981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8C6C1614-8940-4055-B65B-D2B6A25874F5}"/>
              </a:ext>
            </a:extLst>
          </p:cNvPr>
          <p:cNvSpPr/>
          <p:nvPr/>
        </p:nvSpPr>
        <p:spPr>
          <a:xfrm>
            <a:off x="6255244" y="1992753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오늘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5BB85F6C-563A-4336-8745-5079DE55E49D}"/>
              </a:ext>
            </a:extLst>
          </p:cNvPr>
          <p:cNvCxnSpPr/>
          <p:nvPr/>
        </p:nvCxnSpPr>
        <p:spPr>
          <a:xfrm>
            <a:off x="6975324" y="2114412"/>
            <a:ext cx="504056" cy="0"/>
          </a:xfrm>
          <a:prstGeom prst="line">
            <a:avLst/>
          </a:prstGeom>
          <a:ln w="9525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54479CC-B926-4A0B-AF10-962AA314EC62}"/>
              </a:ext>
            </a:extLst>
          </p:cNvPr>
          <p:cNvSpPr/>
          <p:nvPr/>
        </p:nvSpPr>
        <p:spPr>
          <a:xfrm>
            <a:off x="7551388" y="1988840"/>
            <a:ext cx="917924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 사용량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92461F0-63AB-419F-B268-16C269F708B6}"/>
              </a:ext>
            </a:extLst>
          </p:cNvPr>
          <p:cNvSpPr txBox="1"/>
          <p:nvPr/>
        </p:nvSpPr>
        <p:spPr>
          <a:xfrm>
            <a:off x="7205161" y="5122012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sp>
        <p:nvSpPr>
          <p:cNvPr id="66" name="말풍선: 사각형 65">
            <a:extLst>
              <a:ext uri="{FF2B5EF4-FFF2-40B4-BE49-F238E27FC236}">
                <a16:creationId xmlns:a16="http://schemas.microsoft.com/office/drawing/2014/main" id="{30D06AA3-D2E8-4D55-B28F-BFFB9BBC1E4D}"/>
              </a:ext>
            </a:extLst>
          </p:cNvPr>
          <p:cNvSpPr/>
          <p:nvPr/>
        </p:nvSpPr>
        <p:spPr>
          <a:xfrm>
            <a:off x="2019706" y="2706443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오늘 사용량</a:t>
            </a: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kWh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46018" y="4565453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248" name="타원형 설명선 247"/>
          <p:cNvSpPr/>
          <p:nvPr/>
        </p:nvSpPr>
        <p:spPr>
          <a:xfrm>
            <a:off x="46018" y="235003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EEE86E8E-C1DD-46E8-892A-6FBFF3DA8EB1}"/>
              </a:ext>
            </a:extLst>
          </p:cNvPr>
          <p:cNvSpPr/>
          <p:nvPr/>
        </p:nvSpPr>
        <p:spPr>
          <a:xfrm>
            <a:off x="7719699" y="1578492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29C3A214-0DE0-4D8E-9E31-CE1CE33E17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5900926"/>
              </p:ext>
            </p:extLst>
          </p:nvPr>
        </p:nvGraphicFramePr>
        <p:xfrm>
          <a:off x="611258" y="6115923"/>
          <a:ext cx="3788722" cy="5438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후 추가 예정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70" name="타원형 설명선 225">
            <a:extLst>
              <a:ext uri="{FF2B5EF4-FFF2-40B4-BE49-F238E27FC236}">
                <a16:creationId xmlns:a16="http://schemas.microsoft.com/office/drawing/2014/main" id="{A6150CA4-E2BC-4441-8A23-4148832F9C09}"/>
              </a:ext>
            </a:extLst>
          </p:cNvPr>
          <p:cNvSpPr/>
          <p:nvPr/>
        </p:nvSpPr>
        <p:spPr>
          <a:xfrm>
            <a:off x="610590" y="588603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912459AA-AE8B-4FEC-AEF3-B04542519A20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B6659FA9-8EC9-41F1-A752-E369F68109F4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9A47B65A-970F-42C9-B519-D2A1B28EF3C6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E0E8B04F-03D8-4E86-990D-6EBDC7CB9E42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90C3FDC-419C-4E8E-8ADC-C2E5717AB828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31A83F80-D727-4FA4-96B7-219905165F76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83" name="타원형 설명선 246">
            <a:extLst>
              <a:ext uri="{FF2B5EF4-FFF2-40B4-BE49-F238E27FC236}">
                <a16:creationId xmlns:a16="http://schemas.microsoft.com/office/drawing/2014/main" id="{F89A90AF-027F-42C4-A610-62FA75D40F12}"/>
              </a:ext>
            </a:extLst>
          </p:cNvPr>
          <p:cNvSpPr/>
          <p:nvPr/>
        </p:nvSpPr>
        <p:spPr>
          <a:xfrm>
            <a:off x="6901878" y="494192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05">
            <a:extLst>
              <a:ext uri="{FF2B5EF4-FFF2-40B4-BE49-F238E27FC236}">
                <a16:creationId xmlns:a16="http://schemas.microsoft.com/office/drawing/2014/main" id="{405C694A-CA60-4698-A5DA-BD0C0B872825}"/>
              </a:ext>
            </a:extLst>
          </p:cNvPr>
          <p:cNvSpPr/>
          <p:nvPr/>
        </p:nvSpPr>
        <p:spPr>
          <a:xfrm>
            <a:off x="88132" y="5349164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10</a:t>
            </a:r>
            <a:endParaRPr lang="ko-KR" altLang="en-US" sz="900" b="1" dirty="0"/>
          </a:p>
        </p:txBody>
      </p:sp>
      <p:sp>
        <p:nvSpPr>
          <p:cNvPr id="68" name="타원형 설명선 205">
            <a:extLst>
              <a:ext uri="{FF2B5EF4-FFF2-40B4-BE49-F238E27FC236}">
                <a16:creationId xmlns:a16="http://schemas.microsoft.com/office/drawing/2014/main" id="{3BE64E2E-16C5-4EA9-8902-0C1C66E53ADE}"/>
              </a:ext>
            </a:extLst>
          </p:cNvPr>
          <p:cNvSpPr/>
          <p:nvPr/>
        </p:nvSpPr>
        <p:spPr>
          <a:xfrm>
            <a:off x="992560" y="5352163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11</a:t>
            </a:r>
            <a:endParaRPr lang="ko-KR" altLang="en-US" sz="900" b="1" dirty="0"/>
          </a:p>
        </p:txBody>
      </p:sp>
      <p:sp>
        <p:nvSpPr>
          <p:cNvPr id="71" name="말풍선: 모서리가 둥근 사각형 70">
            <a:extLst>
              <a:ext uri="{FF2B5EF4-FFF2-40B4-BE49-F238E27FC236}">
                <a16:creationId xmlns:a16="http://schemas.microsoft.com/office/drawing/2014/main" id="{CB3CF49C-C8DA-4BA0-A053-4E34F31BE0B1}"/>
              </a:ext>
            </a:extLst>
          </p:cNvPr>
          <p:cNvSpPr/>
          <p:nvPr/>
        </p:nvSpPr>
        <p:spPr>
          <a:xfrm>
            <a:off x="5790416" y="3767194"/>
            <a:ext cx="2425858" cy="704086"/>
          </a:xfrm>
          <a:prstGeom prst="wedgeRoundRectCallout">
            <a:avLst>
              <a:gd name="adj1" fmla="val -30153"/>
              <a:gd name="adj2" fmla="val 72017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데이터의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양이 많아 표가 좌우로 넓어질 경우 그래프 영역의 사이즈 만큼만 표시하고 하단에 계속 이어서 표시해야 함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 (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모든 화면 공통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타원형 설명선 205">
            <a:extLst>
              <a:ext uri="{FF2B5EF4-FFF2-40B4-BE49-F238E27FC236}">
                <a16:creationId xmlns:a16="http://schemas.microsoft.com/office/drawing/2014/main" id="{FCD57699-5DDF-4F79-81F0-A35A9CF9C7F3}"/>
              </a:ext>
            </a:extLst>
          </p:cNvPr>
          <p:cNvSpPr/>
          <p:nvPr/>
        </p:nvSpPr>
        <p:spPr>
          <a:xfrm>
            <a:off x="5054956" y="5287089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11</a:t>
            </a:r>
            <a:endParaRPr lang="ko-KR" altLang="en-US" sz="900" b="1" dirty="0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A58D70B-BFD3-4D4B-9FC1-455204DF7D3B}"/>
              </a:ext>
            </a:extLst>
          </p:cNvPr>
          <p:cNvSpPr/>
          <p:nvPr/>
        </p:nvSpPr>
        <p:spPr>
          <a:xfrm>
            <a:off x="5358402" y="5363731"/>
            <a:ext cx="2762950" cy="399887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말풍선: 모서리가 둥근 사각형 73">
            <a:extLst>
              <a:ext uri="{FF2B5EF4-FFF2-40B4-BE49-F238E27FC236}">
                <a16:creationId xmlns:a16="http://schemas.microsoft.com/office/drawing/2014/main" id="{9F3075BD-6F04-4F47-9F85-3FB616CF4344}"/>
              </a:ext>
            </a:extLst>
          </p:cNvPr>
          <p:cNvSpPr/>
          <p:nvPr/>
        </p:nvSpPr>
        <p:spPr>
          <a:xfrm>
            <a:off x="5430245" y="6013746"/>
            <a:ext cx="2425858" cy="704086"/>
          </a:xfrm>
          <a:prstGeom prst="wedgeRoundRectCallout">
            <a:avLst>
              <a:gd name="adj1" fmla="val 36384"/>
              <a:gd name="adj2" fmla="val -74793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기간이 오늘이 아닐 경우에는 기간 內 총 </a:t>
            </a:r>
            <a:r>
              <a:rPr kumimoji="1"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누적량이며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 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‘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현재 사용량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’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을 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‘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누적 사용량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’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으로 변경하여 표시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</p:txBody>
      </p:sp>
    </p:spTree>
    <p:extLst>
      <p:ext uri="{BB962C8B-B14F-4D97-AF65-F5344CB8AC3E}">
        <p14:creationId xmlns:p14="http://schemas.microsoft.com/office/powerpoint/2010/main" val="57160323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18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8827821"/>
              </p:ext>
            </p:extLst>
          </p:nvPr>
        </p:nvGraphicFramePr>
        <p:xfrm>
          <a:off x="8469313" y="276225"/>
          <a:ext cx="1404000" cy="562579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30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시작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종료 일정 설정하고 우측 조회 버튼 클릭하면 조회 및 갱신 진행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694628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C53B6F9B-B852-44E9-AD26-3C00436EB8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4845213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3CB063FB-9D03-4FB1-BBCE-9542A79652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88B3139A-EBA0-4706-BCCE-DF7A54C88773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0C3090A-E8C1-4504-B2A5-A3C508FC8672}"/>
              </a:ext>
            </a:extLst>
          </p:cNvPr>
          <p:cNvSpPr/>
          <p:nvPr/>
        </p:nvSpPr>
        <p:spPr>
          <a:xfrm>
            <a:off x="216315" y="1611103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피크 전력 현황</a:t>
            </a: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5F5B9ACA-8BAB-45A4-943D-628102BF3E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0825776"/>
              </p:ext>
            </p:extLst>
          </p:nvPr>
        </p:nvGraphicFramePr>
        <p:xfrm>
          <a:off x="308467" y="2407802"/>
          <a:ext cx="7812883" cy="18653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C2D4B861-7FFF-4AB4-9E13-4DB1C044BA3A}"/>
              </a:ext>
            </a:extLst>
          </p:cNvPr>
          <p:cNvCxnSpPr/>
          <p:nvPr/>
        </p:nvCxnSpPr>
        <p:spPr>
          <a:xfrm>
            <a:off x="5738847" y="2227495"/>
            <a:ext cx="468000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9D05311F-0A15-48DA-80A2-81E6F2587E91}"/>
              </a:ext>
            </a:extLst>
          </p:cNvPr>
          <p:cNvCxnSpPr/>
          <p:nvPr/>
        </p:nvCxnSpPr>
        <p:spPr>
          <a:xfrm>
            <a:off x="6950139" y="2227495"/>
            <a:ext cx="468000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F223203-D1AD-460A-BB87-25361D70E872}"/>
              </a:ext>
            </a:extLst>
          </p:cNvPr>
          <p:cNvSpPr/>
          <p:nvPr/>
        </p:nvSpPr>
        <p:spPr>
          <a:xfrm>
            <a:off x="5623118" y="5038995"/>
            <a:ext cx="1080120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9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현재 전력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F06CDE9-74A1-4983-A396-691D343B5319}"/>
              </a:ext>
            </a:extLst>
          </p:cNvPr>
          <p:cNvSpPr/>
          <p:nvPr/>
        </p:nvSpPr>
        <p:spPr>
          <a:xfrm>
            <a:off x="6594143" y="4966986"/>
            <a:ext cx="1242138" cy="5490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250</a:t>
            </a:r>
            <a:endParaRPr lang="ko-KR" altLang="en-US" sz="32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EC14C8C-AC01-4EBA-B2E8-EE0B390A2677}"/>
              </a:ext>
            </a:extLst>
          </p:cNvPr>
          <p:cNvSpPr/>
          <p:nvPr/>
        </p:nvSpPr>
        <p:spPr>
          <a:xfrm>
            <a:off x="7639342" y="5038995"/>
            <a:ext cx="360040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150000"/>
              </a:lnSpc>
            </a:pPr>
            <a:r>
              <a:rPr lang="en-US" altLang="ko-KR" sz="9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kW</a:t>
            </a:r>
            <a:endParaRPr lang="ko-KR" altLang="en-US" sz="900" b="1" dirty="0">
              <a:solidFill>
                <a:srgbClr val="FF66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056DD4C7-E5C4-4075-881D-9342C2C0B4E9}"/>
              </a:ext>
            </a:extLst>
          </p:cNvPr>
          <p:cNvSpPr/>
          <p:nvPr/>
        </p:nvSpPr>
        <p:spPr>
          <a:xfrm>
            <a:off x="120419" y="1928384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D508FA60-BCD2-4789-9FE0-773CF65B8B90}"/>
              </a:ext>
            </a:extLst>
          </p:cNvPr>
          <p:cNvCxnSpPr>
            <a:cxnSpLocks/>
          </p:cNvCxnSpPr>
          <p:nvPr/>
        </p:nvCxnSpPr>
        <p:spPr>
          <a:xfrm>
            <a:off x="1028548" y="2691223"/>
            <a:ext cx="7092804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1D0A5029-3276-42C6-9447-F6FF3341CCE5}"/>
              </a:ext>
            </a:extLst>
          </p:cNvPr>
          <p:cNvCxnSpPr>
            <a:cxnSpLocks/>
          </p:cNvCxnSpPr>
          <p:nvPr/>
        </p:nvCxnSpPr>
        <p:spPr>
          <a:xfrm>
            <a:off x="1028548" y="3250509"/>
            <a:ext cx="7092804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35" name="자유형 11">
            <a:extLst>
              <a:ext uri="{FF2B5EF4-FFF2-40B4-BE49-F238E27FC236}">
                <a16:creationId xmlns:a16="http://schemas.microsoft.com/office/drawing/2014/main" id="{C02FC60F-3318-42E6-9B8D-87DA9DA1B612}"/>
              </a:ext>
            </a:extLst>
          </p:cNvPr>
          <p:cNvSpPr/>
          <p:nvPr/>
        </p:nvSpPr>
        <p:spPr>
          <a:xfrm>
            <a:off x="1297191" y="3699500"/>
            <a:ext cx="3879493" cy="287867"/>
          </a:xfrm>
          <a:custGeom>
            <a:avLst/>
            <a:gdLst>
              <a:gd name="connsiteX0" fmla="*/ 0 w 3877733"/>
              <a:gd name="connsiteY0" fmla="*/ 287867 h 287867"/>
              <a:gd name="connsiteX1" fmla="*/ 406400 w 3877733"/>
              <a:gd name="connsiteY1" fmla="*/ 101600 h 287867"/>
              <a:gd name="connsiteX2" fmla="*/ 863600 w 3877733"/>
              <a:gd name="connsiteY2" fmla="*/ 254000 h 287867"/>
              <a:gd name="connsiteX3" fmla="*/ 1286933 w 3877733"/>
              <a:gd name="connsiteY3" fmla="*/ 0 h 287867"/>
              <a:gd name="connsiteX4" fmla="*/ 1676400 w 3877733"/>
              <a:gd name="connsiteY4" fmla="*/ 67734 h 287867"/>
              <a:gd name="connsiteX5" fmla="*/ 2150533 w 3877733"/>
              <a:gd name="connsiteY5" fmla="*/ 203200 h 287867"/>
              <a:gd name="connsiteX6" fmla="*/ 2607733 w 3877733"/>
              <a:gd name="connsiteY6" fmla="*/ 254000 h 287867"/>
              <a:gd name="connsiteX7" fmla="*/ 2997200 w 3877733"/>
              <a:gd name="connsiteY7" fmla="*/ 254000 h 287867"/>
              <a:gd name="connsiteX8" fmla="*/ 3488266 w 3877733"/>
              <a:gd name="connsiteY8" fmla="*/ 101600 h 287867"/>
              <a:gd name="connsiteX9" fmla="*/ 3877733 w 3877733"/>
              <a:gd name="connsiteY9" fmla="*/ 101600 h 287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877733" h="287867">
                <a:moveTo>
                  <a:pt x="0" y="287867"/>
                </a:moveTo>
                <a:lnTo>
                  <a:pt x="406400" y="101600"/>
                </a:lnTo>
                <a:lnTo>
                  <a:pt x="863600" y="254000"/>
                </a:lnTo>
                <a:lnTo>
                  <a:pt x="1286933" y="0"/>
                </a:lnTo>
                <a:lnTo>
                  <a:pt x="1676400" y="67734"/>
                </a:lnTo>
                <a:lnTo>
                  <a:pt x="2150533" y="203200"/>
                </a:lnTo>
                <a:lnTo>
                  <a:pt x="2607733" y="254000"/>
                </a:lnTo>
                <a:lnTo>
                  <a:pt x="2997200" y="254000"/>
                </a:lnTo>
                <a:lnTo>
                  <a:pt x="3488266" y="101600"/>
                </a:lnTo>
                <a:lnTo>
                  <a:pt x="3877733" y="101600"/>
                </a:lnTo>
              </a:path>
            </a:pathLst>
          </a:cu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387AEAE6-D135-41B0-9AA0-7A087D442CF4}"/>
              </a:ext>
            </a:extLst>
          </p:cNvPr>
          <p:cNvCxnSpPr>
            <a:cxnSpLocks/>
          </p:cNvCxnSpPr>
          <p:nvPr/>
        </p:nvCxnSpPr>
        <p:spPr>
          <a:xfrm>
            <a:off x="5166793" y="2407802"/>
            <a:ext cx="0" cy="182223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C2614470-1527-4CEA-A2AD-54BCAAF79B08}"/>
              </a:ext>
            </a:extLst>
          </p:cNvPr>
          <p:cNvGrpSpPr/>
          <p:nvPr/>
        </p:nvGrpSpPr>
        <p:grpSpPr>
          <a:xfrm>
            <a:off x="326114" y="5280069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1CA3EEB1-AC72-48D7-A259-76A1B60143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B23ABA4-9F0D-45AD-8BA6-8B867D15B7B1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0" name="말풍선: 사각형 39">
            <a:extLst>
              <a:ext uri="{FF2B5EF4-FFF2-40B4-BE49-F238E27FC236}">
                <a16:creationId xmlns:a16="http://schemas.microsoft.com/office/drawing/2014/main" id="{5890A3BC-DB2B-4AC4-A2F7-E81C55FD79CE}"/>
              </a:ext>
            </a:extLst>
          </p:cNvPr>
          <p:cNvSpPr/>
          <p:nvPr/>
        </p:nvSpPr>
        <p:spPr>
          <a:xfrm>
            <a:off x="2468708" y="3069363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1953316-CF55-4850-B275-3190BDEBE319}"/>
              </a:ext>
            </a:extLst>
          </p:cNvPr>
          <p:cNvSpPr/>
          <p:nvPr/>
        </p:nvSpPr>
        <p:spPr>
          <a:xfrm>
            <a:off x="3512840" y="1623764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DB12F6E-F8FA-494E-8425-ADB613B74512}"/>
              </a:ext>
            </a:extLst>
          </p:cNvPr>
          <p:cNvSpPr/>
          <p:nvPr/>
        </p:nvSpPr>
        <p:spPr>
          <a:xfrm>
            <a:off x="4232920" y="1623764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97DAAA3-1379-4242-9AD8-914FAC31FFAD}"/>
              </a:ext>
            </a:extLst>
          </p:cNvPr>
          <p:cNvSpPr/>
          <p:nvPr/>
        </p:nvSpPr>
        <p:spPr>
          <a:xfrm>
            <a:off x="5495673" y="1623764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4363B09-6436-44D5-ADF6-822692724A1A}"/>
              </a:ext>
            </a:extLst>
          </p:cNvPr>
          <p:cNvSpPr/>
          <p:nvPr/>
        </p:nvSpPr>
        <p:spPr>
          <a:xfrm>
            <a:off x="5783705" y="1623764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AFC74EB-9BBF-47A6-8417-8BAAB480D2F6}"/>
              </a:ext>
            </a:extLst>
          </p:cNvPr>
          <p:cNvSpPr/>
          <p:nvPr/>
        </p:nvSpPr>
        <p:spPr>
          <a:xfrm>
            <a:off x="6033120" y="1623764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AD23DBC-7E9F-4C15-8A9F-9C053660C2C9}"/>
              </a:ext>
            </a:extLst>
          </p:cNvPr>
          <p:cNvSpPr/>
          <p:nvPr/>
        </p:nvSpPr>
        <p:spPr>
          <a:xfrm>
            <a:off x="7295873" y="1623764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5561CC1F-7FFC-407E-83D6-9ADCD0443D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98453DFA-937E-4830-9F8D-7C8A36C6F222}"/>
              </a:ext>
            </a:extLst>
          </p:cNvPr>
          <p:cNvSpPr/>
          <p:nvPr/>
        </p:nvSpPr>
        <p:spPr>
          <a:xfrm>
            <a:off x="1239315" y="1691472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5DB6114-9F42-4030-9384-48482BFA4B52}"/>
              </a:ext>
            </a:extLst>
          </p:cNvPr>
          <p:cNvSpPr/>
          <p:nvPr/>
        </p:nvSpPr>
        <p:spPr>
          <a:xfrm>
            <a:off x="2297791" y="1690627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730940F6-EB57-4C2B-9700-3C87FC85E2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584059"/>
              </p:ext>
            </p:extLst>
          </p:nvPr>
        </p:nvGraphicFramePr>
        <p:xfrm>
          <a:off x="308467" y="4298930"/>
          <a:ext cx="7812880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49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현재 부하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예측 부하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180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240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270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420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8BA3294C-DF6C-45CC-978C-FCA17B414BA1}"/>
              </a:ext>
            </a:extLst>
          </p:cNvPr>
          <p:cNvCxnSpPr>
            <a:cxnSpLocks/>
          </p:cNvCxnSpPr>
          <p:nvPr/>
        </p:nvCxnSpPr>
        <p:spPr>
          <a:xfrm flipV="1">
            <a:off x="1297191" y="3454810"/>
            <a:ext cx="6832205" cy="532561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FAC369F9-8FC0-468D-BF8B-244B5D0F4EB0}"/>
              </a:ext>
            </a:extLst>
          </p:cNvPr>
          <p:cNvCxnSpPr>
            <a:cxnSpLocks/>
          </p:cNvCxnSpPr>
          <p:nvPr/>
        </p:nvCxnSpPr>
        <p:spPr>
          <a:xfrm>
            <a:off x="4242598" y="2227495"/>
            <a:ext cx="468000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9C8A516-A277-46F7-9650-1BABF6CCF9CE}"/>
              </a:ext>
            </a:extLst>
          </p:cNvPr>
          <p:cNvSpPr/>
          <p:nvPr/>
        </p:nvSpPr>
        <p:spPr>
          <a:xfrm>
            <a:off x="4665073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계약 전력</a:t>
            </a:r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4ACD527D-F864-4D1E-A768-DE6E4B78D9A3}"/>
              </a:ext>
            </a:extLst>
          </p:cNvPr>
          <p:cNvCxnSpPr>
            <a:cxnSpLocks/>
          </p:cNvCxnSpPr>
          <p:nvPr/>
        </p:nvCxnSpPr>
        <p:spPr>
          <a:xfrm>
            <a:off x="2792761" y="2227495"/>
            <a:ext cx="468000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49C599D-4358-4C4A-8BDA-C0581B76B2E3}"/>
              </a:ext>
            </a:extLst>
          </p:cNvPr>
          <p:cNvSpPr/>
          <p:nvPr/>
        </p:nvSpPr>
        <p:spPr>
          <a:xfrm>
            <a:off x="3243816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요금 적용 전력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56C53E8-EEA7-4445-A740-940DA921A033}"/>
              </a:ext>
            </a:extLst>
          </p:cNvPr>
          <p:cNvSpPr/>
          <p:nvPr/>
        </p:nvSpPr>
        <p:spPr>
          <a:xfrm>
            <a:off x="6177241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현재 부하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04CA35CB-F295-4C08-89A0-DCD0C1CD40A1}"/>
              </a:ext>
            </a:extLst>
          </p:cNvPr>
          <p:cNvSpPr/>
          <p:nvPr/>
        </p:nvSpPr>
        <p:spPr>
          <a:xfrm>
            <a:off x="7401376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 부하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85B1735-DF8C-464E-8808-120B70EF9690}"/>
              </a:ext>
            </a:extLst>
          </p:cNvPr>
          <p:cNvSpPr txBox="1"/>
          <p:nvPr/>
        </p:nvSpPr>
        <p:spPr>
          <a:xfrm>
            <a:off x="7116279" y="4706511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31EB5E68-77B3-4533-9C43-6B6A1CCA2FDA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B81371B7-B937-4619-AC2A-BB350823FDB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5C593014-570C-4F3D-9DFF-2AE464BB3129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CCE69BE7-DF34-47C3-96F0-FE75C28828DA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F8FF1F75-F1EA-4869-83C9-6EB98B746524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8CF4CC4B-9120-4643-B3D8-C6D3423B8F41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57" name="말풍선: 모서리가 둥근 사각형 56">
            <a:extLst>
              <a:ext uri="{FF2B5EF4-FFF2-40B4-BE49-F238E27FC236}">
                <a16:creationId xmlns:a16="http://schemas.microsoft.com/office/drawing/2014/main" id="{0F5A3A14-97BE-408E-B268-79BCB2C6E25E}"/>
              </a:ext>
            </a:extLst>
          </p:cNvPr>
          <p:cNvSpPr/>
          <p:nvPr/>
        </p:nvSpPr>
        <p:spPr>
          <a:xfrm>
            <a:off x="137637" y="1052736"/>
            <a:ext cx="1265293" cy="440284"/>
          </a:xfrm>
          <a:prstGeom prst="wedgeRoundRectCallout">
            <a:avLst>
              <a:gd name="adj1" fmla="val -6008"/>
              <a:gd name="adj2" fmla="val 94243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피크 전력 현황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으로 변경</a:t>
            </a:r>
          </a:p>
        </p:txBody>
      </p:sp>
      <p:sp>
        <p:nvSpPr>
          <p:cNvPr id="227" name="타원형 설명선 226"/>
          <p:cNvSpPr/>
          <p:nvPr/>
        </p:nvSpPr>
        <p:spPr>
          <a:xfrm>
            <a:off x="2288513" y="145459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799167" y="145633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969856" y="145239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399002" y="148659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7613D8EC-439F-4B98-B065-18225BF9D6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1137541"/>
              </p:ext>
            </p:extLst>
          </p:nvPr>
        </p:nvGraphicFramePr>
        <p:xfrm>
          <a:off x="333290" y="5799587"/>
          <a:ext cx="4114985" cy="7219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 부하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 부하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962852"/>
                  </a:ext>
                </a:extLst>
              </a:tr>
            </a:tbl>
          </a:graphicData>
        </a:graphic>
      </p:graphicFrame>
      <p:sp>
        <p:nvSpPr>
          <p:cNvPr id="72" name="타원형 설명선 225">
            <a:extLst>
              <a:ext uri="{FF2B5EF4-FFF2-40B4-BE49-F238E27FC236}">
                <a16:creationId xmlns:a16="http://schemas.microsoft.com/office/drawing/2014/main" id="{7B431328-1DFE-4D07-91CF-29D69DE70FEA}"/>
              </a:ext>
            </a:extLst>
          </p:cNvPr>
          <p:cNvSpPr/>
          <p:nvPr/>
        </p:nvSpPr>
        <p:spPr>
          <a:xfrm>
            <a:off x="36465" y="578356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3" name="표 72">
            <a:extLst>
              <a:ext uri="{FF2B5EF4-FFF2-40B4-BE49-F238E27FC236}">
                <a16:creationId xmlns:a16="http://schemas.microsoft.com/office/drawing/2014/main" id="{CDF63407-2BCD-4D76-AD1D-C1215852DB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8472960"/>
              </p:ext>
            </p:extLst>
          </p:nvPr>
        </p:nvGraphicFramePr>
        <p:xfrm>
          <a:off x="4563952" y="6035155"/>
          <a:ext cx="3788722" cy="6657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74" name="타원형 설명선 225">
            <a:extLst>
              <a:ext uri="{FF2B5EF4-FFF2-40B4-BE49-F238E27FC236}">
                <a16:creationId xmlns:a16="http://schemas.microsoft.com/office/drawing/2014/main" id="{4CEDB159-A9F6-49E6-B72C-6E01C8C72E6D}"/>
              </a:ext>
            </a:extLst>
          </p:cNvPr>
          <p:cNvSpPr/>
          <p:nvPr/>
        </p:nvSpPr>
        <p:spPr>
          <a:xfrm>
            <a:off x="4563284" y="580526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85E1575-63F6-4CC0-90D3-4CCB03B9D585}"/>
              </a:ext>
            </a:extLst>
          </p:cNvPr>
          <p:cNvSpPr txBox="1"/>
          <p:nvPr/>
        </p:nvSpPr>
        <p:spPr>
          <a:xfrm>
            <a:off x="1455008" y="6347120"/>
            <a:ext cx="2993268" cy="215444"/>
          </a:xfrm>
          <a:prstGeom prst="rect">
            <a:avLst/>
          </a:prstGeom>
          <a:solidFill>
            <a:schemeClr val="bg1"/>
          </a:solidFill>
          <a:ln w="6350"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스펙 확인 후 추가 예정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006586D8-0A22-4977-8F94-B63F1DDF3CD7}"/>
              </a:ext>
            </a:extLst>
          </p:cNvPr>
          <p:cNvSpPr txBox="1"/>
          <p:nvPr/>
        </p:nvSpPr>
        <p:spPr>
          <a:xfrm>
            <a:off x="5241032" y="6381889"/>
            <a:ext cx="3111642" cy="215444"/>
          </a:xfrm>
          <a:prstGeom prst="rect">
            <a:avLst/>
          </a:prstGeom>
          <a:solidFill>
            <a:schemeClr val="bg1"/>
          </a:solidFill>
          <a:ln w="6350"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스펙 확인 후 수정 예정</a:t>
            </a:r>
          </a:p>
        </p:txBody>
      </p:sp>
      <p:sp>
        <p:nvSpPr>
          <p:cNvPr id="76" name="타원형 설명선 245">
            <a:extLst>
              <a:ext uri="{FF2B5EF4-FFF2-40B4-BE49-F238E27FC236}">
                <a16:creationId xmlns:a16="http://schemas.microsoft.com/office/drawing/2014/main" id="{85CEC6C2-65F0-4A29-95DD-53D7692FB632}"/>
              </a:ext>
            </a:extLst>
          </p:cNvPr>
          <p:cNvSpPr/>
          <p:nvPr/>
        </p:nvSpPr>
        <p:spPr>
          <a:xfrm>
            <a:off x="184123" y="197713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16A208E1-6E95-454E-99B7-CB04A352A39C}"/>
              </a:ext>
            </a:extLst>
          </p:cNvPr>
          <p:cNvSpPr/>
          <p:nvPr/>
        </p:nvSpPr>
        <p:spPr>
          <a:xfrm>
            <a:off x="7610473" y="1626396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369629190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19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5343485"/>
              </p:ext>
            </p:extLst>
          </p:nvPr>
        </p:nvGraphicFramePr>
        <p:xfrm>
          <a:off x="8469313" y="276225"/>
          <a:ext cx="1404000" cy="630739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피크 전력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부하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예측 부하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내용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날짜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피크 전력량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설정과 상관 없이 그래프 내에서 최고 피크 전력량 위치에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툴팁을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지속적으로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827755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부하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 안에 부하는 다음 기준으로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MW : 9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W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미만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506819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4434396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전력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시점의 전력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기간이 오늘이 아닐 경우에는 기간 內 최고 피크 전력을 표시하고 </a:t>
                      </a:r>
                      <a:r>
                        <a:rPr kumimoji="1"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전력</a:t>
                      </a:r>
                      <a:r>
                        <a:rPr kumimoji="1"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을 </a:t>
                      </a:r>
                      <a:r>
                        <a:rPr kumimoji="1"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최고 전력</a:t>
                      </a:r>
                      <a:r>
                        <a:rPr kumimoji="1"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으로 변경하여 표시</a:t>
                      </a:r>
                      <a:endParaRPr kumimoji="1"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53487849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C53B6F9B-B852-44E9-AD26-3C00436EB8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4845213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3CB063FB-9D03-4FB1-BBCE-9542A79652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88B3139A-EBA0-4706-BCCE-DF7A54C88773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0C3090A-E8C1-4504-B2A5-A3C508FC8672}"/>
              </a:ext>
            </a:extLst>
          </p:cNvPr>
          <p:cNvSpPr/>
          <p:nvPr/>
        </p:nvSpPr>
        <p:spPr>
          <a:xfrm>
            <a:off x="216315" y="1611103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피크 전력 현황</a:t>
            </a: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5F5B9ACA-8BAB-45A4-943D-628102BF3E8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08467" y="2407802"/>
          <a:ext cx="7812883" cy="18653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C2D4B861-7FFF-4AB4-9E13-4DB1C044BA3A}"/>
              </a:ext>
            </a:extLst>
          </p:cNvPr>
          <p:cNvCxnSpPr/>
          <p:nvPr/>
        </p:nvCxnSpPr>
        <p:spPr>
          <a:xfrm>
            <a:off x="5738847" y="2227495"/>
            <a:ext cx="468000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9D05311F-0A15-48DA-80A2-81E6F2587E91}"/>
              </a:ext>
            </a:extLst>
          </p:cNvPr>
          <p:cNvCxnSpPr/>
          <p:nvPr/>
        </p:nvCxnSpPr>
        <p:spPr>
          <a:xfrm>
            <a:off x="6950139" y="2227495"/>
            <a:ext cx="468000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F223203-D1AD-460A-BB87-25361D70E872}"/>
              </a:ext>
            </a:extLst>
          </p:cNvPr>
          <p:cNvSpPr/>
          <p:nvPr/>
        </p:nvSpPr>
        <p:spPr>
          <a:xfrm>
            <a:off x="5623118" y="5038995"/>
            <a:ext cx="1080120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9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현재 전력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F06CDE9-74A1-4983-A396-691D343B5319}"/>
              </a:ext>
            </a:extLst>
          </p:cNvPr>
          <p:cNvSpPr/>
          <p:nvPr/>
        </p:nvSpPr>
        <p:spPr>
          <a:xfrm>
            <a:off x="6594143" y="4966986"/>
            <a:ext cx="1242138" cy="5490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250</a:t>
            </a:r>
            <a:endParaRPr lang="ko-KR" altLang="en-US" sz="32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EC14C8C-AC01-4EBA-B2E8-EE0B390A2677}"/>
              </a:ext>
            </a:extLst>
          </p:cNvPr>
          <p:cNvSpPr/>
          <p:nvPr/>
        </p:nvSpPr>
        <p:spPr>
          <a:xfrm>
            <a:off x="7639342" y="5038995"/>
            <a:ext cx="360040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150000"/>
              </a:lnSpc>
            </a:pPr>
            <a:r>
              <a:rPr lang="en-US" altLang="ko-KR" sz="9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kW</a:t>
            </a:r>
            <a:endParaRPr lang="ko-KR" altLang="en-US" sz="900" b="1" dirty="0">
              <a:solidFill>
                <a:srgbClr val="FF66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056DD4C7-E5C4-4075-881D-9342C2C0B4E9}"/>
              </a:ext>
            </a:extLst>
          </p:cNvPr>
          <p:cNvSpPr/>
          <p:nvPr/>
        </p:nvSpPr>
        <p:spPr>
          <a:xfrm>
            <a:off x="120419" y="1928384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D508FA60-BCD2-4789-9FE0-773CF65B8B90}"/>
              </a:ext>
            </a:extLst>
          </p:cNvPr>
          <p:cNvCxnSpPr>
            <a:cxnSpLocks/>
          </p:cNvCxnSpPr>
          <p:nvPr/>
        </p:nvCxnSpPr>
        <p:spPr>
          <a:xfrm>
            <a:off x="1028548" y="2691223"/>
            <a:ext cx="7092804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1D0A5029-3276-42C6-9447-F6FF3341CCE5}"/>
              </a:ext>
            </a:extLst>
          </p:cNvPr>
          <p:cNvCxnSpPr>
            <a:cxnSpLocks/>
          </p:cNvCxnSpPr>
          <p:nvPr/>
        </p:nvCxnSpPr>
        <p:spPr>
          <a:xfrm>
            <a:off x="1028548" y="3250509"/>
            <a:ext cx="7092804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35" name="자유형 11">
            <a:extLst>
              <a:ext uri="{FF2B5EF4-FFF2-40B4-BE49-F238E27FC236}">
                <a16:creationId xmlns:a16="http://schemas.microsoft.com/office/drawing/2014/main" id="{C02FC60F-3318-42E6-9B8D-87DA9DA1B612}"/>
              </a:ext>
            </a:extLst>
          </p:cNvPr>
          <p:cNvSpPr/>
          <p:nvPr/>
        </p:nvSpPr>
        <p:spPr>
          <a:xfrm>
            <a:off x="1297191" y="3699500"/>
            <a:ext cx="3879493" cy="287867"/>
          </a:xfrm>
          <a:custGeom>
            <a:avLst/>
            <a:gdLst>
              <a:gd name="connsiteX0" fmla="*/ 0 w 3877733"/>
              <a:gd name="connsiteY0" fmla="*/ 287867 h 287867"/>
              <a:gd name="connsiteX1" fmla="*/ 406400 w 3877733"/>
              <a:gd name="connsiteY1" fmla="*/ 101600 h 287867"/>
              <a:gd name="connsiteX2" fmla="*/ 863600 w 3877733"/>
              <a:gd name="connsiteY2" fmla="*/ 254000 h 287867"/>
              <a:gd name="connsiteX3" fmla="*/ 1286933 w 3877733"/>
              <a:gd name="connsiteY3" fmla="*/ 0 h 287867"/>
              <a:gd name="connsiteX4" fmla="*/ 1676400 w 3877733"/>
              <a:gd name="connsiteY4" fmla="*/ 67734 h 287867"/>
              <a:gd name="connsiteX5" fmla="*/ 2150533 w 3877733"/>
              <a:gd name="connsiteY5" fmla="*/ 203200 h 287867"/>
              <a:gd name="connsiteX6" fmla="*/ 2607733 w 3877733"/>
              <a:gd name="connsiteY6" fmla="*/ 254000 h 287867"/>
              <a:gd name="connsiteX7" fmla="*/ 2997200 w 3877733"/>
              <a:gd name="connsiteY7" fmla="*/ 254000 h 287867"/>
              <a:gd name="connsiteX8" fmla="*/ 3488266 w 3877733"/>
              <a:gd name="connsiteY8" fmla="*/ 101600 h 287867"/>
              <a:gd name="connsiteX9" fmla="*/ 3877733 w 3877733"/>
              <a:gd name="connsiteY9" fmla="*/ 101600 h 287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877733" h="287867">
                <a:moveTo>
                  <a:pt x="0" y="287867"/>
                </a:moveTo>
                <a:lnTo>
                  <a:pt x="406400" y="101600"/>
                </a:lnTo>
                <a:lnTo>
                  <a:pt x="863600" y="254000"/>
                </a:lnTo>
                <a:lnTo>
                  <a:pt x="1286933" y="0"/>
                </a:lnTo>
                <a:lnTo>
                  <a:pt x="1676400" y="67734"/>
                </a:lnTo>
                <a:lnTo>
                  <a:pt x="2150533" y="203200"/>
                </a:lnTo>
                <a:lnTo>
                  <a:pt x="2607733" y="254000"/>
                </a:lnTo>
                <a:lnTo>
                  <a:pt x="2997200" y="254000"/>
                </a:lnTo>
                <a:lnTo>
                  <a:pt x="3488266" y="101600"/>
                </a:lnTo>
                <a:lnTo>
                  <a:pt x="3877733" y="101600"/>
                </a:lnTo>
              </a:path>
            </a:pathLst>
          </a:cu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387AEAE6-D135-41B0-9AA0-7A087D442CF4}"/>
              </a:ext>
            </a:extLst>
          </p:cNvPr>
          <p:cNvCxnSpPr>
            <a:cxnSpLocks/>
          </p:cNvCxnSpPr>
          <p:nvPr/>
        </p:nvCxnSpPr>
        <p:spPr>
          <a:xfrm>
            <a:off x="5166793" y="2407802"/>
            <a:ext cx="0" cy="182223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C2614470-1527-4CEA-A2AD-54BCAAF79B08}"/>
              </a:ext>
            </a:extLst>
          </p:cNvPr>
          <p:cNvGrpSpPr/>
          <p:nvPr/>
        </p:nvGrpSpPr>
        <p:grpSpPr>
          <a:xfrm>
            <a:off x="326114" y="5280069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1CA3EEB1-AC72-48D7-A259-76A1B60143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B23ABA4-9F0D-45AD-8BA6-8B867D15B7B1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0" name="말풍선: 사각형 39">
            <a:extLst>
              <a:ext uri="{FF2B5EF4-FFF2-40B4-BE49-F238E27FC236}">
                <a16:creationId xmlns:a16="http://schemas.microsoft.com/office/drawing/2014/main" id="{5890A3BC-DB2B-4AC4-A2F7-E81C55FD79CE}"/>
              </a:ext>
            </a:extLst>
          </p:cNvPr>
          <p:cNvSpPr/>
          <p:nvPr/>
        </p:nvSpPr>
        <p:spPr>
          <a:xfrm>
            <a:off x="2468708" y="3069363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1953316-CF55-4850-B275-3190BDEBE319}"/>
              </a:ext>
            </a:extLst>
          </p:cNvPr>
          <p:cNvSpPr/>
          <p:nvPr/>
        </p:nvSpPr>
        <p:spPr>
          <a:xfrm>
            <a:off x="3512840" y="1623764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DB12F6E-F8FA-494E-8425-ADB613B74512}"/>
              </a:ext>
            </a:extLst>
          </p:cNvPr>
          <p:cNvSpPr/>
          <p:nvPr/>
        </p:nvSpPr>
        <p:spPr>
          <a:xfrm>
            <a:off x="4232920" y="1623764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97DAAA3-1379-4242-9AD8-914FAC31FFAD}"/>
              </a:ext>
            </a:extLst>
          </p:cNvPr>
          <p:cNvSpPr/>
          <p:nvPr/>
        </p:nvSpPr>
        <p:spPr>
          <a:xfrm>
            <a:off x="5495673" y="1623764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4363B09-6436-44D5-ADF6-822692724A1A}"/>
              </a:ext>
            </a:extLst>
          </p:cNvPr>
          <p:cNvSpPr/>
          <p:nvPr/>
        </p:nvSpPr>
        <p:spPr>
          <a:xfrm>
            <a:off x="5783705" y="1623764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AFC74EB-9BBF-47A6-8417-8BAAB480D2F6}"/>
              </a:ext>
            </a:extLst>
          </p:cNvPr>
          <p:cNvSpPr/>
          <p:nvPr/>
        </p:nvSpPr>
        <p:spPr>
          <a:xfrm>
            <a:off x="6033120" y="1623764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AD23DBC-7E9F-4C15-8A9F-9C053660C2C9}"/>
              </a:ext>
            </a:extLst>
          </p:cNvPr>
          <p:cNvSpPr/>
          <p:nvPr/>
        </p:nvSpPr>
        <p:spPr>
          <a:xfrm>
            <a:off x="7295873" y="1623764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5561CC1F-7FFC-407E-83D6-9ADCD0443D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98453DFA-937E-4830-9F8D-7C8A36C6F222}"/>
              </a:ext>
            </a:extLst>
          </p:cNvPr>
          <p:cNvSpPr/>
          <p:nvPr/>
        </p:nvSpPr>
        <p:spPr>
          <a:xfrm>
            <a:off x="1239315" y="1691472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5DB6114-9F42-4030-9384-48482BFA4B52}"/>
              </a:ext>
            </a:extLst>
          </p:cNvPr>
          <p:cNvSpPr/>
          <p:nvPr/>
        </p:nvSpPr>
        <p:spPr>
          <a:xfrm>
            <a:off x="2297791" y="1690627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730940F6-EB57-4C2B-9700-3C87FC85E25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08467" y="4298930"/>
          <a:ext cx="7812880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49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현재 부하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예측 부하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180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240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270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420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8BA3294C-DF6C-45CC-978C-FCA17B414BA1}"/>
              </a:ext>
            </a:extLst>
          </p:cNvPr>
          <p:cNvCxnSpPr>
            <a:cxnSpLocks/>
          </p:cNvCxnSpPr>
          <p:nvPr/>
        </p:nvCxnSpPr>
        <p:spPr>
          <a:xfrm flipV="1">
            <a:off x="1297191" y="3454810"/>
            <a:ext cx="6832205" cy="532561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FAC369F9-8FC0-468D-BF8B-244B5D0F4EB0}"/>
              </a:ext>
            </a:extLst>
          </p:cNvPr>
          <p:cNvCxnSpPr>
            <a:cxnSpLocks/>
          </p:cNvCxnSpPr>
          <p:nvPr/>
        </p:nvCxnSpPr>
        <p:spPr>
          <a:xfrm>
            <a:off x="4242598" y="2227495"/>
            <a:ext cx="468000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9C8A516-A277-46F7-9650-1BABF6CCF9CE}"/>
              </a:ext>
            </a:extLst>
          </p:cNvPr>
          <p:cNvSpPr/>
          <p:nvPr/>
        </p:nvSpPr>
        <p:spPr>
          <a:xfrm>
            <a:off x="4665073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계약 전력</a:t>
            </a:r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4ACD527D-F864-4D1E-A768-DE6E4B78D9A3}"/>
              </a:ext>
            </a:extLst>
          </p:cNvPr>
          <p:cNvCxnSpPr>
            <a:cxnSpLocks/>
          </p:cNvCxnSpPr>
          <p:nvPr/>
        </p:nvCxnSpPr>
        <p:spPr>
          <a:xfrm>
            <a:off x="2792761" y="2227495"/>
            <a:ext cx="468000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49C599D-4358-4C4A-8BDA-C0581B76B2E3}"/>
              </a:ext>
            </a:extLst>
          </p:cNvPr>
          <p:cNvSpPr/>
          <p:nvPr/>
        </p:nvSpPr>
        <p:spPr>
          <a:xfrm>
            <a:off x="3243816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요금 적용 전력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56C53E8-EEA7-4445-A740-940DA921A033}"/>
              </a:ext>
            </a:extLst>
          </p:cNvPr>
          <p:cNvSpPr/>
          <p:nvPr/>
        </p:nvSpPr>
        <p:spPr>
          <a:xfrm>
            <a:off x="6177241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현재 부하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04CA35CB-F295-4C08-89A0-DCD0C1CD40A1}"/>
              </a:ext>
            </a:extLst>
          </p:cNvPr>
          <p:cNvSpPr/>
          <p:nvPr/>
        </p:nvSpPr>
        <p:spPr>
          <a:xfrm>
            <a:off x="7401376" y="2092462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 부하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85B1735-DF8C-464E-8808-120B70EF9690}"/>
              </a:ext>
            </a:extLst>
          </p:cNvPr>
          <p:cNvSpPr txBox="1"/>
          <p:nvPr/>
        </p:nvSpPr>
        <p:spPr>
          <a:xfrm>
            <a:off x="7116279" y="4706511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31EB5E68-77B3-4533-9C43-6B6A1CCA2FDA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B81371B7-B937-4619-AC2A-BB350823FDB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5C593014-570C-4F3D-9DFF-2AE464BB3129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CCE69BE7-DF34-47C3-96F0-FE75C28828DA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F8FF1F75-F1EA-4869-83C9-6EB98B746524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8CF4CC4B-9120-4643-B3D8-C6D3423B8F41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06" name="타원형 설명선 205"/>
          <p:cNvSpPr/>
          <p:nvPr/>
        </p:nvSpPr>
        <p:spPr>
          <a:xfrm>
            <a:off x="151813" y="5111015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10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5997127" y="4976465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6298" y="234449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2210383" y="288089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6810277" y="452304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43813" y="416519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3DE23093-0E31-4ACF-8DC8-32C371F2AC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6072343"/>
              </p:ext>
            </p:extLst>
          </p:nvPr>
        </p:nvGraphicFramePr>
        <p:xfrm>
          <a:off x="4563952" y="6107163"/>
          <a:ext cx="3788722" cy="5438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후 추가 예정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77" name="타원형 설명선 225">
            <a:extLst>
              <a:ext uri="{FF2B5EF4-FFF2-40B4-BE49-F238E27FC236}">
                <a16:creationId xmlns:a16="http://schemas.microsoft.com/office/drawing/2014/main" id="{2EED2BBD-CE5E-4CF1-A6DC-E130D5932AB8}"/>
              </a:ext>
            </a:extLst>
          </p:cNvPr>
          <p:cNvSpPr/>
          <p:nvPr/>
        </p:nvSpPr>
        <p:spPr>
          <a:xfrm>
            <a:off x="4563284" y="587727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434E4F8C-C32F-4D9D-B4D6-56B8DF4D40B6}"/>
              </a:ext>
            </a:extLst>
          </p:cNvPr>
          <p:cNvSpPr/>
          <p:nvPr/>
        </p:nvSpPr>
        <p:spPr>
          <a:xfrm>
            <a:off x="7596731" y="1626396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60528862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20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3654147"/>
              </p:ext>
            </p:extLst>
          </p:nvPr>
        </p:nvGraphicFramePr>
        <p:xfrm>
          <a:off x="8469313" y="276225"/>
          <a:ext cx="1404000" cy="168019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요금적용전력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시간이 요금적용 전력 갱신구간 內에 위치할 경우 다음과 같은 문구를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지금은 요금적용전력 갱신 구간입니다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 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시작시간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)”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시간이 아니라 특정 기간 조회의 경우 해당 표시를 하지 않는다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75252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피크 전력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874073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6BFF179-6D85-452E-9564-60FFD2CE0D3D}"/>
              </a:ext>
            </a:extLst>
          </p:cNvPr>
          <p:cNvGrpSpPr/>
          <p:nvPr/>
        </p:nvGrpSpPr>
        <p:grpSpPr>
          <a:xfrm>
            <a:off x="326114" y="5198783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2CEF38D-10AD-4758-B55F-6D8F72612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AB80116-BA59-4BBD-BC55-87962E3E05DB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12840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232920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495673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783705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033120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295873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D414077D-420F-4382-81AA-4739B9E9BA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84223"/>
              </p:ext>
            </p:extLst>
          </p:nvPr>
        </p:nvGraphicFramePr>
        <p:xfrm>
          <a:off x="308467" y="2353491"/>
          <a:ext cx="7812883" cy="18653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46937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</a:tblGrid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450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6539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A573A36C-7C15-404A-B5F3-68BC2E063808}"/>
              </a:ext>
            </a:extLst>
          </p:cNvPr>
          <p:cNvCxnSpPr/>
          <p:nvPr/>
        </p:nvCxnSpPr>
        <p:spPr>
          <a:xfrm>
            <a:off x="5162782" y="2173184"/>
            <a:ext cx="468000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FC68745D-7D76-4139-AC67-75B047BD0239}"/>
              </a:ext>
            </a:extLst>
          </p:cNvPr>
          <p:cNvCxnSpPr/>
          <p:nvPr/>
        </p:nvCxnSpPr>
        <p:spPr>
          <a:xfrm>
            <a:off x="6374074" y="2173184"/>
            <a:ext cx="468000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93349ABF-1946-49AB-A81A-F297D5295A59}"/>
              </a:ext>
            </a:extLst>
          </p:cNvPr>
          <p:cNvSpPr/>
          <p:nvPr/>
        </p:nvSpPr>
        <p:spPr>
          <a:xfrm>
            <a:off x="5623118" y="4957709"/>
            <a:ext cx="1080120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9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현재 전력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5C67AD8-9D68-4755-AE40-F481943E10E4}"/>
              </a:ext>
            </a:extLst>
          </p:cNvPr>
          <p:cNvSpPr/>
          <p:nvPr/>
        </p:nvSpPr>
        <p:spPr>
          <a:xfrm>
            <a:off x="6594143" y="4885700"/>
            <a:ext cx="1242138" cy="5490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250</a:t>
            </a:r>
            <a:endParaRPr lang="ko-KR" altLang="en-US" sz="32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CD2F49B-C121-4FFB-83EF-DBA489830A12}"/>
              </a:ext>
            </a:extLst>
          </p:cNvPr>
          <p:cNvSpPr/>
          <p:nvPr/>
        </p:nvSpPr>
        <p:spPr>
          <a:xfrm>
            <a:off x="7639342" y="4957709"/>
            <a:ext cx="360040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150000"/>
              </a:lnSpc>
            </a:pPr>
            <a:r>
              <a:rPr lang="en-US" altLang="ko-KR" sz="9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kW</a:t>
            </a:r>
            <a:endParaRPr lang="ko-KR" altLang="en-US" sz="900" b="1" dirty="0">
              <a:solidFill>
                <a:srgbClr val="FF66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95086C6C-3EB5-4ADD-B377-FC8695890289}"/>
              </a:ext>
            </a:extLst>
          </p:cNvPr>
          <p:cNvCxnSpPr>
            <a:cxnSpLocks/>
          </p:cNvCxnSpPr>
          <p:nvPr/>
        </p:nvCxnSpPr>
        <p:spPr>
          <a:xfrm>
            <a:off x="1028548" y="2636912"/>
            <a:ext cx="7092804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F38C1271-E846-4822-847E-538D40435536}"/>
              </a:ext>
            </a:extLst>
          </p:cNvPr>
          <p:cNvCxnSpPr>
            <a:cxnSpLocks/>
          </p:cNvCxnSpPr>
          <p:nvPr/>
        </p:nvCxnSpPr>
        <p:spPr>
          <a:xfrm>
            <a:off x="1028548" y="3196198"/>
            <a:ext cx="7092804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60" name="자유형 11">
            <a:extLst>
              <a:ext uri="{FF2B5EF4-FFF2-40B4-BE49-F238E27FC236}">
                <a16:creationId xmlns:a16="http://schemas.microsoft.com/office/drawing/2014/main" id="{77767885-7532-4C77-9A81-77E985EE2C9F}"/>
              </a:ext>
            </a:extLst>
          </p:cNvPr>
          <p:cNvSpPr/>
          <p:nvPr/>
        </p:nvSpPr>
        <p:spPr>
          <a:xfrm>
            <a:off x="1297191" y="3645189"/>
            <a:ext cx="3879493" cy="287867"/>
          </a:xfrm>
          <a:custGeom>
            <a:avLst/>
            <a:gdLst>
              <a:gd name="connsiteX0" fmla="*/ 0 w 3877733"/>
              <a:gd name="connsiteY0" fmla="*/ 287867 h 287867"/>
              <a:gd name="connsiteX1" fmla="*/ 406400 w 3877733"/>
              <a:gd name="connsiteY1" fmla="*/ 101600 h 287867"/>
              <a:gd name="connsiteX2" fmla="*/ 863600 w 3877733"/>
              <a:gd name="connsiteY2" fmla="*/ 254000 h 287867"/>
              <a:gd name="connsiteX3" fmla="*/ 1286933 w 3877733"/>
              <a:gd name="connsiteY3" fmla="*/ 0 h 287867"/>
              <a:gd name="connsiteX4" fmla="*/ 1676400 w 3877733"/>
              <a:gd name="connsiteY4" fmla="*/ 67734 h 287867"/>
              <a:gd name="connsiteX5" fmla="*/ 2150533 w 3877733"/>
              <a:gd name="connsiteY5" fmla="*/ 203200 h 287867"/>
              <a:gd name="connsiteX6" fmla="*/ 2607733 w 3877733"/>
              <a:gd name="connsiteY6" fmla="*/ 254000 h 287867"/>
              <a:gd name="connsiteX7" fmla="*/ 2997200 w 3877733"/>
              <a:gd name="connsiteY7" fmla="*/ 254000 h 287867"/>
              <a:gd name="connsiteX8" fmla="*/ 3488266 w 3877733"/>
              <a:gd name="connsiteY8" fmla="*/ 101600 h 287867"/>
              <a:gd name="connsiteX9" fmla="*/ 3877733 w 3877733"/>
              <a:gd name="connsiteY9" fmla="*/ 101600 h 287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877733" h="287867">
                <a:moveTo>
                  <a:pt x="0" y="287867"/>
                </a:moveTo>
                <a:lnTo>
                  <a:pt x="406400" y="101600"/>
                </a:lnTo>
                <a:lnTo>
                  <a:pt x="863600" y="254000"/>
                </a:lnTo>
                <a:lnTo>
                  <a:pt x="1286933" y="0"/>
                </a:lnTo>
                <a:lnTo>
                  <a:pt x="1676400" y="67734"/>
                </a:lnTo>
                <a:lnTo>
                  <a:pt x="2150533" y="203200"/>
                </a:lnTo>
                <a:lnTo>
                  <a:pt x="2607733" y="254000"/>
                </a:lnTo>
                <a:lnTo>
                  <a:pt x="2997200" y="254000"/>
                </a:lnTo>
                <a:lnTo>
                  <a:pt x="3488266" y="101600"/>
                </a:lnTo>
                <a:lnTo>
                  <a:pt x="3877733" y="101600"/>
                </a:lnTo>
              </a:path>
            </a:pathLst>
          </a:cu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1FA7DCD4-E666-44B3-ADE9-9BC63E7FC392}"/>
              </a:ext>
            </a:extLst>
          </p:cNvPr>
          <p:cNvCxnSpPr>
            <a:cxnSpLocks/>
          </p:cNvCxnSpPr>
          <p:nvPr/>
        </p:nvCxnSpPr>
        <p:spPr>
          <a:xfrm>
            <a:off x="5166793" y="2353491"/>
            <a:ext cx="0" cy="182223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FD69B3E5-5D70-4A64-9FEA-46CF78E197C7}"/>
              </a:ext>
            </a:extLst>
          </p:cNvPr>
          <p:cNvGrpSpPr/>
          <p:nvPr/>
        </p:nvGrpSpPr>
        <p:grpSpPr>
          <a:xfrm>
            <a:off x="326114" y="5198783"/>
            <a:ext cx="862386" cy="211955"/>
            <a:chOff x="4861742" y="3907374"/>
            <a:chExt cx="862386" cy="211955"/>
          </a:xfrm>
        </p:grpSpPr>
        <p:pic>
          <p:nvPicPr>
            <p:cNvPr id="64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F65B4852-58AE-4879-820A-B56A6F0A9E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AC9A8DEC-67C1-48A7-8652-A3FE7421110B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66" name="말풍선: 사각형 65">
            <a:extLst>
              <a:ext uri="{FF2B5EF4-FFF2-40B4-BE49-F238E27FC236}">
                <a16:creationId xmlns:a16="http://schemas.microsoft.com/office/drawing/2014/main" id="{D1373ABA-0410-4ABF-B770-0235EAA0013F}"/>
              </a:ext>
            </a:extLst>
          </p:cNvPr>
          <p:cNvSpPr/>
          <p:nvPr/>
        </p:nvSpPr>
        <p:spPr>
          <a:xfrm>
            <a:off x="2468708" y="3015052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2018.03.05</a:t>
            </a:r>
          </a:p>
          <a:p>
            <a:pPr algn="ctr"/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graphicFrame>
        <p:nvGraphicFramePr>
          <p:cNvPr id="67" name="표 66">
            <a:extLst>
              <a:ext uri="{FF2B5EF4-FFF2-40B4-BE49-F238E27FC236}">
                <a16:creationId xmlns:a16="http://schemas.microsoft.com/office/drawing/2014/main" id="{3D5521DF-D224-4F78-ABB7-3867CE216C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2074740"/>
              </p:ext>
            </p:extLst>
          </p:nvPr>
        </p:nvGraphicFramePr>
        <p:xfrm>
          <a:off x="308467" y="4244619"/>
          <a:ext cx="7812880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49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47087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현재 부하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125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예측 부하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180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210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240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270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330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360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390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420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73C9CC44-EDB5-49D1-886D-E3F50E5FFD41}"/>
              </a:ext>
            </a:extLst>
          </p:cNvPr>
          <p:cNvCxnSpPr>
            <a:cxnSpLocks/>
          </p:cNvCxnSpPr>
          <p:nvPr/>
        </p:nvCxnSpPr>
        <p:spPr>
          <a:xfrm flipV="1">
            <a:off x="1297191" y="3400499"/>
            <a:ext cx="6832205" cy="532561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1FEC896B-88E4-4C63-A9FA-500814C26877}"/>
              </a:ext>
            </a:extLst>
          </p:cNvPr>
          <p:cNvCxnSpPr>
            <a:cxnSpLocks/>
          </p:cNvCxnSpPr>
          <p:nvPr/>
        </p:nvCxnSpPr>
        <p:spPr>
          <a:xfrm>
            <a:off x="3666533" y="2173184"/>
            <a:ext cx="468000" cy="0"/>
          </a:xfrm>
          <a:prstGeom prst="line">
            <a:avLst/>
          </a:prstGeom>
          <a:ln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A13511D5-5D9C-429B-905F-C138B97AB74E}"/>
              </a:ext>
            </a:extLst>
          </p:cNvPr>
          <p:cNvSpPr/>
          <p:nvPr/>
        </p:nvSpPr>
        <p:spPr>
          <a:xfrm>
            <a:off x="4089008" y="2038151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계약 전력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1B33EB40-7049-44A2-85E4-295D73129D06}"/>
              </a:ext>
            </a:extLst>
          </p:cNvPr>
          <p:cNvCxnSpPr>
            <a:cxnSpLocks/>
          </p:cNvCxnSpPr>
          <p:nvPr/>
        </p:nvCxnSpPr>
        <p:spPr>
          <a:xfrm>
            <a:off x="2216696" y="2173184"/>
            <a:ext cx="468000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1DAB4E5F-DEC8-43F4-8CE5-22593B85D9BB}"/>
              </a:ext>
            </a:extLst>
          </p:cNvPr>
          <p:cNvSpPr/>
          <p:nvPr/>
        </p:nvSpPr>
        <p:spPr>
          <a:xfrm>
            <a:off x="2667751" y="2038151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요금 적용 전력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9A8DAC06-1585-4001-85B4-B2A9949048F2}"/>
              </a:ext>
            </a:extLst>
          </p:cNvPr>
          <p:cNvSpPr/>
          <p:nvPr/>
        </p:nvSpPr>
        <p:spPr>
          <a:xfrm>
            <a:off x="5601176" y="2038151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현재 부하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14DC31BF-044A-4081-A923-05A017C0383A}"/>
              </a:ext>
            </a:extLst>
          </p:cNvPr>
          <p:cNvSpPr/>
          <p:nvPr/>
        </p:nvSpPr>
        <p:spPr>
          <a:xfrm>
            <a:off x="6825311" y="2038151"/>
            <a:ext cx="936000" cy="252028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 부하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5647C3F8-49B1-40A9-AB5C-4DF9C1D7D83F}"/>
              </a:ext>
            </a:extLst>
          </p:cNvPr>
          <p:cNvSpPr txBox="1"/>
          <p:nvPr/>
        </p:nvSpPr>
        <p:spPr>
          <a:xfrm>
            <a:off x="1367065" y="2675906"/>
            <a:ext cx="388818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100" b="1" dirty="0">
                <a:solidFill>
                  <a:schemeClr val="bg1"/>
                </a:solidFill>
              </a:rPr>
              <a:t>지금은 </a:t>
            </a:r>
            <a:r>
              <a:rPr lang="ko-KR" altLang="en-US" sz="1200" b="1" dirty="0">
                <a:solidFill>
                  <a:srgbClr val="FF0000"/>
                </a:solidFill>
              </a:rPr>
              <a:t>요금적용전력</a:t>
            </a:r>
            <a:r>
              <a:rPr lang="ko-KR" altLang="en-US" sz="1100" b="1" dirty="0">
                <a:solidFill>
                  <a:schemeClr val="bg1"/>
                </a:solidFill>
              </a:rPr>
              <a:t> 갱신구간 입니다</a:t>
            </a:r>
            <a:r>
              <a:rPr lang="en-US" altLang="ko-KR" sz="1100" b="1" dirty="0">
                <a:solidFill>
                  <a:schemeClr val="bg1"/>
                </a:solidFill>
              </a:rPr>
              <a:t>. (08:00 ~ 12:00)</a:t>
            </a:r>
            <a:endParaRPr lang="ko-KR" altLang="en-US" sz="1100" b="1" dirty="0">
              <a:solidFill>
                <a:schemeClr val="bg1"/>
              </a:solidFill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8E484991-78D9-475D-BA92-D3838ABBFDF4}"/>
              </a:ext>
            </a:extLst>
          </p:cNvPr>
          <p:cNvSpPr txBox="1"/>
          <p:nvPr/>
        </p:nvSpPr>
        <p:spPr>
          <a:xfrm>
            <a:off x="7121707" y="4680103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93376086-4485-4099-8796-1DE1E0769DB8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D8823D20-71BA-460C-8AE2-C16FA5DE2376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03F4F319-13E2-48A1-9794-A4AC5040CFDB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06355E48-5008-4B0C-A94D-FCDC6B7073C0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CFC65248-9BFE-4A11-B5D9-33741EDF1DBF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3DD86F47-3ACC-4A15-A9FB-FBC3D340F134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6" name="타원형 설명선 225"/>
          <p:cNvSpPr/>
          <p:nvPr/>
        </p:nvSpPr>
        <p:spPr>
          <a:xfrm>
            <a:off x="1222498" y="2552995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1671465E-C2E3-47DE-85EE-61D53DEA2B6C}"/>
              </a:ext>
            </a:extLst>
          </p:cNvPr>
          <p:cNvSpPr/>
          <p:nvPr/>
        </p:nvSpPr>
        <p:spPr>
          <a:xfrm>
            <a:off x="1568624" y="2675790"/>
            <a:ext cx="3489773" cy="307651"/>
          </a:xfrm>
          <a:prstGeom prst="rect">
            <a:avLst/>
          </a:prstGeom>
          <a:noFill/>
          <a:ln w="127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199C4029-7959-4D4E-B10E-518954856166}"/>
              </a:ext>
            </a:extLst>
          </p:cNvPr>
          <p:cNvSpPr/>
          <p:nvPr/>
        </p:nvSpPr>
        <p:spPr>
          <a:xfrm>
            <a:off x="7608261" y="1569453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99071397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21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0084218"/>
              </p:ext>
            </p:extLst>
          </p:nvPr>
        </p:nvGraphicFramePr>
        <p:xfrm>
          <a:off x="8469313" y="276225"/>
          <a:ext cx="1404000" cy="523564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30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72657"/>
            <a:ext cx="8208912" cy="524124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861412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56792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5679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5679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56792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5679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5679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24500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23655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326CBCB-329A-4C09-A801-8C26FFCF7D00}"/>
              </a:ext>
            </a:extLst>
          </p:cNvPr>
          <p:cNvSpPr/>
          <p:nvPr/>
        </p:nvSpPr>
        <p:spPr>
          <a:xfrm>
            <a:off x="150835" y="1556792"/>
            <a:ext cx="1224136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시간대 별  발전량</a:t>
            </a:r>
          </a:p>
        </p:txBody>
      </p:sp>
      <p:graphicFrame>
        <p:nvGraphicFramePr>
          <p:cNvPr id="108" name="표 107">
            <a:extLst>
              <a:ext uri="{FF2B5EF4-FFF2-40B4-BE49-F238E27FC236}">
                <a16:creationId xmlns:a16="http://schemas.microsoft.com/office/drawing/2014/main" id="{403E27D5-30B0-47CB-AA15-EC86E7444F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7045378"/>
              </p:ext>
            </p:extLst>
          </p:nvPr>
        </p:nvGraphicFramePr>
        <p:xfrm>
          <a:off x="261327" y="2294616"/>
          <a:ext cx="7932032" cy="20282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40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2858281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12FD2C40-C338-47D8-9D65-CB7EBC3A09B7}"/>
              </a:ext>
            </a:extLst>
          </p:cNvPr>
          <p:cNvSpPr/>
          <p:nvPr/>
        </p:nvSpPr>
        <p:spPr>
          <a:xfrm>
            <a:off x="3789719" y="5476079"/>
            <a:ext cx="612068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900" b="1" dirty="0">
                <a:solidFill>
                  <a:srgbClr val="00B050"/>
                </a:solidFill>
                <a:latin typeface="맑은 고딕" pitchFamily="50" charset="-127"/>
                <a:ea typeface="맑은 고딕" pitchFamily="50" charset="-127"/>
              </a:rPr>
              <a:t>누적 </a:t>
            </a:r>
            <a:r>
              <a:rPr lang="ko-KR" altLang="en-US" sz="900" b="1" dirty="0" err="1">
                <a:solidFill>
                  <a:srgbClr val="00B050"/>
                </a:solidFill>
                <a:latin typeface="맑은 고딕" pitchFamily="50" charset="-127"/>
                <a:ea typeface="맑은 고딕" pitchFamily="50" charset="-127"/>
              </a:rPr>
              <a:t>충전량</a:t>
            </a:r>
            <a:endParaRPr lang="ko-KR" altLang="en-US" sz="900" b="1" dirty="0">
              <a:solidFill>
                <a:srgbClr val="00B05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518DB612-90E3-46DD-B017-EECB282018D1}"/>
              </a:ext>
            </a:extLst>
          </p:cNvPr>
          <p:cNvSpPr/>
          <p:nvPr/>
        </p:nvSpPr>
        <p:spPr>
          <a:xfrm>
            <a:off x="4589836" y="5404070"/>
            <a:ext cx="1180103" cy="5490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1,500</a:t>
            </a:r>
            <a:endParaRPr lang="ko-KR" altLang="en-US" sz="32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D548B87-0E06-4D77-A981-CC105AF3E1F0}"/>
              </a:ext>
            </a:extLst>
          </p:cNvPr>
          <p:cNvSpPr/>
          <p:nvPr/>
        </p:nvSpPr>
        <p:spPr>
          <a:xfrm>
            <a:off x="5841947" y="5476079"/>
            <a:ext cx="360040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150000"/>
              </a:lnSpc>
            </a:pPr>
            <a:r>
              <a:rPr lang="en-US" altLang="ko-KR" sz="900" b="1" dirty="0">
                <a:solidFill>
                  <a:srgbClr val="00B050"/>
                </a:solidFill>
                <a:latin typeface="맑은 고딕" pitchFamily="50" charset="-127"/>
                <a:ea typeface="맑은 고딕" pitchFamily="50" charset="-127"/>
              </a:rPr>
              <a:t>kWh</a:t>
            </a:r>
            <a:endParaRPr lang="ko-KR" altLang="en-US" sz="900" b="1" dirty="0">
              <a:solidFill>
                <a:srgbClr val="00B05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id="{A7744939-3A96-4389-A058-8BE19F4DE88F}"/>
              </a:ext>
            </a:extLst>
          </p:cNvPr>
          <p:cNvCxnSpPr>
            <a:cxnSpLocks/>
          </p:cNvCxnSpPr>
          <p:nvPr/>
        </p:nvCxnSpPr>
        <p:spPr>
          <a:xfrm>
            <a:off x="7534135" y="2322386"/>
            <a:ext cx="0" cy="177951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6548C795-7DDE-4D60-BA9C-2A4F3088BD6D}"/>
              </a:ext>
            </a:extLst>
          </p:cNvPr>
          <p:cNvCxnSpPr/>
          <p:nvPr/>
        </p:nvCxnSpPr>
        <p:spPr>
          <a:xfrm>
            <a:off x="3512840" y="2116150"/>
            <a:ext cx="504056" cy="0"/>
          </a:xfrm>
          <a:prstGeom prst="line">
            <a:avLst/>
          </a:prstGeom>
          <a:ln w="190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00A7094D-E4E2-4D34-A2F8-9E47F58CC2BE}"/>
              </a:ext>
            </a:extLst>
          </p:cNvPr>
          <p:cNvSpPr/>
          <p:nvPr/>
        </p:nvSpPr>
        <p:spPr>
          <a:xfrm>
            <a:off x="4088904" y="199392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충전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07617ABA-F664-4785-A66A-21C2540D1E99}"/>
              </a:ext>
            </a:extLst>
          </p:cNvPr>
          <p:cNvCxnSpPr/>
          <p:nvPr/>
        </p:nvCxnSpPr>
        <p:spPr>
          <a:xfrm>
            <a:off x="4664968" y="2116150"/>
            <a:ext cx="504056" cy="0"/>
          </a:xfrm>
          <a:prstGeom prst="line">
            <a:avLst/>
          </a:prstGeom>
          <a:noFill/>
          <a:ln w="19050"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9203740D-1602-47D0-912C-2823EC89F4C2}"/>
              </a:ext>
            </a:extLst>
          </p:cNvPr>
          <p:cNvSpPr/>
          <p:nvPr/>
        </p:nvSpPr>
        <p:spPr>
          <a:xfrm>
            <a:off x="5241032" y="199392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방전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073CB1F9-61AF-4794-9A43-30A90EE75826}"/>
              </a:ext>
            </a:extLst>
          </p:cNvPr>
          <p:cNvSpPr/>
          <p:nvPr/>
        </p:nvSpPr>
        <p:spPr>
          <a:xfrm>
            <a:off x="6231349" y="5457604"/>
            <a:ext cx="612068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9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누적 </a:t>
            </a:r>
            <a:r>
              <a:rPr lang="ko-KR" altLang="en-US" sz="900" b="1" dirty="0" err="1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방전량</a:t>
            </a:r>
            <a:endParaRPr lang="ko-KR" altLang="en-US" sz="900" b="1" dirty="0">
              <a:solidFill>
                <a:srgbClr val="FF66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92C695F4-794D-4CD9-855C-DDD9E5EBE609}"/>
              </a:ext>
            </a:extLst>
          </p:cNvPr>
          <p:cNvSpPr/>
          <p:nvPr/>
        </p:nvSpPr>
        <p:spPr>
          <a:xfrm>
            <a:off x="6885295" y="5385595"/>
            <a:ext cx="1080888" cy="5490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1,000</a:t>
            </a:r>
            <a:endParaRPr lang="ko-KR" altLang="en-US" sz="32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8A843CA8-2458-4671-BF8F-1678A15616F3}"/>
              </a:ext>
            </a:extLst>
          </p:cNvPr>
          <p:cNvSpPr/>
          <p:nvPr/>
        </p:nvSpPr>
        <p:spPr>
          <a:xfrm>
            <a:off x="8038191" y="5457604"/>
            <a:ext cx="360040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150000"/>
              </a:lnSpc>
            </a:pPr>
            <a:r>
              <a:rPr lang="en-US" altLang="ko-KR" sz="9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kWh</a:t>
            </a:r>
            <a:endParaRPr lang="ko-KR" altLang="en-US" sz="900" b="1" dirty="0">
              <a:solidFill>
                <a:srgbClr val="FF66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9A53836B-5B31-4494-8B63-C8A467E76D82}"/>
              </a:ext>
            </a:extLst>
          </p:cNvPr>
          <p:cNvGrpSpPr/>
          <p:nvPr/>
        </p:nvGrpSpPr>
        <p:grpSpPr>
          <a:xfrm>
            <a:off x="278973" y="5673676"/>
            <a:ext cx="862386" cy="211955"/>
            <a:chOff x="4861742" y="3907374"/>
            <a:chExt cx="862386" cy="211955"/>
          </a:xfrm>
        </p:grpSpPr>
        <p:pic>
          <p:nvPicPr>
            <p:cNvPr id="121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5C68F5C5-5635-42D1-B634-6E4756EC18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BD7D97C-F9D7-4F35-A7EC-B3B946BBCC02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75FE7E5F-E413-4CEB-9EA7-AAA7844A2A15}"/>
              </a:ext>
            </a:extLst>
          </p:cNvPr>
          <p:cNvCxnSpPr/>
          <p:nvPr/>
        </p:nvCxnSpPr>
        <p:spPr>
          <a:xfrm>
            <a:off x="7039306" y="2109741"/>
            <a:ext cx="504056" cy="0"/>
          </a:xfrm>
          <a:prstGeom prst="line">
            <a:avLst/>
          </a:prstGeom>
          <a:ln w="12700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021214D-A2A1-4E8A-986E-48CD36779487}"/>
              </a:ext>
            </a:extLst>
          </p:cNvPr>
          <p:cNvCxnSpPr/>
          <p:nvPr/>
        </p:nvCxnSpPr>
        <p:spPr>
          <a:xfrm>
            <a:off x="981407" y="2569986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69125AB8-A254-4025-99A5-C41C8B9146E8}"/>
              </a:ext>
            </a:extLst>
          </p:cNvPr>
          <p:cNvCxnSpPr/>
          <p:nvPr/>
        </p:nvCxnSpPr>
        <p:spPr>
          <a:xfrm>
            <a:off x="981407" y="3306844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C5EEB54F-2035-4DF4-998F-F6EC8D648962}"/>
              </a:ext>
            </a:extLst>
          </p:cNvPr>
          <p:cNvCxnSpPr/>
          <p:nvPr/>
        </p:nvCxnSpPr>
        <p:spPr>
          <a:xfrm>
            <a:off x="974634" y="3675273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9D029297-9092-447B-BBD9-A43978D80D0F}"/>
              </a:ext>
            </a:extLst>
          </p:cNvPr>
          <p:cNvCxnSpPr/>
          <p:nvPr/>
        </p:nvCxnSpPr>
        <p:spPr>
          <a:xfrm>
            <a:off x="974634" y="2938415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6456FF39-8DFD-4DFB-9820-7F83A253A5DC}"/>
              </a:ext>
            </a:extLst>
          </p:cNvPr>
          <p:cNvCxnSpPr/>
          <p:nvPr/>
        </p:nvCxnSpPr>
        <p:spPr>
          <a:xfrm>
            <a:off x="974634" y="4048598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39979DFA-6BA8-40F8-9911-8280AAF0A44E}"/>
              </a:ext>
            </a:extLst>
          </p:cNvPr>
          <p:cNvCxnSpPr/>
          <p:nvPr/>
        </p:nvCxnSpPr>
        <p:spPr>
          <a:xfrm>
            <a:off x="5745088" y="2113512"/>
            <a:ext cx="504056" cy="0"/>
          </a:xfrm>
          <a:prstGeom prst="line">
            <a:avLst/>
          </a:prstGeom>
          <a:ln w="12700">
            <a:solidFill>
              <a:schemeClr val="tx1">
                <a:lumMod val="65000"/>
                <a:lumOff val="3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E89CF3F6-F709-40F4-BEFD-A31A280953CF}"/>
              </a:ext>
            </a:extLst>
          </p:cNvPr>
          <p:cNvSpPr/>
          <p:nvPr/>
        </p:nvSpPr>
        <p:spPr>
          <a:xfrm>
            <a:off x="6321152" y="1991284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충전 계획</a:t>
            </a: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48F2B437-5E69-451C-8F53-6F7777F58B09}"/>
              </a:ext>
            </a:extLst>
          </p:cNvPr>
          <p:cNvGrpSpPr/>
          <p:nvPr/>
        </p:nvGrpSpPr>
        <p:grpSpPr>
          <a:xfrm flipH="1" flipV="1">
            <a:off x="4125293" y="3314277"/>
            <a:ext cx="2688227" cy="511784"/>
            <a:chOff x="1501760" y="2998490"/>
            <a:chExt cx="2520272" cy="1366614"/>
          </a:xfrm>
          <a:solidFill>
            <a:srgbClr val="FF6600"/>
          </a:solidFill>
        </p:grpSpPr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34256C1B-0A00-4A3D-9F9D-43EC55B09010}"/>
                </a:ext>
              </a:extLst>
            </p:cNvPr>
            <p:cNvSpPr/>
            <p:nvPr/>
          </p:nvSpPr>
          <p:spPr>
            <a:xfrm>
              <a:off x="1501760" y="4217882"/>
              <a:ext cx="72000" cy="14722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28E9FE92-02DE-4619-BDC0-7F9488A7FE34}"/>
                </a:ext>
              </a:extLst>
            </p:cNvPr>
            <p:cNvSpPr/>
            <p:nvPr/>
          </p:nvSpPr>
          <p:spPr>
            <a:xfrm>
              <a:off x="3950032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5087ECF3-13C7-45F5-BA4D-34D877BDB3EE}"/>
                </a:ext>
              </a:extLst>
            </p:cNvPr>
            <p:cNvSpPr/>
            <p:nvPr/>
          </p:nvSpPr>
          <p:spPr>
            <a:xfrm>
              <a:off x="3638317" y="3069104"/>
              <a:ext cx="72000" cy="129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2" name="직사각형 151">
              <a:extLst>
                <a:ext uri="{FF2B5EF4-FFF2-40B4-BE49-F238E27FC236}">
                  <a16:creationId xmlns:a16="http://schemas.microsoft.com/office/drawing/2014/main" id="{47329883-915D-425F-93AD-6723294B76DC}"/>
                </a:ext>
              </a:extLst>
            </p:cNvPr>
            <p:cNvSpPr/>
            <p:nvPr/>
          </p:nvSpPr>
          <p:spPr>
            <a:xfrm>
              <a:off x="3327361" y="3214514"/>
              <a:ext cx="72000" cy="115059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53D95038-698F-49B2-BB38-3EFE47F3C971}"/>
                </a:ext>
              </a:extLst>
            </p:cNvPr>
            <p:cNvSpPr/>
            <p:nvPr/>
          </p:nvSpPr>
          <p:spPr>
            <a:xfrm>
              <a:off x="3013928" y="3575612"/>
              <a:ext cx="72000" cy="78949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9DC7D09C-75FF-4D92-BC6F-93C300B9BFDE}"/>
                </a:ext>
              </a:extLst>
            </p:cNvPr>
            <p:cNvSpPr/>
            <p:nvPr/>
          </p:nvSpPr>
          <p:spPr>
            <a:xfrm>
              <a:off x="2748848" y="3681104"/>
              <a:ext cx="72000" cy="684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5" name="직사각형 154">
              <a:extLst>
                <a:ext uri="{FF2B5EF4-FFF2-40B4-BE49-F238E27FC236}">
                  <a16:creationId xmlns:a16="http://schemas.microsoft.com/office/drawing/2014/main" id="{50F25AC4-CEC4-4A0E-B23B-D48CCD294552}"/>
                </a:ext>
              </a:extLst>
            </p:cNvPr>
            <p:cNvSpPr/>
            <p:nvPr/>
          </p:nvSpPr>
          <p:spPr>
            <a:xfrm>
              <a:off x="2437864" y="3807104"/>
              <a:ext cx="72000" cy="55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797EC4A7-9208-4B12-B315-089B32134A33}"/>
                </a:ext>
              </a:extLst>
            </p:cNvPr>
            <p:cNvSpPr/>
            <p:nvPr/>
          </p:nvSpPr>
          <p:spPr>
            <a:xfrm>
              <a:off x="2123923" y="3862586"/>
              <a:ext cx="72000" cy="50251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F39A9B20-E4DB-47EA-A50A-8D6A0F9F070D}"/>
                </a:ext>
              </a:extLst>
            </p:cNvPr>
            <p:cNvSpPr/>
            <p:nvPr/>
          </p:nvSpPr>
          <p:spPr>
            <a:xfrm>
              <a:off x="1789792" y="4059104"/>
              <a:ext cx="72000" cy="30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8F518B5-D539-47E3-A462-CC4F10F0BDE5}"/>
              </a:ext>
            </a:extLst>
          </p:cNvPr>
          <p:cNvGrpSpPr/>
          <p:nvPr/>
        </p:nvGrpSpPr>
        <p:grpSpPr>
          <a:xfrm>
            <a:off x="1171506" y="2772920"/>
            <a:ext cx="2520272" cy="536324"/>
            <a:chOff x="1403648" y="2780928"/>
            <a:chExt cx="2520272" cy="1584176"/>
          </a:xfrm>
          <a:solidFill>
            <a:srgbClr val="00B050"/>
          </a:solidFill>
        </p:grpSpPr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CEB3E45B-045E-4196-97A9-952E3EBF00E9}"/>
                </a:ext>
              </a:extLst>
            </p:cNvPr>
            <p:cNvSpPr/>
            <p:nvPr/>
          </p:nvSpPr>
          <p:spPr>
            <a:xfrm>
              <a:off x="1403648" y="4185104"/>
              <a:ext cx="72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BCE6A953-5A4D-49B9-8ED2-F7EDCFF7F428}"/>
                </a:ext>
              </a:extLst>
            </p:cNvPr>
            <p:cNvSpPr/>
            <p:nvPr/>
          </p:nvSpPr>
          <p:spPr>
            <a:xfrm>
              <a:off x="3540205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C5CBFDF4-AB25-429E-92CB-E4A46C317210}"/>
                </a:ext>
              </a:extLst>
            </p:cNvPr>
            <p:cNvSpPr/>
            <p:nvPr/>
          </p:nvSpPr>
          <p:spPr>
            <a:xfrm>
              <a:off x="3229249" y="3249104"/>
              <a:ext cx="72000" cy="111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8E3E502B-405D-4DB1-914D-679D02CD713E}"/>
                </a:ext>
              </a:extLst>
            </p:cNvPr>
            <p:cNvSpPr/>
            <p:nvPr/>
          </p:nvSpPr>
          <p:spPr>
            <a:xfrm>
              <a:off x="2915816" y="3429104"/>
              <a:ext cx="72000" cy="93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9CFDECA1-1A3F-442B-B5C8-D9EB3E2156FF}"/>
                </a:ext>
              </a:extLst>
            </p:cNvPr>
            <p:cNvSpPr/>
            <p:nvPr/>
          </p:nvSpPr>
          <p:spPr>
            <a:xfrm>
              <a:off x="2650736" y="3575612"/>
              <a:ext cx="72000" cy="78949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DEA5DDB0-81F2-4E48-A4D0-32E2D2517032}"/>
                </a:ext>
              </a:extLst>
            </p:cNvPr>
            <p:cNvSpPr/>
            <p:nvPr/>
          </p:nvSpPr>
          <p:spPr>
            <a:xfrm>
              <a:off x="2339752" y="3753104"/>
              <a:ext cx="72000" cy="61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6B824920-137A-4B3F-AC97-B634363745EB}"/>
                </a:ext>
              </a:extLst>
            </p:cNvPr>
            <p:cNvSpPr/>
            <p:nvPr/>
          </p:nvSpPr>
          <p:spPr>
            <a:xfrm>
              <a:off x="2025811" y="3933104"/>
              <a:ext cx="72000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BBFD94BA-ECBB-44DA-96C8-C5D8F6DDACAC}"/>
                </a:ext>
              </a:extLst>
            </p:cNvPr>
            <p:cNvSpPr/>
            <p:nvPr/>
          </p:nvSpPr>
          <p:spPr>
            <a:xfrm>
              <a:off x="1691680" y="4005104"/>
              <a:ext cx="72000" cy="36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56F4DEC5-8876-4861-9A88-57B885A75295}"/>
                </a:ext>
              </a:extLst>
            </p:cNvPr>
            <p:cNvSpPr/>
            <p:nvPr/>
          </p:nvSpPr>
          <p:spPr>
            <a:xfrm>
              <a:off x="3851920" y="2780928"/>
              <a:ext cx="72000" cy="1584176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448464A8-0CAA-4A65-8373-02B1EDFBD476}"/>
              </a:ext>
            </a:extLst>
          </p:cNvPr>
          <p:cNvGrpSpPr/>
          <p:nvPr/>
        </p:nvGrpSpPr>
        <p:grpSpPr>
          <a:xfrm>
            <a:off x="7076155" y="3191010"/>
            <a:ext cx="353772" cy="121878"/>
            <a:chOff x="1403648" y="4005104"/>
            <a:chExt cx="360032" cy="360000"/>
          </a:xfrm>
          <a:solidFill>
            <a:srgbClr val="00B050"/>
          </a:solidFill>
        </p:grpSpPr>
        <p:sp>
          <p:nvSpPr>
            <p:cNvPr id="138" name="직사각형 137">
              <a:extLst>
                <a:ext uri="{FF2B5EF4-FFF2-40B4-BE49-F238E27FC236}">
                  <a16:creationId xmlns:a16="http://schemas.microsoft.com/office/drawing/2014/main" id="{2ADB9A79-ABA6-49A1-9DD5-DE51D698C001}"/>
                </a:ext>
              </a:extLst>
            </p:cNvPr>
            <p:cNvSpPr/>
            <p:nvPr/>
          </p:nvSpPr>
          <p:spPr>
            <a:xfrm>
              <a:off x="1403648" y="4185104"/>
              <a:ext cx="72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69118776-2F5E-4DFA-8801-25B05ACDEE56}"/>
                </a:ext>
              </a:extLst>
            </p:cNvPr>
            <p:cNvSpPr/>
            <p:nvPr/>
          </p:nvSpPr>
          <p:spPr>
            <a:xfrm>
              <a:off x="1691680" y="4005104"/>
              <a:ext cx="72000" cy="36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35" name="자유형 33">
            <a:extLst>
              <a:ext uri="{FF2B5EF4-FFF2-40B4-BE49-F238E27FC236}">
                <a16:creationId xmlns:a16="http://schemas.microsoft.com/office/drawing/2014/main" id="{CA02E4B3-956E-4D5C-B54F-7D43642C84CF}"/>
              </a:ext>
            </a:extLst>
          </p:cNvPr>
          <p:cNvSpPr/>
          <p:nvPr/>
        </p:nvSpPr>
        <p:spPr>
          <a:xfrm flipH="1" flipV="1">
            <a:off x="4008787" y="3312883"/>
            <a:ext cx="2876505" cy="53632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accent3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6" name="자유형 83">
            <a:extLst>
              <a:ext uri="{FF2B5EF4-FFF2-40B4-BE49-F238E27FC236}">
                <a16:creationId xmlns:a16="http://schemas.microsoft.com/office/drawing/2014/main" id="{60CAAD73-1334-4889-B853-8AFD1B2E7740}"/>
              </a:ext>
            </a:extLst>
          </p:cNvPr>
          <p:cNvSpPr/>
          <p:nvPr/>
        </p:nvSpPr>
        <p:spPr>
          <a:xfrm>
            <a:off x="1164944" y="2703745"/>
            <a:ext cx="2742866" cy="60404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7" name="자유형 83">
            <a:extLst>
              <a:ext uri="{FF2B5EF4-FFF2-40B4-BE49-F238E27FC236}">
                <a16:creationId xmlns:a16="http://schemas.microsoft.com/office/drawing/2014/main" id="{5116EE6F-22C2-483E-B451-7BCD78285145}"/>
              </a:ext>
            </a:extLst>
          </p:cNvPr>
          <p:cNvSpPr/>
          <p:nvPr/>
        </p:nvSpPr>
        <p:spPr>
          <a:xfrm>
            <a:off x="7039306" y="2681757"/>
            <a:ext cx="1073025" cy="60404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58" name="표 157">
            <a:extLst>
              <a:ext uri="{FF2B5EF4-FFF2-40B4-BE49-F238E27FC236}">
                <a16:creationId xmlns:a16="http://schemas.microsoft.com/office/drawing/2014/main" id="{1B8399E2-8728-4F06-B2E4-45CC3ED210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2740406"/>
              </p:ext>
            </p:extLst>
          </p:nvPr>
        </p:nvGraphicFramePr>
        <p:xfrm>
          <a:off x="263480" y="4340954"/>
          <a:ext cx="7929873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643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충전량</a:t>
                      </a:r>
                      <a:endParaRPr lang="en-US" altLang="ko-KR" sz="8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충전 계획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59" name="표 158">
            <a:extLst>
              <a:ext uri="{FF2B5EF4-FFF2-40B4-BE49-F238E27FC236}">
                <a16:creationId xmlns:a16="http://schemas.microsoft.com/office/drawing/2014/main" id="{29BC4313-E480-428A-B094-CEBD06AB17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0685911"/>
              </p:ext>
            </p:extLst>
          </p:nvPr>
        </p:nvGraphicFramePr>
        <p:xfrm>
          <a:off x="263477" y="4694269"/>
          <a:ext cx="7929873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643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3067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0349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방전량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accent3"/>
                          </a:solidFill>
                          <a:latin typeface="+mn-lt"/>
                          <a:ea typeface="+mn-ea"/>
                          <a:cs typeface="+mn-cs"/>
                        </a:rPr>
                        <a:t>방전 계획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87766AD0-3E54-4227-8966-40200BC2BBA6}"/>
              </a:ext>
            </a:extLst>
          </p:cNvPr>
          <p:cNvSpPr/>
          <p:nvPr/>
        </p:nvSpPr>
        <p:spPr>
          <a:xfrm>
            <a:off x="7559944" y="198214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방전 계획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80026016-30C2-47EE-B9B3-420F8A8D6156}"/>
              </a:ext>
            </a:extLst>
          </p:cNvPr>
          <p:cNvSpPr txBox="1"/>
          <p:nvPr/>
        </p:nvSpPr>
        <p:spPr>
          <a:xfrm>
            <a:off x="7221242" y="5104289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3F26BC78-0460-45FB-816A-2FAD62BE5DEE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7E4E13EF-4A65-4079-93DB-F73A0D79299D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91D098D5-B2E5-41B5-968D-A8D97E37CB20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31364A7D-0472-42E4-9876-ED46AF1FD910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AEA27FF5-611E-404D-AA6A-652DDE30D374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A9F326A9-E96A-4398-8D25-7EB9D0B62F42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2070197" y="141340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855713" y="140259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029387" y="143009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153321" y="19019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952674" y="143009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3" name="표 92">
            <a:extLst>
              <a:ext uri="{FF2B5EF4-FFF2-40B4-BE49-F238E27FC236}">
                <a16:creationId xmlns:a16="http://schemas.microsoft.com/office/drawing/2014/main" id="{441287E9-49A2-4367-85D8-056FB48BFA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0526437"/>
              </p:ext>
            </p:extLst>
          </p:nvPr>
        </p:nvGraphicFramePr>
        <p:xfrm>
          <a:off x="327711" y="6069704"/>
          <a:ext cx="4114985" cy="7219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방전량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충전계획량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방전계획량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962852"/>
                  </a:ext>
                </a:extLst>
              </a:tr>
            </a:tbl>
          </a:graphicData>
        </a:graphic>
      </p:graphicFrame>
      <p:sp>
        <p:nvSpPr>
          <p:cNvPr id="94" name="타원형 설명선 225">
            <a:extLst>
              <a:ext uri="{FF2B5EF4-FFF2-40B4-BE49-F238E27FC236}">
                <a16:creationId xmlns:a16="http://schemas.microsoft.com/office/drawing/2014/main" id="{DA726816-D283-431E-9376-677CC803D7B0}"/>
              </a:ext>
            </a:extLst>
          </p:cNvPr>
          <p:cNvSpPr/>
          <p:nvPr/>
        </p:nvSpPr>
        <p:spPr>
          <a:xfrm>
            <a:off x="30886" y="605368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5" name="표 94">
            <a:extLst>
              <a:ext uri="{FF2B5EF4-FFF2-40B4-BE49-F238E27FC236}">
                <a16:creationId xmlns:a16="http://schemas.microsoft.com/office/drawing/2014/main" id="{E4950604-4C01-4514-90D0-CF96E5AD0A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9755159"/>
              </p:ext>
            </p:extLst>
          </p:nvPr>
        </p:nvGraphicFramePr>
        <p:xfrm>
          <a:off x="4599913" y="6106661"/>
          <a:ext cx="3788722" cy="6657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96" name="타원형 설명선 225">
            <a:extLst>
              <a:ext uri="{FF2B5EF4-FFF2-40B4-BE49-F238E27FC236}">
                <a16:creationId xmlns:a16="http://schemas.microsoft.com/office/drawing/2014/main" id="{CBDC5C9C-22A8-49DD-A581-409DE0F7A52D}"/>
              </a:ext>
            </a:extLst>
          </p:cNvPr>
          <p:cNvSpPr/>
          <p:nvPr/>
        </p:nvSpPr>
        <p:spPr>
          <a:xfrm>
            <a:off x="4304928" y="607538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D98636B-F0F4-4E3B-9F2E-9DFE19C95966}"/>
              </a:ext>
            </a:extLst>
          </p:cNvPr>
          <p:cNvSpPr/>
          <p:nvPr/>
        </p:nvSpPr>
        <p:spPr>
          <a:xfrm>
            <a:off x="7676031" y="1555279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65134330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22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2412200"/>
              </p:ext>
            </p:extLst>
          </p:nvPr>
        </p:nvGraphicFramePr>
        <p:xfrm>
          <a:off x="8469313" y="276225"/>
          <a:ext cx="1404000" cy="552825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부하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예측 부하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내용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마우스 커서가 오버된 위치의 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 안에 부하는 다음 기준으로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MWh : 9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Wh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미만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 충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시점의 전력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기간이 오늘이 아닐 경우에는 기간 內 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72657"/>
            <a:ext cx="8208912" cy="524124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861412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56792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5679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5679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56792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56792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56792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24500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23655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326CBCB-329A-4C09-A801-8C26FFCF7D00}"/>
              </a:ext>
            </a:extLst>
          </p:cNvPr>
          <p:cNvSpPr/>
          <p:nvPr/>
        </p:nvSpPr>
        <p:spPr>
          <a:xfrm>
            <a:off x="150835" y="1556792"/>
            <a:ext cx="1224136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시간대 별  발전량</a:t>
            </a:r>
          </a:p>
        </p:txBody>
      </p:sp>
      <p:graphicFrame>
        <p:nvGraphicFramePr>
          <p:cNvPr id="108" name="표 107">
            <a:extLst>
              <a:ext uri="{FF2B5EF4-FFF2-40B4-BE49-F238E27FC236}">
                <a16:creationId xmlns:a16="http://schemas.microsoft.com/office/drawing/2014/main" id="{403E27D5-30B0-47CB-AA15-EC86E7444F9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61327" y="2294616"/>
          <a:ext cx="7932032" cy="20282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40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7415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2858281"/>
                  </a:ext>
                </a:extLst>
              </a:tr>
              <a:tr h="18438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12FD2C40-C338-47D8-9D65-CB7EBC3A09B7}"/>
              </a:ext>
            </a:extLst>
          </p:cNvPr>
          <p:cNvSpPr/>
          <p:nvPr/>
        </p:nvSpPr>
        <p:spPr>
          <a:xfrm>
            <a:off x="3789719" y="5476079"/>
            <a:ext cx="612068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900" b="1" dirty="0">
                <a:solidFill>
                  <a:srgbClr val="00B050"/>
                </a:solidFill>
                <a:latin typeface="맑은 고딕" pitchFamily="50" charset="-127"/>
                <a:ea typeface="맑은 고딕" pitchFamily="50" charset="-127"/>
              </a:rPr>
              <a:t>누적 </a:t>
            </a:r>
            <a:r>
              <a:rPr lang="ko-KR" altLang="en-US" sz="900" b="1" dirty="0" err="1">
                <a:solidFill>
                  <a:srgbClr val="00B050"/>
                </a:solidFill>
                <a:latin typeface="맑은 고딕" pitchFamily="50" charset="-127"/>
                <a:ea typeface="맑은 고딕" pitchFamily="50" charset="-127"/>
              </a:rPr>
              <a:t>충전량</a:t>
            </a:r>
            <a:endParaRPr lang="ko-KR" altLang="en-US" sz="900" b="1" dirty="0">
              <a:solidFill>
                <a:srgbClr val="00B05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518DB612-90E3-46DD-B017-EECB282018D1}"/>
              </a:ext>
            </a:extLst>
          </p:cNvPr>
          <p:cNvSpPr/>
          <p:nvPr/>
        </p:nvSpPr>
        <p:spPr>
          <a:xfrm>
            <a:off x="4589836" y="5404070"/>
            <a:ext cx="1180103" cy="5490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1,500</a:t>
            </a:r>
            <a:endParaRPr lang="ko-KR" altLang="en-US" sz="32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D548B87-0E06-4D77-A981-CC105AF3E1F0}"/>
              </a:ext>
            </a:extLst>
          </p:cNvPr>
          <p:cNvSpPr/>
          <p:nvPr/>
        </p:nvSpPr>
        <p:spPr>
          <a:xfrm>
            <a:off x="5841947" y="5476079"/>
            <a:ext cx="360040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150000"/>
              </a:lnSpc>
            </a:pPr>
            <a:r>
              <a:rPr lang="en-US" altLang="ko-KR" sz="900" b="1" dirty="0">
                <a:solidFill>
                  <a:srgbClr val="00B050"/>
                </a:solidFill>
                <a:latin typeface="맑은 고딕" pitchFamily="50" charset="-127"/>
                <a:ea typeface="맑은 고딕" pitchFamily="50" charset="-127"/>
              </a:rPr>
              <a:t>kWh</a:t>
            </a:r>
            <a:endParaRPr lang="ko-KR" altLang="en-US" sz="900" b="1" dirty="0">
              <a:solidFill>
                <a:srgbClr val="00B05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id="{A7744939-3A96-4389-A058-8BE19F4DE88F}"/>
              </a:ext>
            </a:extLst>
          </p:cNvPr>
          <p:cNvCxnSpPr>
            <a:cxnSpLocks/>
          </p:cNvCxnSpPr>
          <p:nvPr/>
        </p:nvCxnSpPr>
        <p:spPr>
          <a:xfrm>
            <a:off x="7534135" y="2322386"/>
            <a:ext cx="0" cy="177951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6548C795-7DDE-4D60-BA9C-2A4F3088BD6D}"/>
              </a:ext>
            </a:extLst>
          </p:cNvPr>
          <p:cNvCxnSpPr/>
          <p:nvPr/>
        </p:nvCxnSpPr>
        <p:spPr>
          <a:xfrm>
            <a:off x="3512840" y="2116150"/>
            <a:ext cx="504056" cy="0"/>
          </a:xfrm>
          <a:prstGeom prst="line">
            <a:avLst/>
          </a:prstGeom>
          <a:ln w="190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00A7094D-E4E2-4D34-A2F8-9E47F58CC2BE}"/>
              </a:ext>
            </a:extLst>
          </p:cNvPr>
          <p:cNvSpPr/>
          <p:nvPr/>
        </p:nvSpPr>
        <p:spPr>
          <a:xfrm>
            <a:off x="4088904" y="199392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충전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07617ABA-F664-4785-A66A-21C2540D1E99}"/>
              </a:ext>
            </a:extLst>
          </p:cNvPr>
          <p:cNvCxnSpPr/>
          <p:nvPr/>
        </p:nvCxnSpPr>
        <p:spPr>
          <a:xfrm>
            <a:off x="4664968" y="2116150"/>
            <a:ext cx="504056" cy="0"/>
          </a:xfrm>
          <a:prstGeom prst="line">
            <a:avLst/>
          </a:prstGeom>
          <a:noFill/>
          <a:ln w="19050"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9203740D-1602-47D0-912C-2823EC89F4C2}"/>
              </a:ext>
            </a:extLst>
          </p:cNvPr>
          <p:cNvSpPr/>
          <p:nvPr/>
        </p:nvSpPr>
        <p:spPr>
          <a:xfrm>
            <a:off x="5241032" y="199392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방전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073CB1F9-61AF-4794-9A43-30A90EE75826}"/>
              </a:ext>
            </a:extLst>
          </p:cNvPr>
          <p:cNvSpPr/>
          <p:nvPr/>
        </p:nvSpPr>
        <p:spPr>
          <a:xfrm>
            <a:off x="6231349" y="5457604"/>
            <a:ext cx="612068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9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누적 </a:t>
            </a:r>
            <a:r>
              <a:rPr lang="ko-KR" altLang="en-US" sz="900" b="1" dirty="0" err="1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방전량</a:t>
            </a:r>
            <a:endParaRPr lang="ko-KR" altLang="en-US" sz="900" b="1" dirty="0">
              <a:solidFill>
                <a:srgbClr val="FF66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92C695F4-794D-4CD9-855C-DDD9E5EBE609}"/>
              </a:ext>
            </a:extLst>
          </p:cNvPr>
          <p:cNvSpPr/>
          <p:nvPr/>
        </p:nvSpPr>
        <p:spPr>
          <a:xfrm>
            <a:off x="6885295" y="5385595"/>
            <a:ext cx="1080888" cy="5490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1,000</a:t>
            </a:r>
            <a:endParaRPr lang="ko-KR" altLang="en-US" sz="32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8A843CA8-2458-4671-BF8F-1678A15616F3}"/>
              </a:ext>
            </a:extLst>
          </p:cNvPr>
          <p:cNvSpPr/>
          <p:nvPr/>
        </p:nvSpPr>
        <p:spPr>
          <a:xfrm>
            <a:off x="8038191" y="5457604"/>
            <a:ext cx="360040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150000"/>
              </a:lnSpc>
            </a:pPr>
            <a:r>
              <a:rPr lang="en-US" altLang="ko-KR" sz="9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kWh</a:t>
            </a:r>
            <a:endParaRPr lang="ko-KR" altLang="en-US" sz="900" b="1" dirty="0">
              <a:solidFill>
                <a:srgbClr val="FF66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9A53836B-5B31-4494-8B63-C8A467E76D82}"/>
              </a:ext>
            </a:extLst>
          </p:cNvPr>
          <p:cNvGrpSpPr/>
          <p:nvPr/>
        </p:nvGrpSpPr>
        <p:grpSpPr>
          <a:xfrm>
            <a:off x="278973" y="5673676"/>
            <a:ext cx="862386" cy="211955"/>
            <a:chOff x="4861742" y="3907374"/>
            <a:chExt cx="862386" cy="211955"/>
          </a:xfrm>
        </p:grpSpPr>
        <p:pic>
          <p:nvPicPr>
            <p:cNvPr id="121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5C68F5C5-5635-42D1-B634-6E4756EC18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BD7D97C-F9D7-4F35-A7EC-B3B946BBCC02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75FE7E5F-E413-4CEB-9EA7-AAA7844A2A15}"/>
              </a:ext>
            </a:extLst>
          </p:cNvPr>
          <p:cNvCxnSpPr/>
          <p:nvPr/>
        </p:nvCxnSpPr>
        <p:spPr>
          <a:xfrm>
            <a:off x="7039306" y="2109741"/>
            <a:ext cx="504056" cy="0"/>
          </a:xfrm>
          <a:prstGeom prst="line">
            <a:avLst/>
          </a:prstGeom>
          <a:ln w="12700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021214D-A2A1-4E8A-986E-48CD36779487}"/>
              </a:ext>
            </a:extLst>
          </p:cNvPr>
          <p:cNvCxnSpPr/>
          <p:nvPr/>
        </p:nvCxnSpPr>
        <p:spPr>
          <a:xfrm>
            <a:off x="981407" y="2569986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69125AB8-A254-4025-99A5-C41C8B9146E8}"/>
              </a:ext>
            </a:extLst>
          </p:cNvPr>
          <p:cNvCxnSpPr/>
          <p:nvPr/>
        </p:nvCxnSpPr>
        <p:spPr>
          <a:xfrm>
            <a:off x="981407" y="3306844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C5EEB54F-2035-4DF4-998F-F6EC8D648962}"/>
              </a:ext>
            </a:extLst>
          </p:cNvPr>
          <p:cNvCxnSpPr/>
          <p:nvPr/>
        </p:nvCxnSpPr>
        <p:spPr>
          <a:xfrm>
            <a:off x="974634" y="3675273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9D029297-9092-447B-BBD9-A43978D80D0F}"/>
              </a:ext>
            </a:extLst>
          </p:cNvPr>
          <p:cNvCxnSpPr/>
          <p:nvPr/>
        </p:nvCxnSpPr>
        <p:spPr>
          <a:xfrm>
            <a:off x="974634" y="2938415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6456FF39-8DFD-4DFB-9820-7F83A253A5DC}"/>
              </a:ext>
            </a:extLst>
          </p:cNvPr>
          <p:cNvCxnSpPr/>
          <p:nvPr/>
        </p:nvCxnSpPr>
        <p:spPr>
          <a:xfrm>
            <a:off x="974634" y="4048598"/>
            <a:ext cx="72000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39979DFA-6BA8-40F8-9911-8280AAF0A44E}"/>
              </a:ext>
            </a:extLst>
          </p:cNvPr>
          <p:cNvCxnSpPr/>
          <p:nvPr/>
        </p:nvCxnSpPr>
        <p:spPr>
          <a:xfrm>
            <a:off x="5745088" y="2113512"/>
            <a:ext cx="504056" cy="0"/>
          </a:xfrm>
          <a:prstGeom prst="line">
            <a:avLst/>
          </a:prstGeom>
          <a:ln w="12700">
            <a:solidFill>
              <a:schemeClr val="tx1">
                <a:lumMod val="65000"/>
                <a:lumOff val="3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E89CF3F6-F709-40F4-BEFD-A31A280953CF}"/>
              </a:ext>
            </a:extLst>
          </p:cNvPr>
          <p:cNvSpPr/>
          <p:nvPr/>
        </p:nvSpPr>
        <p:spPr>
          <a:xfrm>
            <a:off x="6321152" y="1991284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충전 계획</a:t>
            </a: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48F2B437-5E69-451C-8F53-6F7777F58B09}"/>
              </a:ext>
            </a:extLst>
          </p:cNvPr>
          <p:cNvGrpSpPr/>
          <p:nvPr/>
        </p:nvGrpSpPr>
        <p:grpSpPr>
          <a:xfrm flipH="1" flipV="1">
            <a:off x="4125293" y="3314277"/>
            <a:ext cx="2688227" cy="511784"/>
            <a:chOff x="1501760" y="2998490"/>
            <a:chExt cx="2520272" cy="1366614"/>
          </a:xfrm>
          <a:solidFill>
            <a:srgbClr val="FF6600"/>
          </a:solidFill>
        </p:grpSpPr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34256C1B-0A00-4A3D-9F9D-43EC55B09010}"/>
                </a:ext>
              </a:extLst>
            </p:cNvPr>
            <p:cNvSpPr/>
            <p:nvPr/>
          </p:nvSpPr>
          <p:spPr>
            <a:xfrm>
              <a:off x="1501760" y="4217882"/>
              <a:ext cx="72000" cy="14722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28E9FE92-02DE-4619-BDC0-7F9488A7FE34}"/>
                </a:ext>
              </a:extLst>
            </p:cNvPr>
            <p:cNvSpPr/>
            <p:nvPr/>
          </p:nvSpPr>
          <p:spPr>
            <a:xfrm>
              <a:off x="3950032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5087ECF3-13C7-45F5-BA4D-34D877BDB3EE}"/>
                </a:ext>
              </a:extLst>
            </p:cNvPr>
            <p:cNvSpPr/>
            <p:nvPr/>
          </p:nvSpPr>
          <p:spPr>
            <a:xfrm>
              <a:off x="3638317" y="3069104"/>
              <a:ext cx="72000" cy="129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2" name="직사각형 151">
              <a:extLst>
                <a:ext uri="{FF2B5EF4-FFF2-40B4-BE49-F238E27FC236}">
                  <a16:creationId xmlns:a16="http://schemas.microsoft.com/office/drawing/2014/main" id="{47329883-915D-425F-93AD-6723294B76DC}"/>
                </a:ext>
              </a:extLst>
            </p:cNvPr>
            <p:cNvSpPr/>
            <p:nvPr/>
          </p:nvSpPr>
          <p:spPr>
            <a:xfrm>
              <a:off x="3327361" y="3214514"/>
              <a:ext cx="72000" cy="115059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53D95038-698F-49B2-BB38-3EFE47F3C971}"/>
                </a:ext>
              </a:extLst>
            </p:cNvPr>
            <p:cNvSpPr/>
            <p:nvPr/>
          </p:nvSpPr>
          <p:spPr>
            <a:xfrm>
              <a:off x="3013928" y="3575612"/>
              <a:ext cx="72000" cy="78949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9DC7D09C-75FF-4D92-BC6F-93C300B9BFDE}"/>
                </a:ext>
              </a:extLst>
            </p:cNvPr>
            <p:cNvSpPr/>
            <p:nvPr/>
          </p:nvSpPr>
          <p:spPr>
            <a:xfrm>
              <a:off x="2748848" y="3681104"/>
              <a:ext cx="72000" cy="684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5" name="직사각형 154">
              <a:extLst>
                <a:ext uri="{FF2B5EF4-FFF2-40B4-BE49-F238E27FC236}">
                  <a16:creationId xmlns:a16="http://schemas.microsoft.com/office/drawing/2014/main" id="{50F25AC4-CEC4-4A0E-B23B-D48CCD294552}"/>
                </a:ext>
              </a:extLst>
            </p:cNvPr>
            <p:cNvSpPr/>
            <p:nvPr/>
          </p:nvSpPr>
          <p:spPr>
            <a:xfrm>
              <a:off x="2437864" y="3807104"/>
              <a:ext cx="72000" cy="55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797EC4A7-9208-4B12-B315-089B32134A33}"/>
                </a:ext>
              </a:extLst>
            </p:cNvPr>
            <p:cNvSpPr/>
            <p:nvPr/>
          </p:nvSpPr>
          <p:spPr>
            <a:xfrm>
              <a:off x="2123923" y="3862586"/>
              <a:ext cx="72000" cy="50251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F39A9B20-E4DB-47EA-A50A-8D6A0F9F070D}"/>
                </a:ext>
              </a:extLst>
            </p:cNvPr>
            <p:cNvSpPr/>
            <p:nvPr/>
          </p:nvSpPr>
          <p:spPr>
            <a:xfrm>
              <a:off x="1789792" y="4059104"/>
              <a:ext cx="72000" cy="30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8F518B5-D539-47E3-A462-CC4F10F0BDE5}"/>
              </a:ext>
            </a:extLst>
          </p:cNvPr>
          <p:cNvGrpSpPr/>
          <p:nvPr/>
        </p:nvGrpSpPr>
        <p:grpSpPr>
          <a:xfrm>
            <a:off x="1171506" y="2772920"/>
            <a:ext cx="2520272" cy="536324"/>
            <a:chOff x="1403648" y="2780928"/>
            <a:chExt cx="2520272" cy="1584176"/>
          </a:xfrm>
          <a:solidFill>
            <a:srgbClr val="00B050"/>
          </a:solidFill>
        </p:grpSpPr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CEB3E45B-045E-4196-97A9-952E3EBF00E9}"/>
                </a:ext>
              </a:extLst>
            </p:cNvPr>
            <p:cNvSpPr/>
            <p:nvPr/>
          </p:nvSpPr>
          <p:spPr>
            <a:xfrm>
              <a:off x="1403648" y="4185104"/>
              <a:ext cx="72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BCE6A953-5A4D-49B9-8ED2-F7EDCFF7F428}"/>
                </a:ext>
              </a:extLst>
            </p:cNvPr>
            <p:cNvSpPr/>
            <p:nvPr/>
          </p:nvSpPr>
          <p:spPr>
            <a:xfrm>
              <a:off x="3540205" y="2998490"/>
              <a:ext cx="72000" cy="13666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C5CBFDF4-AB25-429E-92CB-E4A46C317210}"/>
                </a:ext>
              </a:extLst>
            </p:cNvPr>
            <p:cNvSpPr/>
            <p:nvPr/>
          </p:nvSpPr>
          <p:spPr>
            <a:xfrm>
              <a:off x="3229249" y="3249104"/>
              <a:ext cx="72000" cy="111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8E3E502B-405D-4DB1-914D-679D02CD713E}"/>
                </a:ext>
              </a:extLst>
            </p:cNvPr>
            <p:cNvSpPr/>
            <p:nvPr/>
          </p:nvSpPr>
          <p:spPr>
            <a:xfrm>
              <a:off x="2915816" y="3429104"/>
              <a:ext cx="72000" cy="936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9CFDECA1-1A3F-442B-B5C8-D9EB3E2156FF}"/>
                </a:ext>
              </a:extLst>
            </p:cNvPr>
            <p:cNvSpPr/>
            <p:nvPr/>
          </p:nvSpPr>
          <p:spPr>
            <a:xfrm>
              <a:off x="2650736" y="3575612"/>
              <a:ext cx="72000" cy="78949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DEA5DDB0-81F2-4E48-A4D0-32E2D2517032}"/>
                </a:ext>
              </a:extLst>
            </p:cNvPr>
            <p:cNvSpPr/>
            <p:nvPr/>
          </p:nvSpPr>
          <p:spPr>
            <a:xfrm>
              <a:off x="2339752" y="3753104"/>
              <a:ext cx="72000" cy="61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6B824920-137A-4B3F-AC97-B634363745EB}"/>
                </a:ext>
              </a:extLst>
            </p:cNvPr>
            <p:cNvSpPr/>
            <p:nvPr/>
          </p:nvSpPr>
          <p:spPr>
            <a:xfrm>
              <a:off x="2025811" y="3933104"/>
              <a:ext cx="72000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BBFD94BA-ECBB-44DA-96C8-C5D8F6DDACAC}"/>
                </a:ext>
              </a:extLst>
            </p:cNvPr>
            <p:cNvSpPr/>
            <p:nvPr/>
          </p:nvSpPr>
          <p:spPr>
            <a:xfrm>
              <a:off x="1691680" y="4005104"/>
              <a:ext cx="72000" cy="36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56F4DEC5-8876-4861-9A88-57B885A75295}"/>
                </a:ext>
              </a:extLst>
            </p:cNvPr>
            <p:cNvSpPr/>
            <p:nvPr/>
          </p:nvSpPr>
          <p:spPr>
            <a:xfrm>
              <a:off x="3851920" y="2780928"/>
              <a:ext cx="72000" cy="1584176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70C0"/>
                </a:solidFill>
              </a:endParaRPr>
            </a:p>
          </p:txBody>
        </p: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448464A8-0CAA-4A65-8373-02B1EDFBD476}"/>
              </a:ext>
            </a:extLst>
          </p:cNvPr>
          <p:cNvGrpSpPr/>
          <p:nvPr/>
        </p:nvGrpSpPr>
        <p:grpSpPr>
          <a:xfrm>
            <a:off x="7076155" y="3191010"/>
            <a:ext cx="353772" cy="121878"/>
            <a:chOff x="1403648" y="4005104"/>
            <a:chExt cx="360032" cy="360000"/>
          </a:xfrm>
          <a:solidFill>
            <a:srgbClr val="00B050"/>
          </a:solidFill>
        </p:grpSpPr>
        <p:sp>
          <p:nvSpPr>
            <p:cNvPr id="138" name="직사각형 137">
              <a:extLst>
                <a:ext uri="{FF2B5EF4-FFF2-40B4-BE49-F238E27FC236}">
                  <a16:creationId xmlns:a16="http://schemas.microsoft.com/office/drawing/2014/main" id="{2ADB9A79-ABA6-49A1-9DD5-DE51D698C001}"/>
                </a:ext>
              </a:extLst>
            </p:cNvPr>
            <p:cNvSpPr/>
            <p:nvPr/>
          </p:nvSpPr>
          <p:spPr>
            <a:xfrm>
              <a:off x="1403648" y="4185104"/>
              <a:ext cx="72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69118776-2F5E-4DFA-8801-25B05ACDEE56}"/>
                </a:ext>
              </a:extLst>
            </p:cNvPr>
            <p:cNvSpPr/>
            <p:nvPr/>
          </p:nvSpPr>
          <p:spPr>
            <a:xfrm>
              <a:off x="1691680" y="4005104"/>
              <a:ext cx="72000" cy="36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35" name="자유형 33">
            <a:extLst>
              <a:ext uri="{FF2B5EF4-FFF2-40B4-BE49-F238E27FC236}">
                <a16:creationId xmlns:a16="http://schemas.microsoft.com/office/drawing/2014/main" id="{CA02E4B3-956E-4D5C-B54F-7D43642C84CF}"/>
              </a:ext>
            </a:extLst>
          </p:cNvPr>
          <p:cNvSpPr/>
          <p:nvPr/>
        </p:nvSpPr>
        <p:spPr>
          <a:xfrm flipH="1" flipV="1">
            <a:off x="4008787" y="3312883"/>
            <a:ext cx="2876505" cy="53632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accent3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6" name="자유형 83">
            <a:extLst>
              <a:ext uri="{FF2B5EF4-FFF2-40B4-BE49-F238E27FC236}">
                <a16:creationId xmlns:a16="http://schemas.microsoft.com/office/drawing/2014/main" id="{60CAAD73-1334-4889-B853-8AFD1B2E7740}"/>
              </a:ext>
            </a:extLst>
          </p:cNvPr>
          <p:cNvSpPr/>
          <p:nvPr/>
        </p:nvSpPr>
        <p:spPr>
          <a:xfrm>
            <a:off x="1164944" y="2703745"/>
            <a:ext cx="2742866" cy="60404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7" name="자유형 83">
            <a:extLst>
              <a:ext uri="{FF2B5EF4-FFF2-40B4-BE49-F238E27FC236}">
                <a16:creationId xmlns:a16="http://schemas.microsoft.com/office/drawing/2014/main" id="{5116EE6F-22C2-483E-B451-7BCD78285145}"/>
              </a:ext>
            </a:extLst>
          </p:cNvPr>
          <p:cNvSpPr/>
          <p:nvPr/>
        </p:nvSpPr>
        <p:spPr>
          <a:xfrm>
            <a:off x="7039306" y="2681757"/>
            <a:ext cx="1073025" cy="604045"/>
          </a:xfrm>
          <a:custGeom>
            <a:avLst/>
            <a:gdLst>
              <a:gd name="connsiteX0" fmla="*/ 0 w 4368800"/>
              <a:gd name="connsiteY0" fmla="*/ 389467 h 414867"/>
              <a:gd name="connsiteX1" fmla="*/ 270933 w 4368800"/>
              <a:gd name="connsiteY1" fmla="*/ 321733 h 414867"/>
              <a:gd name="connsiteX2" fmla="*/ 575733 w 4368800"/>
              <a:gd name="connsiteY2" fmla="*/ 414867 h 414867"/>
              <a:gd name="connsiteX3" fmla="*/ 880533 w 4368800"/>
              <a:gd name="connsiteY3" fmla="*/ 355600 h 414867"/>
              <a:gd name="connsiteX4" fmla="*/ 1134533 w 4368800"/>
              <a:gd name="connsiteY4" fmla="*/ 203200 h 414867"/>
              <a:gd name="connsiteX5" fmla="*/ 1456266 w 4368800"/>
              <a:gd name="connsiteY5" fmla="*/ 313267 h 414867"/>
              <a:gd name="connsiteX6" fmla="*/ 1727200 w 4368800"/>
              <a:gd name="connsiteY6" fmla="*/ 254000 h 414867"/>
              <a:gd name="connsiteX7" fmla="*/ 1998133 w 4368800"/>
              <a:gd name="connsiteY7" fmla="*/ 135467 h 414867"/>
              <a:gd name="connsiteX8" fmla="*/ 2353733 w 4368800"/>
              <a:gd name="connsiteY8" fmla="*/ 287867 h 414867"/>
              <a:gd name="connsiteX9" fmla="*/ 2607733 w 4368800"/>
              <a:gd name="connsiteY9" fmla="*/ 169333 h 414867"/>
              <a:gd name="connsiteX10" fmla="*/ 2946400 w 4368800"/>
              <a:gd name="connsiteY10" fmla="*/ 211667 h 414867"/>
              <a:gd name="connsiteX11" fmla="*/ 3234266 w 4368800"/>
              <a:gd name="connsiteY11" fmla="*/ 203200 h 414867"/>
              <a:gd name="connsiteX12" fmla="*/ 3505200 w 4368800"/>
              <a:gd name="connsiteY12" fmla="*/ 0 h 414867"/>
              <a:gd name="connsiteX13" fmla="*/ 3810000 w 4368800"/>
              <a:gd name="connsiteY13" fmla="*/ 135467 h 414867"/>
              <a:gd name="connsiteX14" fmla="*/ 4097866 w 4368800"/>
              <a:gd name="connsiteY14" fmla="*/ 42333 h 414867"/>
              <a:gd name="connsiteX15" fmla="*/ 4368800 w 4368800"/>
              <a:gd name="connsiteY15" fmla="*/ 118533 h 414867"/>
              <a:gd name="connsiteX0" fmla="*/ 0 w 4368800"/>
              <a:gd name="connsiteY0" fmla="*/ 524934 h 524934"/>
              <a:gd name="connsiteX1" fmla="*/ 270933 w 4368800"/>
              <a:gd name="connsiteY1" fmla="*/ 321733 h 524934"/>
              <a:gd name="connsiteX2" fmla="*/ 575733 w 4368800"/>
              <a:gd name="connsiteY2" fmla="*/ 414867 h 524934"/>
              <a:gd name="connsiteX3" fmla="*/ 880533 w 4368800"/>
              <a:gd name="connsiteY3" fmla="*/ 355600 h 524934"/>
              <a:gd name="connsiteX4" fmla="*/ 1134533 w 4368800"/>
              <a:gd name="connsiteY4" fmla="*/ 203200 h 524934"/>
              <a:gd name="connsiteX5" fmla="*/ 1456266 w 4368800"/>
              <a:gd name="connsiteY5" fmla="*/ 313267 h 524934"/>
              <a:gd name="connsiteX6" fmla="*/ 1727200 w 4368800"/>
              <a:gd name="connsiteY6" fmla="*/ 254000 h 524934"/>
              <a:gd name="connsiteX7" fmla="*/ 1998133 w 4368800"/>
              <a:gd name="connsiteY7" fmla="*/ 135467 h 524934"/>
              <a:gd name="connsiteX8" fmla="*/ 2353733 w 4368800"/>
              <a:gd name="connsiteY8" fmla="*/ 287867 h 524934"/>
              <a:gd name="connsiteX9" fmla="*/ 2607733 w 4368800"/>
              <a:gd name="connsiteY9" fmla="*/ 169333 h 524934"/>
              <a:gd name="connsiteX10" fmla="*/ 2946400 w 4368800"/>
              <a:gd name="connsiteY10" fmla="*/ 211667 h 524934"/>
              <a:gd name="connsiteX11" fmla="*/ 3234266 w 4368800"/>
              <a:gd name="connsiteY11" fmla="*/ 203200 h 524934"/>
              <a:gd name="connsiteX12" fmla="*/ 3505200 w 4368800"/>
              <a:gd name="connsiteY12" fmla="*/ 0 h 524934"/>
              <a:gd name="connsiteX13" fmla="*/ 3810000 w 4368800"/>
              <a:gd name="connsiteY13" fmla="*/ 135467 h 524934"/>
              <a:gd name="connsiteX14" fmla="*/ 4097866 w 4368800"/>
              <a:gd name="connsiteY14" fmla="*/ 42333 h 524934"/>
              <a:gd name="connsiteX15" fmla="*/ 4368800 w 4368800"/>
              <a:gd name="connsiteY15" fmla="*/ 118533 h 524934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46400 w 4368800"/>
              <a:gd name="connsiteY10" fmla="*/ 2286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41867 h 541867"/>
              <a:gd name="connsiteX1" fmla="*/ 270933 w 4368800"/>
              <a:gd name="connsiteY1" fmla="*/ 338666 h 541867"/>
              <a:gd name="connsiteX2" fmla="*/ 575733 w 4368800"/>
              <a:gd name="connsiteY2" fmla="*/ 431800 h 541867"/>
              <a:gd name="connsiteX3" fmla="*/ 880533 w 4368800"/>
              <a:gd name="connsiteY3" fmla="*/ 372533 h 541867"/>
              <a:gd name="connsiteX4" fmla="*/ 1134533 w 4368800"/>
              <a:gd name="connsiteY4" fmla="*/ 220133 h 541867"/>
              <a:gd name="connsiteX5" fmla="*/ 1456266 w 4368800"/>
              <a:gd name="connsiteY5" fmla="*/ 330200 h 541867"/>
              <a:gd name="connsiteX6" fmla="*/ 1727200 w 4368800"/>
              <a:gd name="connsiteY6" fmla="*/ 270933 h 541867"/>
              <a:gd name="connsiteX7" fmla="*/ 2048933 w 4368800"/>
              <a:gd name="connsiteY7" fmla="*/ 0 h 541867"/>
              <a:gd name="connsiteX8" fmla="*/ 2353733 w 4368800"/>
              <a:gd name="connsiteY8" fmla="*/ 304800 h 541867"/>
              <a:gd name="connsiteX9" fmla="*/ 2607733 w 4368800"/>
              <a:gd name="connsiteY9" fmla="*/ 186266 h 541867"/>
              <a:gd name="connsiteX10" fmla="*/ 2963334 w 4368800"/>
              <a:gd name="connsiteY10" fmla="*/ 152400 h 541867"/>
              <a:gd name="connsiteX11" fmla="*/ 3234266 w 4368800"/>
              <a:gd name="connsiteY11" fmla="*/ 220133 h 541867"/>
              <a:gd name="connsiteX12" fmla="*/ 3505200 w 4368800"/>
              <a:gd name="connsiteY12" fmla="*/ 16933 h 541867"/>
              <a:gd name="connsiteX13" fmla="*/ 3810000 w 4368800"/>
              <a:gd name="connsiteY13" fmla="*/ 152400 h 541867"/>
              <a:gd name="connsiteX14" fmla="*/ 4097866 w 4368800"/>
              <a:gd name="connsiteY14" fmla="*/ 59266 h 541867"/>
              <a:gd name="connsiteX15" fmla="*/ 4368800 w 4368800"/>
              <a:gd name="connsiteY15" fmla="*/ 135466 h 541867"/>
              <a:gd name="connsiteX0" fmla="*/ 0 w 4368800"/>
              <a:gd name="connsiteY0" fmla="*/ 575734 h 575734"/>
              <a:gd name="connsiteX1" fmla="*/ 270933 w 4368800"/>
              <a:gd name="connsiteY1" fmla="*/ 372533 h 575734"/>
              <a:gd name="connsiteX2" fmla="*/ 575733 w 4368800"/>
              <a:gd name="connsiteY2" fmla="*/ 465667 h 575734"/>
              <a:gd name="connsiteX3" fmla="*/ 880533 w 4368800"/>
              <a:gd name="connsiteY3" fmla="*/ 406400 h 575734"/>
              <a:gd name="connsiteX4" fmla="*/ 1134533 w 4368800"/>
              <a:gd name="connsiteY4" fmla="*/ 254000 h 575734"/>
              <a:gd name="connsiteX5" fmla="*/ 1456266 w 4368800"/>
              <a:gd name="connsiteY5" fmla="*/ 364067 h 575734"/>
              <a:gd name="connsiteX6" fmla="*/ 1727200 w 4368800"/>
              <a:gd name="connsiteY6" fmla="*/ 304800 h 575734"/>
              <a:gd name="connsiteX7" fmla="*/ 2048933 w 4368800"/>
              <a:gd name="connsiteY7" fmla="*/ 33867 h 575734"/>
              <a:gd name="connsiteX8" fmla="*/ 2353733 w 4368800"/>
              <a:gd name="connsiteY8" fmla="*/ 338667 h 575734"/>
              <a:gd name="connsiteX9" fmla="*/ 2607733 w 4368800"/>
              <a:gd name="connsiteY9" fmla="*/ 220133 h 575734"/>
              <a:gd name="connsiteX10" fmla="*/ 2963334 w 4368800"/>
              <a:gd name="connsiteY10" fmla="*/ 186267 h 575734"/>
              <a:gd name="connsiteX11" fmla="*/ 3234266 w 4368800"/>
              <a:gd name="connsiteY11" fmla="*/ 254000 h 575734"/>
              <a:gd name="connsiteX12" fmla="*/ 3505200 w 4368800"/>
              <a:gd name="connsiteY12" fmla="*/ 0 h 575734"/>
              <a:gd name="connsiteX13" fmla="*/ 3810000 w 4368800"/>
              <a:gd name="connsiteY13" fmla="*/ 186267 h 575734"/>
              <a:gd name="connsiteX14" fmla="*/ 4097866 w 4368800"/>
              <a:gd name="connsiteY14" fmla="*/ 93133 h 575734"/>
              <a:gd name="connsiteX15" fmla="*/ 4368800 w 4368800"/>
              <a:gd name="connsiteY15" fmla="*/ 169333 h 57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68800" h="575734">
                <a:moveTo>
                  <a:pt x="0" y="575734"/>
                </a:moveTo>
                <a:lnTo>
                  <a:pt x="270933" y="372533"/>
                </a:lnTo>
                <a:lnTo>
                  <a:pt x="575733" y="465667"/>
                </a:lnTo>
                <a:lnTo>
                  <a:pt x="880533" y="406400"/>
                </a:lnTo>
                <a:lnTo>
                  <a:pt x="1134533" y="254000"/>
                </a:lnTo>
                <a:lnTo>
                  <a:pt x="1456266" y="364067"/>
                </a:lnTo>
                <a:lnTo>
                  <a:pt x="1727200" y="304800"/>
                </a:lnTo>
                <a:lnTo>
                  <a:pt x="2048933" y="33867"/>
                </a:lnTo>
                <a:lnTo>
                  <a:pt x="2353733" y="338667"/>
                </a:lnTo>
                <a:cubicBezTo>
                  <a:pt x="2438400" y="299156"/>
                  <a:pt x="2506133" y="245533"/>
                  <a:pt x="2607733" y="220133"/>
                </a:cubicBezTo>
                <a:cubicBezTo>
                  <a:pt x="2709333" y="194733"/>
                  <a:pt x="2844800" y="197556"/>
                  <a:pt x="2963334" y="186267"/>
                </a:cubicBezTo>
                <a:lnTo>
                  <a:pt x="3234266" y="254000"/>
                </a:lnTo>
                <a:lnTo>
                  <a:pt x="3505200" y="0"/>
                </a:lnTo>
                <a:lnTo>
                  <a:pt x="3810000" y="186267"/>
                </a:lnTo>
                <a:lnTo>
                  <a:pt x="4097866" y="93133"/>
                </a:lnTo>
                <a:lnTo>
                  <a:pt x="4368800" y="169333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58" name="표 157">
            <a:extLst>
              <a:ext uri="{FF2B5EF4-FFF2-40B4-BE49-F238E27FC236}">
                <a16:creationId xmlns:a16="http://schemas.microsoft.com/office/drawing/2014/main" id="{1B8399E2-8728-4F06-B2E4-45CC3ED2108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63480" y="4340954"/>
          <a:ext cx="7929873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643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충전량</a:t>
                      </a:r>
                      <a:endParaRPr lang="en-US" altLang="ko-KR" sz="8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충전 계획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59" name="표 158">
            <a:extLst>
              <a:ext uri="{FF2B5EF4-FFF2-40B4-BE49-F238E27FC236}">
                <a16:creationId xmlns:a16="http://schemas.microsoft.com/office/drawing/2014/main" id="{29BC4313-E480-428A-B094-CEBD06AB17E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63477" y="4694269"/>
          <a:ext cx="7929873" cy="356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643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3067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0349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8564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방전량</a:t>
                      </a:r>
                      <a:endParaRPr lang="en-US" altLang="ko-KR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66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6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accent3"/>
                          </a:solidFill>
                          <a:latin typeface="+mn-lt"/>
                          <a:ea typeface="+mn-ea"/>
                          <a:cs typeface="+mn-cs"/>
                        </a:rPr>
                        <a:t>방전 계획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accent3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87766AD0-3E54-4227-8966-40200BC2BBA6}"/>
              </a:ext>
            </a:extLst>
          </p:cNvPr>
          <p:cNvSpPr/>
          <p:nvPr/>
        </p:nvSpPr>
        <p:spPr>
          <a:xfrm>
            <a:off x="7559944" y="198214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방전 계획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80026016-30C2-47EE-B9B3-420F8A8D6156}"/>
              </a:ext>
            </a:extLst>
          </p:cNvPr>
          <p:cNvSpPr txBox="1"/>
          <p:nvPr/>
        </p:nvSpPr>
        <p:spPr>
          <a:xfrm>
            <a:off x="7221242" y="5104289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3F26BC78-0460-45FB-816A-2FAD62BE5DEE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7E4E13EF-4A65-4079-93DB-F73A0D79299D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91D098D5-B2E5-41B5-968D-A8D97E37CB20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31364A7D-0472-42E4-9876-ED46AF1FD910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AEA27FF5-611E-404D-AA6A-652DDE30D374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A9F326A9-E96A-4398-8D25-7EB9D0B62F42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06" name="타원형 설명선 205"/>
          <p:cNvSpPr/>
          <p:nvPr/>
        </p:nvSpPr>
        <p:spPr>
          <a:xfrm>
            <a:off x="6937736" y="4969365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98965" y="547607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26681" y="220984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5553" y="421487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3481317" y="541242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BB57D57D-FF45-41A1-83F7-26D90B9F76C2}"/>
              </a:ext>
            </a:extLst>
          </p:cNvPr>
          <p:cNvSpPr/>
          <p:nvPr/>
        </p:nvSpPr>
        <p:spPr>
          <a:xfrm>
            <a:off x="3764867" y="5497492"/>
            <a:ext cx="4572507" cy="49299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말풍선: 사각형 97">
            <a:extLst>
              <a:ext uri="{FF2B5EF4-FFF2-40B4-BE49-F238E27FC236}">
                <a16:creationId xmlns:a16="http://schemas.microsoft.com/office/drawing/2014/main" id="{21AB208E-C0DC-44C7-9316-CA282DDBEC93}"/>
              </a:ext>
            </a:extLst>
          </p:cNvPr>
          <p:cNvSpPr/>
          <p:nvPr/>
        </p:nvSpPr>
        <p:spPr>
          <a:xfrm>
            <a:off x="1989925" y="2524432"/>
            <a:ext cx="615731" cy="360039"/>
          </a:xfrm>
          <a:prstGeom prst="wedgeRectCallout">
            <a:avLst>
              <a:gd name="adj1" fmla="val -30620"/>
              <a:gd name="adj2" fmla="val 109426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b="1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충전량</a:t>
            </a: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03:15:00</a:t>
            </a:r>
          </a:p>
          <a:p>
            <a:pPr algn="ctr"/>
            <a:r>
              <a:rPr lang="en-US" altLang="ko-KR" sz="600" b="1" dirty="0">
                <a:solidFill>
                  <a:srgbClr val="FF0000"/>
                </a:solidFill>
              </a:rPr>
              <a:t>210 kWh</a:t>
            </a:r>
            <a:endParaRPr lang="ko-KR" altLang="en-US" sz="600" b="1" dirty="0">
              <a:solidFill>
                <a:srgbClr val="FF0000"/>
              </a:solidFill>
            </a:endParaRPr>
          </a:p>
        </p:txBody>
      </p:sp>
      <p:graphicFrame>
        <p:nvGraphicFramePr>
          <p:cNvPr id="99" name="표 98">
            <a:extLst>
              <a:ext uri="{FF2B5EF4-FFF2-40B4-BE49-F238E27FC236}">
                <a16:creationId xmlns:a16="http://schemas.microsoft.com/office/drawing/2014/main" id="{5006DF61-6556-4CE9-A446-281BF76CE1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0593231"/>
              </p:ext>
            </p:extLst>
          </p:nvPr>
        </p:nvGraphicFramePr>
        <p:xfrm>
          <a:off x="2179610" y="6186362"/>
          <a:ext cx="3788722" cy="5438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후 추가 예정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100" name="타원형 설명선 225">
            <a:extLst>
              <a:ext uri="{FF2B5EF4-FFF2-40B4-BE49-F238E27FC236}">
                <a16:creationId xmlns:a16="http://schemas.microsoft.com/office/drawing/2014/main" id="{6304D478-628C-4053-BC05-0EB5FB81240B}"/>
              </a:ext>
            </a:extLst>
          </p:cNvPr>
          <p:cNvSpPr/>
          <p:nvPr/>
        </p:nvSpPr>
        <p:spPr>
          <a:xfrm>
            <a:off x="2178942" y="595647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DF07A4C-A248-4A6A-833E-A42473E3C711}"/>
              </a:ext>
            </a:extLst>
          </p:cNvPr>
          <p:cNvSpPr/>
          <p:nvPr/>
        </p:nvSpPr>
        <p:spPr>
          <a:xfrm>
            <a:off x="7680269" y="1555221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352087696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0653187"/>
              </p:ext>
            </p:extLst>
          </p:nvPr>
        </p:nvGraphicFramePr>
        <p:xfrm>
          <a:off x="8469313" y="276225"/>
          <a:ext cx="1404000" cy="523564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30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96855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2A863459-0FBB-4A5A-B554-6A0E426142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8600579"/>
              </p:ext>
            </p:extLst>
          </p:nvPr>
        </p:nvGraphicFramePr>
        <p:xfrm>
          <a:off x="332421" y="2217927"/>
          <a:ext cx="7848875" cy="19869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7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4182005389"/>
                    </a:ext>
                  </a:extLst>
                </a:gridCol>
              </a:tblGrid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℃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</a:rPr>
                        <a:t>100</a:t>
                      </a:r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</a:rPr>
                        <a:t>50</a:t>
                      </a:r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</a:rPr>
                        <a:t>25</a:t>
                      </a:r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</a:rPr>
                        <a:t>0</a:t>
                      </a:r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9EFF28B6-5348-4108-943A-5F3C15528B42}"/>
              </a:ext>
            </a:extLst>
          </p:cNvPr>
          <p:cNvCxnSpPr>
            <a:cxnSpLocks/>
          </p:cNvCxnSpPr>
          <p:nvPr/>
        </p:nvCxnSpPr>
        <p:spPr>
          <a:xfrm>
            <a:off x="1052501" y="2519931"/>
            <a:ext cx="7128792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5CE31320-489B-4FB5-AD65-0AF37CB2EBC8}"/>
              </a:ext>
            </a:extLst>
          </p:cNvPr>
          <p:cNvCxnSpPr>
            <a:cxnSpLocks/>
          </p:cNvCxnSpPr>
          <p:nvPr/>
        </p:nvCxnSpPr>
        <p:spPr>
          <a:xfrm>
            <a:off x="1052501" y="3112773"/>
            <a:ext cx="7128792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0C827C86-7356-4294-8D9A-0FFBFE298E6E}"/>
              </a:ext>
            </a:extLst>
          </p:cNvPr>
          <p:cNvCxnSpPr>
            <a:cxnSpLocks/>
          </p:cNvCxnSpPr>
          <p:nvPr/>
        </p:nvCxnSpPr>
        <p:spPr>
          <a:xfrm>
            <a:off x="5877037" y="2217924"/>
            <a:ext cx="0" cy="182256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5A7D8F8C-DC3C-466D-B6B4-02E9FC6CC880}"/>
              </a:ext>
            </a:extLst>
          </p:cNvPr>
          <p:cNvCxnSpPr/>
          <p:nvPr/>
        </p:nvCxnSpPr>
        <p:spPr>
          <a:xfrm>
            <a:off x="4160912" y="2049084"/>
            <a:ext cx="504056" cy="0"/>
          </a:xfrm>
          <a:prstGeom prst="line">
            <a:avLst/>
          </a:prstGeom>
          <a:noFill/>
          <a:ln w="1905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5BE61B6-32B5-48B2-BA8C-EE71DFFFA2C9}"/>
              </a:ext>
            </a:extLst>
          </p:cNvPr>
          <p:cNvSpPr/>
          <p:nvPr/>
        </p:nvSpPr>
        <p:spPr>
          <a:xfrm>
            <a:off x="4808984" y="192685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D39DA8F6-7147-46DA-A2CE-7A33B12B8271}"/>
              </a:ext>
            </a:extLst>
          </p:cNvPr>
          <p:cNvSpPr/>
          <p:nvPr/>
        </p:nvSpPr>
        <p:spPr>
          <a:xfrm>
            <a:off x="6033120" y="5196830"/>
            <a:ext cx="612068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900" b="1" dirty="0">
                <a:solidFill>
                  <a:srgbClr val="FFFF00"/>
                </a:solidFill>
                <a:latin typeface="맑은 고딕" pitchFamily="50" charset="-127"/>
                <a:ea typeface="맑은 고딕" pitchFamily="50" charset="-127"/>
              </a:rPr>
              <a:t>누적 발전량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C78D7D0E-0114-42B8-B91F-68DA8EF41973}"/>
              </a:ext>
            </a:extLst>
          </p:cNvPr>
          <p:cNvSpPr/>
          <p:nvPr/>
        </p:nvSpPr>
        <p:spPr>
          <a:xfrm>
            <a:off x="6687066" y="5124821"/>
            <a:ext cx="1080888" cy="5490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1,000</a:t>
            </a:r>
            <a:endParaRPr lang="ko-KR" altLang="en-US" sz="32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94AEFFE1-6BD8-448B-9C83-551D4BF15E83}"/>
              </a:ext>
            </a:extLst>
          </p:cNvPr>
          <p:cNvSpPr/>
          <p:nvPr/>
        </p:nvSpPr>
        <p:spPr>
          <a:xfrm>
            <a:off x="7839962" y="5196830"/>
            <a:ext cx="360040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150000"/>
              </a:lnSpc>
            </a:pPr>
            <a:r>
              <a:rPr lang="en-US" altLang="ko-KR" sz="900" b="1" dirty="0">
                <a:solidFill>
                  <a:srgbClr val="FFFF00"/>
                </a:solidFill>
                <a:latin typeface="맑은 고딕" pitchFamily="50" charset="-127"/>
                <a:ea typeface="맑은 고딕" pitchFamily="50" charset="-127"/>
              </a:rPr>
              <a:t>kWh</a:t>
            </a:r>
            <a:endParaRPr lang="ko-KR" altLang="en-US" sz="900" b="1" dirty="0">
              <a:solidFill>
                <a:srgbClr val="FFFF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7F4655AE-9A3C-4360-913F-EA2626E20ECE}"/>
              </a:ext>
            </a:extLst>
          </p:cNvPr>
          <p:cNvCxnSpPr/>
          <p:nvPr/>
        </p:nvCxnSpPr>
        <p:spPr>
          <a:xfrm>
            <a:off x="5745088" y="2049084"/>
            <a:ext cx="504056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A17F57C3-0E07-4152-8768-681277B92A80}"/>
              </a:ext>
            </a:extLst>
          </p:cNvPr>
          <p:cNvSpPr/>
          <p:nvPr/>
        </p:nvSpPr>
        <p:spPr>
          <a:xfrm>
            <a:off x="6321152" y="192685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FF54F8D8-248D-458E-86AE-11007F4CF81A}"/>
              </a:ext>
            </a:extLst>
          </p:cNvPr>
          <p:cNvGrpSpPr/>
          <p:nvPr/>
        </p:nvGrpSpPr>
        <p:grpSpPr>
          <a:xfrm>
            <a:off x="350067" y="5383571"/>
            <a:ext cx="862386" cy="211955"/>
            <a:chOff x="4861742" y="3907374"/>
            <a:chExt cx="862386" cy="211955"/>
          </a:xfrm>
        </p:grpSpPr>
        <p:pic>
          <p:nvPicPr>
            <p:cNvPr id="64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0536A97C-1361-44AF-9EEC-9897095559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3237509-91B5-4C9F-B2AD-6509B83D5EEE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444A3608-72FA-4474-B988-7B0BD6B9C69D}"/>
              </a:ext>
            </a:extLst>
          </p:cNvPr>
          <p:cNvCxnSpPr/>
          <p:nvPr/>
        </p:nvCxnSpPr>
        <p:spPr>
          <a:xfrm>
            <a:off x="7257256" y="2059765"/>
            <a:ext cx="504056" cy="0"/>
          </a:xfrm>
          <a:prstGeom prst="line">
            <a:avLst/>
          </a:prstGeom>
          <a:ln w="12700"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9FA7897-4B6D-400C-B422-00324030324F}"/>
              </a:ext>
            </a:extLst>
          </p:cNvPr>
          <p:cNvSpPr/>
          <p:nvPr/>
        </p:nvSpPr>
        <p:spPr>
          <a:xfrm>
            <a:off x="7833320" y="1917218"/>
            <a:ext cx="64807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온도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A20ABD76-BC89-40F8-B8CD-C2A9BA44BB90}"/>
              </a:ext>
            </a:extLst>
          </p:cNvPr>
          <p:cNvGrpSpPr/>
          <p:nvPr/>
        </p:nvGrpSpPr>
        <p:grpSpPr>
          <a:xfrm>
            <a:off x="3102281" y="3119299"/>
            <a:ext cx="2952328" cy="777173"/>
            <a:chOff x="3851919" y="3752569"/>
            <a:chExt cx="2952329" cy="1128442"/>
          </a:xfrm>
        </p:grpSpPr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A143D6DD-C1DF-4F95-8875-CE4FBEF1998C}"/>
                </a:ext>
              </a:extLst>
            </p:cNvPr>
            <p:cNvGrpSpPr/>
            <p:nvPr/>
          </p:nvGrpSpPr>
          <p:grpSpPr>
            <a:xfrm flipH="1">
              <a:off x="4044009" y="4509121"/>
              <a:ext cx="1823679" cy="360038"/>
              <a:chOff x="2158219" y="3645757"/>
              <a:chExt cx="1863813" cy="719347"/>
            </a:xfrm>
            <a:solidFill>
              <a:srgbClr val="FFFF00"/>
            </a:solidFill>
          </p:grpSpPr>
          <p:sp>
            <p:nvSpPr>
              <p:cNvPr id="77" name="직사각형 76">
                <a:extLst>
                  <a:ext uri="{FF2B5EF4-FFF2-40B4-BE49-F238E27FC236}">
                    <a16:creationId xmlns:a16="http://schemas.microsoft.com/office/drawing/2014/main" id="{47F28995-2B9E-4E10-A99C-1509B4B415E8}"/>
                  </a:ext>
                </a:extLst>
              </p:cNvPr>
              <p:cNvSpPr/>
              <p:nvPr/>
            </p:nvSpPr>
            <p:spPr>
              <a:xfrm>
                <a:off x="3950032" y="4077364"/>
                <a:ext cx="72000" cy="2877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0" name="직사각형 79">
                <a:extLst>
                  <a:ext uri="{FF2B5EF4-FFF2-40B4-BE49-F238E27FC236}">
                    <a16:creationId xmlns:a16="http://schemas.microsoft.com/office/drawing/2014/main" id="{EC180CC0-0890-483D-A6CB-5CA5DD665A98}"/>
                  </a:ext>
                </a:extLst>
              </p:cNvPr>
              <p:cNvSpPr/>
              <p:nvPr/>
            </p:nvSpPr>
            <p:spPr>
              <a:xfrm>
                <a:off x="3638317" y="3915766"/>
                <a:ext cx="72000" cy="44933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1" name="직사각형 80">
                <a:extLst>
                  <a:ext uri="{FF2B5EF4-FFF2-40B4-BE49-F238E27FC236}">
                    <a16:creationId xmlns:a16="http://schemas.microsoft.com/office/drawing/2014/main" id="{8DB3165D-8225-4DE8-B051-918757419FA9}"/>
                  </a:ext>
                </a:extLst>
              </p:cNvPr>
              <p:cNvSpPr/>
              <p:nvPr/>
            </p:nvSpPr>
            <p:spPr>
              <a:xfrm>
                <a:off x="3327361" y="3807101"/>
                <a:ext cx="72000" cy="558001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2" name="직사각형 81">
                <a:extLst>
                  <a:ext uri="{FF2B5EF4-FFF2-40B4-BE49-F238E27FC236}">
                    <a16:creationId xmlns:a16="http://schemas.microsoft.com/office/drawing/2014/main" id="{AFE7355F-03CC-4D8F-91FB-8E8F13750300}"/>
                  </a:ext>
                </a:extLst>
              </p:cNvPr>
              <p:cNvSpPr/>
              <p:nvPr/>
            </p:nvSpPr>
            <p:spPr>
              <a:xfrm>
                <a:off x="3022502" y="3645757"/>
                <a:ext cx="72000" cy="71934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3" name="직사각형 82">
                <a:extLst>
                  <a:ext uri="{FF2B5EF4-FFF2-40B4-BE49-F238E27FC236}">
                    <a16:creationId xmlns:a16="http://schemas.microsoft.com/office/drawing/2014/main" id="{E32A63F8-E446-4585-9A76-2757D98D5BCE}"/>
                  </a:ext>
                </a:extLst>
              </p:cNvPr>
              <p:cNvSpPr/>
              <p:nvPr/>
            </p:nvSpPr>
            <p:spPr>
              <a:xfrm>
                <a:off x="2748848" y="3681104"/>
                <a:ext cx="72000" cy="68400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4" name="직사각형 83">
                <a:extLst>
                  <a:ext uri="{FF2B5EF4-FFF2-40B4-BE49-F238E27FC236}">
                    <a16:creationId xmlns:a16="http://schemas.microsoft.com/office/drawing/2014/main" id="{CA31526F-E3AB-4B1F-9DA9-F43842C703DE}"/>
                  </a:ext>
                </a:extLst>
              </p:cNvPr>
              <p:cNvSpPr/>
              <p:nvPr/>
            </p:nvSpPr>
            <p:spPr>
              <a:xfrm>
                <a:off x="2437864" y="3807104"/>
                <a:ext cx="72000" cy="55800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5" name="직사각형 84">
                <a:extLst>
                  <a:ext uri="{FF2B5EF4-FFF2-40B4-BE49-F238E27FC236}">
                    <a16:creationId xmlns:a16="http://schemas.microsoft.com/office/drawing/2014/main" id="{3036BC7F-2465-4092-98F1-606433BC8C8D}"/>
                  </a:ext>
                </a:extLst>
              </p:cNvPr>
              <p:cNvSpPr/>
              <p:nvPr/>
            </p:nvSpPr>
            <p:spPr>
              <a:xfrm>
                <a:off x="2158219" y="3862585"/>
                <a:ext cx="72001" cy="502519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70" name="그룹 69">
              <a:extLst>
                <a:ext uri="{FF2B5EF4-FFF2-40B4-BE49-F238E27FC236}">
                  <a16:creationId xmlns:a16="http://schemas.microsoft.com/office/drawing/2014/main" id="{EED814EB-9682-48A6-B5B8-27B44031F291}"/>
                </a:ext>
              </a:extLst>
            </p:cNvPr>
            <p:cNvGrpSpPr/>
            <p:nvPr/>
          </p:nvGrpSpPr>
          <p:grpSpPr>
            <a:xfrm>
              <a:off x="3851919" y="3915829"/>
              <a:ext cx="2952329" cy="965182"/>
              <a:chOff x="1883023" y="2121903"/>
              <a:chExt cx="5781364" cy="1532485"/>
            </a:xfrm>
          </p:grpSpPr>
          <p:sp>
            <p:nvSpPr>
              <p:cNvPr id="75" name="자유형 81">
                <a:extLst>
                  <a:ext uri="{FF2B5EF4-FFF2-40B4-BE49-F238E27FC236}">
                    <a16:creationId xmlns:a16="http://schemas.microsoft.com/office/drawing/2014/main" id="{2B2B1DB0-30A2-4E0E-9C0D-135686916A84}"/>
                  </a:ext>
                </a:extLst>
              </p:cNvPr>
              <p:cNvSpPr/>
              <p:nvPr/>
            </p:nvSpPr>
            <p:spPr>
              <a:xfrm>
                <a:off x="1883023" y="2127634"/>
                <a:ext cx="2977010" cy="1526754"/>
              </a:xfrm>
              <a:custGeom>
                <a:avLst/>
                <a:gdLst>
                  <a:gd name="connsiteX0" fmla="*/ 0 w 4368800"/>
                  <a:gd name="connsiteY0" fmla="*/ 389467 h 414867"/>
                  <a:gd name="connsiteX1" fmla="*/ 270933 w 4368800"/>
                  <a:gd name="connsiteY1" fmla="*/ 321733 h 414867"/>
                  <a:gd name="connsiteX2" fmla="*/ 575733 w 4368800"/>
                  <a:gd name="connsiteY2" fmla="*/ 414867 h 414867"/>
                  <a:gd name="connsiteX3" fmla="*/ 880533 w 4368800"/>
                  <a:gd name="connsiteY3" fmla="*/ 355600 h 414867"/>
                  <a:gd name="connsiteX4" fmla="*/ 1134533 w 4368800"/>
                  <a:gd name="connsiteY4" fmla="*/ 203200 h 414867"/>
                  <a:gd name="connsiteX5" fmla="*/ 1456266 w 4368800"/>
                  <a:gd name="connsiteY5" fmla="*/ 313267 h 414867"/>
                  <a:gd name="connsiteX6" fmla="*/ 1727200 w 4368800"/>
                  <a:gd name="connsiteY6" fmla="*/ 254000 h 414867"/>
                  <a:gd name="connsiteX7" fmla="*/ 1998133 w 4368800"/>
                  <a:gd name="connsiteY7" fmla="*/ 135467 h 414867"/>
                  <a:gd name="connsiteX8" fmla="*/ 2353733 w 4368800"/>
                  <a:gd name="connsiteY8" fmla="*/ 287867 h 414867"/>
                  <a:gd name="connsiteX9" fmla="*/ 2607733 w 4368800"/>
                  <a:gd name="connsiteY9" fmla="*/ 169333 h 414867"/>
                  <a:gd name="connsiteX10" fmla="*/ 2946400 w 4368800"/>
                  <a:gd name="connsiteY10" fmla="*/ 211667 h 414867"/>
                  <a:gd name="connsiteX11" fmla="*/ 3234266 w 4368800"/>
                  <a:gd name="connsiteY11" fmla="*/ 203200 h 414867"/>
                  <a:gd name="connsiteX12" fmla="*/ 3505200 w 4368800"/>
                  <a:gd name="connsiteY12" fmla="*/ 0 h 414867"/>
                  <a:gd name="connsiteX13" fmla="*/ 3810000 w 4368800"/>
                  <a:gd name="connsiteY13" fmla="*/ 135467 h 414867"/>
                  <a:gd name="connsiteX14" fmla="*/ 4097866 w 4368800"/>
                  <a:gd name="connsiteY14" fmla="*/ 42333 h 414867"/>
                  <a:gd name="connsiteX15" fmla="*/ 4368800 w 4368800"/>
                  <a:gd name="connsiteY15" fmla="*/ 118533 h 414867"/>
                  <a:gd name="connsiteX0" fmla="*/ 0 w 4368800"/>
                  <a:gd name="connsiteY0" fmla="*/ 524934 h 524934"/>
                  <a:gd name="connsiteX1" fmla="*/ 270933 w 4368800"/>
                  <a:gd name="connsiteY1" fmla="*/ 321733 h 524934"/>
                  <a:gd name="connsiteX2" fmla="*/ 575733 w 4368800"/>
                  <a:gd name="connsiteY2" fmla="*/ 414867 h 524934"/>
                  <a:gd name="connsiteX3" fmla="*/ 880533 w 4368800"/>
                  <a:gd name="connsiteY3" fmla="*/ 355600 h 524934"/>
                  <a:gd name="connsiteX4" fmla="*/ 1134533 w 4368800"/>
                  <a:gd name="connsiteY4" fmla="*/ 203200 h 524934"/>
                  <a:gd name="connsiteX5" fmla="*/ 1456266 w 4368800"/>
                  <a:gd name="connsiteY5" fmla="*/ 313267 h 524934"/>
                  <a:gd name="connsiteX6" fmla="*/ 1727200 w 4368800"/>
                  <a:gd name="connsiteY6" fmla="*/ 254000 h 524934"/>
                  <a:gd name="connsiteX7" fmla="*/ 1998133 w 4368800"/>
                  <a:gd name="connsiteY7" fmla="*/ 135467 h 524934"/>
                  <a:gd name="connsiteX8" fmla="*/ 2353733 w 4368800"/>
                  <a:gd name="connsiteY8" fmla="*/ 287867 h 524934"/>
                  <a:gd name="connsiteX9" fmla="*/ 2607733 w 4368800"/>
                  <a:gd name="connsiteY9" fmla="*/ 169333 h 524934"/>
                  <a:gd name="connsiteX10" fmla="*/ 2946400 w 4368800"/>
                  <a:gd name="connsiteY10" fmla="*/ 211667 h 524934"/>
                  <a:gd name="connsiteX11" fmla="*/ 3234266 w 4368800"/>
                  <a:gd name="connsiteY11" fmla="*/ 203200 h 524934"/>
                  <a:gd name="connsiteX12" fmla="*/ 3505200 w 4368800"/>
                  <a:gd name="connsiteY12" fmla="*/ 0 h 524934"/>
                  <a:gd name="connsiteX13" fmla="*/ 3810000 w 4368800"/>
                  <a:gd name="connsiteY13" fmla="*/ 135467 h 524934"/>
                  <a:gd name="connsiteX14" fmla="*/ 4097866 w 4368800"/>
                  <a:gd name="connsiteY14" fmla="*/ 42333 h 524934"/>
                  <a:gd name="connsiteX15" fmla="*/ 4368800 w 4368800"/>
                  <a:gd name="connsiteY15" fmla="*/ 118533 h 524934"/>
                  <a:gd name="connsiteX0" fmla="*/ 0 w 4368800"/>
                  <a:gd name="connsiteY0" fmla="*/ 541867 h 541867"/>
                  <a:gd name="connsiteX1" fmla="*/ 270933 w 4368800"/>
                  <a:gd name="connsiteY1" fmla="*/ 338666 h 541867"/>
                  <a:gd name="connsiteX2" fmla="*/ 575733 w 4368800"/>
                  <a:gd name="connsiteY2" fmla="*/ 431800 h 541867"/>
                  <a:gd name="connsiteX3" fmla="*/ 880533 w 4368800"/>
                  <a:gd name="connsiteY3" fmla="*/ 372533 h 541867"/>
                  <a:gd name="connsiteX4" fmla="*/ 1134533 w 4368800"/>
                  <a:gd name="connsiteY4" fmla="*/ 220133 h 541867"/>
                  <a:gd name="connsiteX5" fmla="*/ 1456266 w 4368800"/>
                  <a:gd name="connsiteY5" fmla="*/ 330200 h 541867"/>
                  <a:gd name="connsiteX6" fmla="*/ 1727200 w 4368800"/>
                  <a:gd name="connsiteY6" fmla="*/ 270933 h 541867"/>
                  <a:gd name="connsiteX7" fmla="*/ 2048933 w 4368800"/>
                  <a:gd name="connsiteY7" fmla="*/ 0 h 541867"/>
                  <a:gd name="connsiteX8" fmla="*/ 2353733 w 4368800"/>
                  <a:gd name="connsiteY8" fmla="*/ 304800 h 541867"/>
                  <a:gd name="connsiteX9" fmla="*/ 2607733 w 4368800"/>
                  <a:gd name="connsiteY9" fmla="*/ 186266 h 541867"/>
                  <a:gd name="connsiteX10" fmla="*/ 2946400 w 4368800"/>
                  <a:gd name="connsiteY10" fmla="*/ 228600 h 541867"/>
                  <a:gd name="connsiteX11" fmla="*/ 3234266 w 4368800"/>
                  <a:gd name="connsiteY11" fmla="*/ 220133 h 541867"/>
                  <a:gd name="connsiteX12" fmla="*/ 3505200 w 4368800"/>
                  <a:gd name="connsiteY12" fmla="*/ 16933 h 541867"/>
                  <a:gd name="connsiteX13" fmla="*/ 3810000 w 4368800"/>
                  <a:gd name="connsiteY13" fmla="*/ 152400 h 541867"/>
                  <a:gd name="connsiteX14" fmla="*/ 4097866 w 4368800"/>
                  <a:gd name="connsiteY14" fmla="*/ 59266 h 541867"/>
                  <a:gd name="connsiteX15" fmla="*/ 4368800 w 4368800"/>
                  <a:gd name="connsiteY15" fmla="*/ 135466 h 541867"/>
                  <a:gd name="connsiteX0" fmla="*/ 0 w 4368800"/>
                  <a:gd name="connsiteY0" fmla="*/ 541867 h 541867"/>
                  <a:gd name="connsiteX1" fmla="*/ 270933 w 4368800"/>
                  <a:gd name="connsiteY1" fmla="*/ 338666 h 541867"/>
                  <a:gd name="connsiteX2" fmla="*/ 575733 w 4368800"/>
                  <a:gd name="connsiteY2" fmla="*/ 431800 h 541867"/>
                  <a:gd name="connsiteX3" fmla="*/ 880533 w 4368800"/>
                  <a:gd name="connsiteY3" fmla="*/ 372533 h 541867"/>
                  <a:gd name="connsiteX4" fmla="*/ 1134533 w 4368800"/>
                  <a:gd name="connsiteY4" fmla="*/ 220133 h 541867"/>
                  <a:gd name="connsiteX5" fmla="*/ 1456266 w 4368800"/>
                  <a:gd name="connsiteY5" fmla="*/ 330200 h 541867"/>
                  <a:gd name="connsiteX6" fmla="*/ 1727200 w 4368800"/>
                  <a:gd name="connsiteY6" fmla="*/ 270933 h 541867"/>
                  <a:gd name="connsiteX7" fmla="*/ 2048933 w 4368800"/>
                  <a:gd name="connsiteY7" fmla="*/ 0 h 541867"/>
                  <a:gd name="connsiteX8" fmla="*/ 2353733 w 4368800"/>
                  <a:gd name="connsiteY8" fmla="*/ 304800 h 541867"/>
                  <a:gd name="connsiteX9" fmla="*/ 2607733 w 4368800"/>
                  <a:gd name="connsiteY9" fmla="*/ 186266 h 541867"/>
                  <a:gd name="connsiteX10" fmla="*/ 2963334 w 4368800"/>
                  <a:gd name="connsiteY10" fmla="*/ 152400 h 541867"/>
                  <a:gd name="connsiteX11" fmla="*/ 3234266 w 4368800"/>
                  <a:gd name="connsiteY11" fmla="*/ 220133 h 541867"/>
                  <a:gd name="connsiteX12" fmla="*/ 3505200 w 4368800"/>
                  <a:gd name="connsiteY12" fmla="*/ 16933 h 541867"/>
                  <a:gd name="connsiteX13" fmla="*/ 3810000 w 4368800"/>
                  <a:gd name="connsiteY13" fmla="*/ 152400 h 541867"/>
                  <a:gd name="connsiteX14" fmla="*/ 4097866 w 4368800"/>
                  <a:gd name="connsiteY14" fmla="*/ 59266 h 541867"/>
                  <a:gd name="connsiteX15" fmla="*/ 4368800 w 4368800"/>
                  <a:gd name="connsiteY15" fmla="*/ 135466 h 541867"/>
                  <a:gd name="connsiteX0" fmla="*/ 0 w 4368800"/>
                  <a:gd name="connsiteY0" fmla="*/ 575734 h 575734"/>
                  <a:gd name="connsiteX1" fmla="*/ 270933 w 4368800"/>
                  <a:gd name="connsiteY1" fmla="*/ 372533 h 575734"/>
                  <a:gd name="connsiteX2" fmla="*/ 575733 w 4368800"/>
                  <a:gd name="connsiteY2" fmla="*/ 465667 h 575734"/>
                  <a:gd name="connsiteX3" fmla="*/ 880533 w 4368800"/>
                  <a:gd name="connsiteY3" fmla="*/ 406400 h 575734"/>
                  <a:gd name="connsiteX4" fmla="*/ 1134533 w 4368800"/>
                  <a:gd name="connsiteY4" fmla="*/ 254000 h 575734"/>
                  <a:gd name="connsiteX5" fmla="*/ 1456266 w 4368800"/>
                  <a:gd name="connsiteY5" fmla="*/ 364067 h 575734"/>
                  <a:gd name="connsiteX6" fmla="*/ 1727200 w 4368800"/>
                  <a:gd name="connsiteY6" fmla="*/ 304800 h 575734"/>
                  <a:gd name="connsiteX7" fmla="*/ 2048933 w 4368800"/>
                  <a:gd name="connsiteY7" fmla="*/ 33867 h 575734"/>
                  <a:gd name="connsiteX8" fmla="*/ 2353733 w 4368800"/>
                  <a:gd name="connsiteY8" fmla="*/ 338667 h 575734"/>
                  <a:gd name="connsiteX9" fmla="*/ 2607733 w 4368800"/>
                  <a:gd name="connsiteY9" fmla="*/ 220133 h 575734"/>
                  <a:gd name="connsiteX10" fmla="*/ 2963334 w 4368800"/>
                  <a:gd name="connsiteY10" fmla="*/ 186267 h 575734"/>
                  <a:gd name="connsiteX11" fmla="*/ 3234266 w 4368800"/>
                  <a:gd name="connsiteY11" fmla="*/ 254000 h 575734"/>
                  <a:gd name="connsiteX12" fmla="*/ 3505200 w 4368800"/>
                  <a:gd name="connsiteY12" fmla="*/ 0 h 575734"/>
                  <a:gd name="connsiteX13" fmla="*/ 3810000 w 4368800"/>
                  <a:gd name="connsiteY13" fmla="*/ 186267 h 575734"/>
                  <a:gd name="connsiteX14" fmla="*/ 4097866 w 4368800"/>
                  <a:gd name="connsiteY14" fmla="*/ 93133 h 575734"/>
                  <a:gd name="connsiteX15" fmla="*/ 4368800 w 4368800"/>
                  <a:gd name="connsiteY15" fmla="*/ 169333 h 575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368800" h="575734">
                    <a:moveTo>
                      <a:pt x="0" y="575734"/>
                    </a:moveTo>
                    <a:lnTo>
                      <a:pt x="270933" y="372533"/>
                    </a:lnTo>
                    <a:lnTo>
                      <a:pt x="575733" y="465667"/>
                    </a:lnTo>
                    <a:lnTo>
                      <a:pt x="880533" y="406400"/>
                    </a:lnTo>
                    <a:lnTo>
                      <a:pt x="1134533" y="254000"/>
                    </a:lnTo>
                    <a:lnTo>
                      <a:pt x="1456266" y="364067"/>
                    </a:lnTo>
                    <a:lnTo>
                      <a:pt x="1727200" y="304800"/>
                    </a:lnTo>
                    <a:lnTo>
                      <a:pt x="2048933" y="33867"/>
                    </a:lnTo>
                    <a:lnTo>
                      <a:pt x="2353733" y="338667"/>
                    </a:lnTo>
                    <a:cubicBezTo>
                      <a:pt x="2438400" y="299156"/>
                      <a:pt x="2506133" y="245533"/>
                      <a:pt x="2607733" y="220133"/>
                    </a:cubicBezTo>
                    <a:cubicBezTo>
                      <a:pt x="2709333" y="194733"/>
                      <a:pt x="2844800" y="197556"/>
                      <a:pt x="2963334" y="186267"/>
                    </a:cubicBezTo>
                    <a:lnTo>
                      <a:pt x="3234266" y="254000"/>
                    </a:lnTo>
                    <a:lnTo>
                      <a:pt x="3505200" y="0"/>
                    </a:lnTo>
                    <a:lnTo>
                      <a:pt x="3810000" y="186267"/>
                    </a:lnTo>
                    <a:lnTo>
                      <a:pt x="4097866" y="93133"/>
                    </a:lnTo>
                    <a:lnTo>
                      <a:pt x="4368800" y="169333"/>
                    </a:lnTo>
                  </a:path>
                </a:pathLst>
              </a:custGeom>
              <a:ln>
                <a:solidFill>
                  <a:schemeClr val="accent3">
                    <a:lumMod val="7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6" name="자유형 88">
                <a:extLst>
                  <a:ext uri="{FF2B5EF4-FFF2-40B4-BE49-F238E27FC236}">
                    <a16:creationId xmlns:a16="http://schemas.microsoft.com/office/drawing/2014/main" id="{608B70AD-1EA4-4F79-A7B4-CCFE66CE231A}"/>
                  </a:ext>
                </a:extLst>
              </p:cNvPr>
              <p:cNvSpPr/>
              <p:nvPr/>
            </p:nvSpPr>
            <p:spPr>
              <a:xfrm flipH="1">
                <a:off x="4815076" y="2121903"/>
                <a:ext cx="2849311" cy="1526755"/>
              </a:xfrm>
              <a:custGeom>
                <a:avLst/>
                <a:gdLst>
                  <a:gd name="connsiteX0" fmla="*/ 0 w 4368800"/>
                  <a:gd name="connsiteY0" fmla="*/ 389467 h 414867"/>
                  <a:gd name="connsiteX1" fmla="*/ 270933 w 4368800"/>
                  <a:gd name="connsiteY1" fmla="*/ 321733 h 414867"/>
                  <a:gd name="connsiteX2" fmla="*/ 575733 w 4368800"/>
                  <a:gd name="connsiteY2" fmla="*/ 414867 h 414867"/>
                  <a:gd name="connsiteX3" fmla="*/ 880533 w 4368800"/>
                  <a:gd name="connsiteY3" fmla="*/ 355600 h 414867"/>
                  <a:gd name="connsiteX4" fmla="*/ 1134533 w 4368800"/>
                  <a:gd name="connsiteY4" fmla="*/ 203200 h 414867"/>
                  <a:gd name="connsiteX5" fmla="*/ 1456266 w 4368800"/>
                  <a:gd name="connsiteY5" fmla="*/ 313267 h 414867"/>
                  <a:gd name="connsiteX6" fmla="*/ 1727200 w 4368800"/>
                  <a:gd name="connsiteY6" fmla="*/ 254000 h 414867"/>
                  <a:gd name="connsiteX7" fmla="*/ 1998133 w 4368800"/>
                  <a:gd name="connsiteY7" fmla="*/ 135467 h 414867"/>
                  <a:gd name="connsiteX8" fmla="*/ 2353733 w 4368800"/>
                  <a:gd name="connsiteY8" fmla="*/ 287867 h 414867"/>
                  <a:gd name="connsiteX9" fmla="*/ 2607733 w 4368800"/>
                  <a:gd name="connsiteY9" fmla="*/ 169333 h 414867"/>
                  <a:gd name="connsiteX10" fmla="*/ 2946400 w 4368800"/>
                  <a:gd name="connsiteY10" fmla="*/ 211667 h 414867"/>
                  <a:gd name="connsiteX11" fmla="*/ 3234266 w 4368800"/>
                  <a:gd name="connsiteY11" fmla="*/ 203200 h 414867"/>
                  <a:gd name="connsiteX12" fmla="*/ 3505200 w 4368800"/>
                  <a:gd name="connsiteY12" fmla="*/ 0 h 414867"/>
                  <a:gd name="connsiteX13" fmla="*/ 3810000 w 4368800"/>
                  <a:gd name="connsiteY13" fmla="*/ 135467 h 414867"/>
                  <a:gd name="connsiteX14" fmla="*/ 4097866 w 4368800"/>
                  <a:gd name="connsiteY14" fmla="*/ 42333 h 414867"/>
                  <a:gd name="connsiteX15" fmla="*/ 4368800 w 4368800"/>
                  <a:gd name="connsiteY15" fmla="*/ 118533 h 414867"/>
                  <a:gd name="connsiteX0" fmla="*/ 0 w 4368800"/>
                  <a:gd name="connsiteY0" fmla="*/ 524934 h 524934"/>
                  <a:gd name="connsiteX1" fmla="*/ 270933 w 4368800"/>
                  <a:gd name="connsiteY1" fmla="*/ 321733 h 524934"/>
                  <a:gd name="connsiteX2" fmla="*/ 575733 w 4368800"/>
                  <a:gd name="connsiteY2" fmla="*/ 414867 h 524934"/>
                  <a:gd name="connsiteX3" fmla="*/ 880533 w 4368800"/>
                  <a:gd name="connsiteY3" fmla="*/ 355600 h 524934"/>
                  <a:gd name="connsiteX4" fmla="*/ 1134533 w 4368800"/>
                  <a:gd name="connsiteY4" fmla="*/ 203200 h 524934"/>
                  <a:gd name="connsiteX5" fmla="*/ 1456266 w 4368800"/>
                  <a:gd name="connsiteY5" fmla="*/ 313267 h 524934"/>
                  <a:gd name="connsiteX6" fmla="*/ 1727200 w 4368800"/>
                  <a:gd name="connsiteY6" fmla="*/ 254000 h 524934"/>
                  <a:gd name="connsiteX7" fmla="*/ 1998133 w 4368800"/>
                  <a:gd name="connsiteY7" fmla="*/ 135467 h 524934"/>
                  <a:gd name="connsiteX8" fmla="*/ 2353733 w 4368800"/>
                  <a:gd name="connsiteY8" fmla="*/ 287867 h 524934"/>
                  <a:gd name="connsiteX9" fmla="*/ 2607733 w 4368800"/>
                  <a:gd name="connsiteY9" fmla="*/ 169333 h 524934"/>
                  <a:gd name="connsiteX10" fmla="*/ 2946400 w 4368800"/>
                  <a:gd name="connsiteY10" fmla="*/ 211667 h 524934"/>
                  <a:gd name="connsiteX11" fmla="*/ 3234266 w 4368800"/>
                  <a:gd name="connsiteY11" fmla="*/ 203200 h 524934"/>
                  <a:gd name="connsiteX12" fmla="*/ 3505200 w 4368800"/>
                  <a:gd name="connsiteY12" fmla="*/ 0 h 524934"/>
                  <a:gd name="connsiteX13" fmla="*/ 3810000 w 4368800"/>
                  <a:gd name="connsiteY13" fmla="*/ 135467 h 524934"/>
                  <a:gd name="connsiteX14" fmla="*/ 4097866 w 4368800"/>
                  <a:gd name="connsiteY14" fmla="*/ 42333 h 524934"/>
                  <a:gd name="connsiteX15" fmla="*/ 4368800 w 4368800"/>
                  <a:gd name="connsiteY15" fmla="*/ 118533 h 524934"/>
                  <a:gd name="connsiteX0" fmla="*/ 0 w 4368800"/>
                  <a:gd name="connsiteY0" fmla="*/ 541867 h 541867"/>
                  <a:gd name="connsiteX1" fmla="*/ 270933 w 4368800"/>
                  <a:gd name="connsiteY1" fmla="*/ 338666 h 541867"/>
                  <a:gd name="connsiteX2" fmla="*/ 575733 w 4368800"/>
                  <a:gd name="connsiteY2" fmla="*/ 431800 h 541867"/>
                  <a:gd name="connsiteX3" fmla="*/ 880533 w 4368800"/>
                  <a:gd name="connsiteY3" fmla="*/ 372533 h 541867"/>
                  <a:gd name="connsiteX4" fmla="*/ 1134533 w 4368800"/>
                  <a:gd name="connsiteY4" fmla="*/ 220133 h 541867"/>
                  <a:gd name="connsiteX5" fmla="*/ 1456266 w 4368800"/>
                  <a:gd name="connsiteY5" fmla="*/ 330200 h 541867"/>
                  <a:gd name="connsiteX6" fmla="*/ 1727200 w 4368800"/>
                  <a:gd name="connsiteY6" fmla="*/ 270933 h 541867"/>
                  <a:gd name="connsiteX7" fmla="*/ 2048933 w 4368800"/>
                  <a:gd name="connsiteY7" fmla="*/ 0 h 541867"/>
                  <a:gd name="connsiteX8" fmla="*/ 2353733 w 4368800"/>
                  <a:gd name="connsiteY8" fmla="*/ 304800 h 541867"/>
                  <a:gd name="connsiteX9" fmla="*/ 2607733 w 4368800"/>
                  <a:gd name="connsiteY9" fmla="*/ 186266 h 541867"/>
                  <a:gd name="connsiteX10" fmla="*/ 2946400 w 4368800"/>
                  <a:gd name="connsiteY10" fmla="*/ 228600 h 541867"/>
                  <a:gd name="connsiteX11" fmla="*/ 3234266 w 4368800"/>
                  <a:gd name="connsiteY11" fmla="*/ 220133 h 541867"/>
                  <a:gd name="connsiteX12" fmla="*/ 3505200 w 4368800"/>
                  <a:gd name="connsiteY12" fmla="*/ 16933 h 541867"/>
                  <a:gd name="connsiteX13" fmla="*/ 3810000 w 4368800"/>
                  <a:gd name="connsiteY13" fmla="*/ 152400 h 541867"/>
                  <a:gd name="connsiteX14" fmla="*/ 4097866 w 4368800"/>
                  <a:gd name="connsiteY14" fmla="*/ 59266 h 541867"/>
                  <a:gd name="connsiteX15" fmla="*/ 4368800 w 4368800"/>
                  <a:gd name="connsiteY15" fmla="*/ 135466 h 541867"/>
                  <a:gd name="connsiteX0" fmla="*/ 0 w 4368800"/>
                  <a:gd name="connsiteY0" fmla="*/ 541867 h 541867"/>
                  <a:gd name="connsiteX1" fmla="*/ 270933 w 4368800"/>
                  <a:gd name="connsiteY1" fmla="*/ 338666 h 541867"/>
                  <a:gd name="connsiteX2" fmla="*/ 575733 w 4368800"/>
                  <a:gd name="connsiteY2" fmla="*/ 431800 h 541867"/>
                  <a:gd name="connsiteX3" fmla="*/ 880533 w 4368800"/>
                  <a:gd name="connsiteY3" fmla="*/ 372533 h 541867"/>
                  <a:gd name="connsiteX4" fmla="*/ 1134533 w 4368800"/>
                  <a:gd name="connsiteY4" fmla="*/ 220133 h 541867"/>
                  <a:gd name="connsiteX5" fmla="*/ 1456266 w 4368800"/>
                  <a:gd name="connsiteY5" fmla="*/ 330200 h 541867"/>
                  <a:gd name="connsiteX6" fmla="*/ 1727200 w 4368800"/>
                  <a:gd name="connsiteY6" fmla="*/ 270933 h 541867"/>
                  <a:gd name="connsiteX7" fmla="*/ 2048933 w 4368800"/>
                  <a:gd name="connsiteY7" fmla="*/ 0 h 541867"/>
                  <a:gd name="connsiteX8" fmla="*/ 2353733 w 4368800"/>
                  <a:gd name="connsiteY8" fmla="*/ 304800 h 541867"/>
                  <a:gd name="connsiteX9" fmla="*/ 2607733 w 4368800"/>
                  <a:gd name="connsiteY9" fmla="*/ 186266 h 541867"/>
                  <a:gd name="connsiteX10" fmla="*/ 2963334 w 4368800"/>
                  <a:gd name="connsiteY10" fmla="*/ 152400 h 541867"/>
                  <a:gd name="connsiteX11" fmla="*/ 3234266 w 4368800"/>
                  <a:gd name="connsiteY11" fmla="*/ 220133 h 541867"/>
                  <a:gd name="connsiteX12" fmla="*/ 3505200 w 4368800"/>
                  <a:gd name="connsiteY12" fmla="*/ 16933 h 541867"/>
                  <a:gd name="connsiteX13" fmla="*/ 3810000 w 4368800"/>
                  <a:gd name="connsiteY13" fmla="*/ 152400 h 541867"/>
                  <a:gd name="connsiteX14" fmla="*/ 4097866 w 4368800"/>
                  <a:gd name="connsiteY14" fmla="*/ 59266 h 541867"/>
                  <a:gd name="connsiteX15" fmla="*/ 4368800 w 4368800"/>
                  <a:gd name="connsiteY15" fmla="*/ 135466 h 541867"/>
                  <a:gd name="connsiteX0" fmla="*/ 0 w 4368800"/>
                  <a:gd name="connsiteY0" fmla="*/ 575734 h 575734"/>
                  <a:gd name="connsiteX1" fmla="*/ 270933 w 4368800"/>
                  <a:gd name="connsiteY1" fmla="*/ 372533 h 575734"/>
                  <a:gd name="connsiteX2" fmla="*/ 575733 w 4368800"/>
                  <a:gd name="connsiteY2" fmla="*/ 465667 h 575734"/>
                  <a:gd name="connsiteX3" fmla="*/ 880533 w 4368800"/>
                  <a:gd name="connsiteY3" fmla="*/ 406400 h 575734"/>
                  <a:gd name="connsiteX4" fmla="*/ 1134533 w 4368800"/>
                  <a:gd name="connsiteY4" fmla="*/ 254000 h 575734"/>
                  <a:gd name="connsiteX5" fmla="*/ 1456266 w 4368800"/>
                  <a:gd name="connsiteY5" fmla="*/ 364067 h 575734"/>
                  <a:gd name="connsiteX6" fmla="*/ 1727200 w 4368800"/>
                  <a:gd name="connsiteY6" fmla="*/ 304800 h 575734"/>
                  <a:gd name="connsiteX7" fmla="*/ 2048933 w 4368800"/>
                  <a:gd name="connsiteY7" fmla="*/ 33867 h 575734"/>
                  <a:gd name="connsiteX8" fmla="*/ 2353733 w 4368800"/>
                  <a:gd name="connsiteY8" fmla="*/ 338667 h 575734"/>
                  <a:gd name="connsiteX9" fmla="*/ 2607733 w 4368800"/>
                  <a:gd name="connsiteY9" fmla="*/ 220133 h 575734"/>
                  <a:gd name="connsiteX10" fmla="*/ 2963334 w 4368800"/>
                  <a:gd name="connsiteY10" fmla="*/ 186267 h 575734"/>
                  <a:gd name="connsiteX11" fmla="*/ 3234266 w 4368800"/>
                  <a:gd name="connsiteY11" fmla="*/ 254000 h 575734"/>
                  <a:gd name="connsiteX12" fmla="*/ 3505200 w 4368800"/>
                  <a:gd name="connsiteY12" fmla="*/ 0 h 575734"/>
                  <a:gd name="connsiteX13" fmla="*/ 3810000 w 4368800"/>
                  <a:gd name="connsiteY13" fmla="*/ 186267 h 575734"/>
                  <a:gd name="connsiteX14" fmla="*/ 4097866 w 4368800"/>
                  <a:gd name="connsiteY14" fmla="*/ 93133 h 575734"/>
                  <a:gd name="connsiteX15" fmla="*/ 4368800 w 4368800"/>
                  <a:gd name="connsiteY15" fmla="*/ 169333 h 575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368800" h="575734">
                    <a:moveTo>
                      <a:pt x="0" y="575734"/>
                    </a:moveTo>
                    <a:lnTo>
                      <a:pt x="270933" y="372533"/>
                    </a:lnTo>
                    <a:lnTo>
                      <a:pt x="575733" y="465667"/>
                    </a:lnTo>
                    <a:lnTo>
                      <a:pt x="880533" y="406400"/>
                    </a:lnTo>
                    <a:lnTo>
                      <a:pt x="1134533" y="254000"/>
                    </a:lnTo>
                    <a:lnTo>
                      <a:pt x="1456266" y="364067"/>
                    </a:lnTo>
                    <a:lnTo>
                      <a:pt x="1727200" y="304800"/>
                    </a:lnTo>
                    <a:lnTo>
                      <a:pt x="2048933" y="33867"/>
                    </a:lnTo>
                    <a:lnTo>
                      <a:pt x="2353733" y="338667"/>
                    </a:lnTo>
                    <a:cubicBezTo>
                      <a:pt x="2438400" y="299156"/>
                      <a:pt x="2506133" y="245533"/>
                      <a:pt x="2607733" y="220133"/>
                    </a:cubicBezTo>
                    <a:cubicBezTo>
                      <a:pt x="2709333" y="194733"/>
                      <a:pt x="2844800" y="197556"/>
                      <a:pt x="2963334" y="186267"/>
                    </a:cubicBezTo>
                    <a:lnTo>
                      <a:pt x="3234266" y="254000"/>
                    </a:lnTo>
                    <a:lnTo>
                      <a:pt x="3505200" y="0"/>
                    </a:lnTo>
                    <a:lnTo>
                      <a:pt x="3810000" y="186267"/>
                    </a:lnTo>
                    <a:lnTo>
                      <a:pt x="4097866" y="93133"/>
                    </a:lnTo>
                    <a:lnTo>
                      <a:pt x="4368800" y="169333"/>
                    </a:lnTo>
                  </a:path>
                </a:pathLst>
              </a:custGeom>
              <a:ln>
                <a:solidFill>
                  <a:schemeClr val="accent3">
                    <a:lumMod val="7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15197E2B-FE4D-4B49-8992-0C4ED10058D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44893" y="4074246"/>
              <a:ext cx="599995" cy="126723"/>
            </a:xfrm>
            <a:prstGeom prst="line">
              <a:avLst/>
            </a:prstGeom>
            <a:ln w="12700">
              <a:solidFill>
                <a:srgbClr val="FF0000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47FB511E-7CD6-4CAC-905E-A22C2E3EA67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40169" y="3752569"/>
              <a:ext cx="714387" cy="321678"/>
            </a:xfrm>
            <a:prstGeom prst="line">
              <a:avLst/>
            </a:prstGeom>
            <a:ln w="12700">
              <a:solidFill>
                <a:srgbClr val="FF0000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858CD9D8-970D-4751-AAAC-16249AC0BABD}"/>
                </a:ext>
              </a:extLst>
            </p:cNvPr>
            <p:cNvCxnSpPr>
              <a:cxnSpLocks/>
            </p:cNvCxnSpPr>
            <p:nvPr/>
          </p:nvCxnSpPr>
          <p:spPr>
            <a:xfrm>
              <a:off x="5246556" y="3760449"/>
              <a:ext cx="695023" cy="73443"/>
            </a:xfrm>
            <a:prstGeom prst="line">
              <a:avLst/>
            </a:prstGeom>
            <a:ln w="12700">
              <a:solidFill>
                <a:srgbClr val="FF0000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5DC9B754-A009-4A7C-8DC1-39E872F696E0}"/>
                </a:ext>
              </a:extLst>
            </p:cNvPr>
            <p:cNvCxnSpPr>
              <a:cxnSpLocks/>
            </p:cNvCxnSpPr>
            <p:nvPr/>
          </p:nvCxnSpPr>
          <p:spPr>
            <a:xfrm>
              <a:off x="5925145" y="3822813"/>
              <a:ext cx="681775" cy="781077"/>
            </a:xfrm>
            <a:prstGeom prst="line">
              <a:avLst/>
            </a:prstGeom>
            <a:ln w="12700">
              <a:solidFill>
                <a:srgbClr val="FF0000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86" name="표 85">
            <a:extLst>
              <a:ext uri="{FF2B5EF4-FFF2-40B4-BE49-F238E27FC236}">
                <a16:creationId xmlns:a16="http://schemas.microsoft.com/office/drawing/2014/main" id="{72FBD798-4C1F-43BE-9AA5-6CE58736C2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6660347"/>
              </p:ext>
            </p:extLst>
          </p:nvPr>
        </p:nvGraphicFramePr>
        <p:xfrm>
          <a:off x="330428" y="4228435"/>
          <a:ext cx="7848875" cy="534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4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66194149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1302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발전량</a:t>
                      </a:r>
                      <a:endParaRPr lang="en-US" altLang="ko-KR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예측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온도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5176096"/>
                  </a:ext>
                </a:extLst>
              </a:tr>
            </a:tbl>
          </a:graphicData>
        </a:graphic>
      </p:graphicFrame>
      <p:sp>
        <p:nvSpPr>
          <p:cNvPr id="87" name="TextBox 86">
            <a:extLst>
              <a:ext uri="{FF2B5EF4-FFF2-40B4-BE49-F238E27FC236}">
                <a16:creationId xmlns:a16="http://schemas.microsoft.com/office/drawing/2014/main" id="{206A42A7-13BF-4E94-9C9E-33D5D2B74FAB}"/>
              </a:ext>
            </a:extLst>
          </p:cNvPr>
          <p:cNvSpPr txBox="1"/>
          <p:nvPr/>
        </p:nvSpPr>
        <p:spPr>
          <a:xfrm>
            <a:off x="7195743" y="4843399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A7FCB985-737A-44C8-A992-81A99CEDD720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6A7DB568-D7CB-4DA3-B914-3B9A87F643B6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F03A0C3F-55B0-4FFB-A58F-D381DA53EAE5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C909E061-56AD-43A3-B41F-22C61A695504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850200A9-8A98-4281-B7DC-88D20DB4F2D9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08E75031-7EDE-4023-BA1E-4D7451A0CCAA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2057853" y="141961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836601" y="141961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016896" y="141961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158453" y="179948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965541" y="141961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4" name="표 93">
            <a:extLst>
              <a:ext uri="{FF2B5EF4-FFF2-40B4-BE49-F238E27FC236}">
                <a16:creationId xmlns:a16="http://schemas.microsoft.com/office/drawing/2014/main" id="{F41F72CD-167A-49B1-88EF-DB91E3F8D4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0235721"/>
              </p:ext>
            </p:extLst>
          </p:nvPr>
        </p:nvGraphicFramePr>
        <p:xfrm>
          <a:off x="350067" y="5910331"/>
          <a:ext cx="4114985" cy="7219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온도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962852"/>
                  </a:ext>
                </a:extLst>
              </a:tr>
            </a:tbl>
          </a:graphicData>
        </a:graphic>
      </p:graphicFrame>
      <p:sp>
        <p:nvSpPr>
          <p:cNvPr id="95" name="타원형 설명선 225">
            <a:extLst>
              <a:ext uri="{FF2B5EF4-FFF2-40B4-BE49-F238E27FC236}">
                <a16:creationId xmlns:a16="http://schemas.microsoft.com/office/drawing/2014/main" id="{159DE711-A5B3-4EF6-BEF7-33836AF021D7}"/>
              </a:ext>
            </a:extLst>
          </p:cNvPr>
          <p:cNvSpPr/>
          <p:nvPr/>
        </p:nvSpPr>
        <p:spPr>
          <a:xfrm>
            <a:off x="53242" y="589430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370153B0-86B3-4DE0-8526-2B57875868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0316774"/>
              </p:ext>
            </p:extLst>
          </p:nvPr>
        </p:nvGraphicFramePr>
        <p:xfrm>
          <a:off x="4622269" y="5947288"/>
          <a:ext cx="3788722" cy="6657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97" name="타원형 설명선 225">
            <a:extLst>
              <a:ext uri="{FF2B5EF4-FFF2-40B4-BE49-F238E27FC236}">
                <a16:creationId xmlns:a16="http://schemas.microsoft.com/office/drawing/2014/main" id="{7D1713B3-7BEF-4CC1-8554-47B4816A67C3}"/>
              </a:ext>
            </a:extLst>
          </p:cNvPr>
          <p:cNvSpPr/>
          <p:nvPr/>
        </p:nvSpPr>
        <p:spPr>
          <a:xfrm>
            <a:off x="4327284" y="591600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F053404-505D-46E4-8702-4834928155E8}"/>
              </a:ext>
            </a:extLst>
          </p:cNvPr>
          <p:cNvSpPr/>
          <p:nvPr/>
        </p:nvSpPr>
        <p:spPr>
          <a:xfrm>
            <a:off x="7672074" y="1569453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187216217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8650306"/>
              </p:ext>
            </p:extLst>
          </p:nvPr>
        </p:nvGraphicFramePr>
        <p:xfrm>
          <a:off x="8469313" y="276225"/>
          <a:ext cx="1404000" cy="579532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PV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발전량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부하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예측 부하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온도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Y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PV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발전량 그래프에서는 온도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축을 추가하고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그래프로 온도를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발전량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 안에 부하는 다음 기준으로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MW : 9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W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미만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발전량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시점의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누적발전량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기간이 오늘이 아닐 경우에는 기간 內 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166767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96855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2A863459-0FBB-4A5A-B554-6A0E4261425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32421" y="2217927"/>
          <a:ext cx="7848875" cy="19869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7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83661">
                  <a:extLst>
                    <a:ext uri="{9D8B030D-6E8A-4147-A177-3AD203B41FA5}">
                      <a16:colId xmlns:a16="http://schemas.microsoft.com/office/drawing/2014/main" val="4182005389"/>
                    </a:ext>
                  </a:extLst>
                </a:gridCol>
              </a:tblGrid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℃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</a:rPr>
                        <a:t>100</a:t>
                      </a:r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</a:rPr>
                        <a:t>50</a:t>
                      </a:r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</a:rPr>
                        <a:t>25</a:t>
                      </a:r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</a:rPr>
                        <a:t>0</a:t>
                      </a:r>
                      <a:endParaRPr lang="ko-KR" altLang="en-US" sz="9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8695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9EFF28B6-5348-4108-943A-5F3C15528B42}"/>
              </a:ext>
            </a:extLst>
          </p:cNvPr>
          <p:cNvCxnSpPr>
            <a:cxnSpLocks/>
          </p:cNvCxnSpPr>
          <p:nvPr/>
        </p:nvCxnSpPr>
        <p:spPr>
          <a:xfrm>
            <a:off x="1052501" y="2519931"/>
            <a:ext cx="7128792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5CE31320-489B-4FB5-AD65-0AF37CB2EBC8}"/>
              </a:ext>
            </a:extLst>
          </p:cNvPr>
          <p:cNvCxnSpPr>
            <a:cxnSpLocks/>
          </p:cNvCxnSpPr>
          <p:nvPr/>
        </p:nvCxnSpPr>
        <p:spPr>
          <a:xfrm>
            <a:off x="1052501" y="3112773"/>
            <a:ext cx="7128792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0C827C86-7356-4294-8D9A-0FFBFE298E6E}"/>
              </a:ext>
            </a:extLst>
          </p:cNvPr>
          <p:cNvCxnSpPr>
            <a:cxnSpLocks/>
          </p:cNvCxnSpPr>
          <p:nvPr/>
        </p:nvCxnSpPr>
        <p:spPr>
          <a:xfrm>
            <a:off x="5877037" y="2217924"/>
            <a:ext cx="0" cy="182256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5A7D8F8C-DC3C-466D-B6B4-02E9FC6CC880}"/>
              </a:ext>
            </a:extLst>
          </p:cNvPr>
          <p:cNvCxnSpPr/>
          <p:nvPr/>
        </p:nvCxnSpPr>
        <p:spPr>
          <a:xfrm>
            <a:off x="4160912" y="2049084"/>
            <a:ext cx="504056" cy="0"/>
          </a:xfrm>
          <a:prstGeom prst="line">
            <a:avLst/>
          </a:prstGeom>
          <a:noFill/>
          <a:ln w="1905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5BE61B6-32B5-48B2-BA8C-EE71DFFFA2C9}"/>
              </a:ext>
            </a:extLst>
          </p:cNvPr>
          <p:cNvSpPr/>
          <p:nvPr/>
        </p:nvSpPr>
        <p:spPr>
          <a:xfrm>
            <a:off x="4808984" y="192685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D39DA8F6-7147-46DA-A2CE-7A33B12B8271}"/>
              </a:ext>
            </a:extLst>
          </p:cNvPr>
          <p:cNvSpPr/>
          <p:nvPr/>
        </p:nvSpPr>
        <p:spPr>
          <a:xfrm>
            <a:off x="6033120" y="5196830"/>
            <a:ext cx="612068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900" b="1" dirty="0">
                <a:solidFill>
                  <a:srgbClr val="FFFF00"/>
                </a:solidFill>
                <a:latin typeface="맑은 고딕" pitchFamily="50" charset="-127"/>
                <a:ea typeface="맑은 고딕" pitchFamily="50" charset="-127"/>
              </a:rPr>
              <a:t>누적 발전량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C78D7D0E-0114-42B8-B91F-68DA8EF41973}"/>
              </a:ext>
            </a:extLst>
          </p:cNvPr>
          <p:cNvSpPr/>
          <p:nvPr/>
        </p:nvSpPr>
        <p:spPr>
          <a:xfrm>
            <a:off x="6687066" y="5124821"/>
            <a:ext cx="1080888" cy="5490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1,000</a:t>
            </a:r>
            <a:endParaRPr lang="ko-KR" altLang="en-US" sz="32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94AEFFE1-6BD8-448B-9C83-551D4BF15E83}"/>
              </a:ext>
            </a:extLst>
          </p:cNvPr>
          <p:cNvSpPr/>
          <p:nvPr/>
        </p:nvSpPr>
        <p:spPr>
          <a:xfrm>
            <a:off x="7839962" y="5196830"/>
            <a:ext cx="360040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150000"/>
              </a:lnSpc>
            </a:pPr>
            <a:r>
              <a:rPr lang="en-US" altLang="ko-KR" sz="900" b="1" dirty="0">
                <a:solidFill>
                  <a:srgbClr val="FFFF00"/>
                </a:solidFill>
                <a:latin typeface="맑은 고딕" pitchFamily="50" charset="-127"/>
                <a:ea typeface="맑은 고딕" pitchFamily="50" charset="-127"/>
              </a:rPr>
              <a:t>kWh</a:t>
            </a:r>
            <a:endParaRPr lang="ko-KR" altLang="en-US" sz="900" b="1" dirty="0">
              <a:solidFill>
                <a:srgbClr val="FFFF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7F4655AE-9A3C-4360-913F-EA2626E20ECE}"/>
              </a:ext>
            </a:extLst>
          </p:cNvPr>
          <p:cNvCxnSpPr/>
          <p:nvPr/>
        </p:nvCxnSpPr>
        <p:spPr>
          <a:xfrm>
            <a:off x="5745088" y="2049084"/>
            <a:ext cx="504056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A17F57C3-0E07-4152-8768-681277B92A80}"/>
              </a:ext>
            </a:extLst>
          </p:cNvPr>
          <p:cNvSpPr/>
          <p:nvPr/>
        </p:nvSpPr>
        <p:spPr>
          <a:xfrm>
            <a:off x="6321152" y="1926856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발전량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FF54F8D8-248D-458E-86AE-11007F4CF81A}"/>
              </a:ext>
            </a:extLst>
          </p:cNvPr>
          <p:cNvGrpSpPr/>
          <p:nvPr/>
        </p:nvGrpSpPr>
        <p:grpSpPr>
          <a:xfrm>
            <a:off x="350067" y="5383571"/>
            <a:ext cx="862386" cy="211955"/>
            <a:chOff x="4861742" y="3907374"/>
            <a:chExt cx="862386" cy="211955"/>
          </a:xfrm>
        </p:grpSpPr>
        <p:pic>
          <p:nvPicPr>
            <p:cNvPr id="64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0536A97C-1361-44AF-9EEC-9897095559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3237509-91B5-4C9F-B2AD-6509B83D5EEE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444A3608-72FA-4474-B988-7B0BD6B9C69D}"/>
              </a:ext>
            </a:extLst>
          </p:cNvPr>
          <p:cNvCxnSpPr/>
          <p:nvPr/>
        </p:nvCxnSpPr>
        <p:spPr>
          <a:xfrm>
            <a:off x="7257256" y="2059765"/>
            <a:ext cx="504056" cy="0"/>
          </a:xfrm>
          <a:prstGeom prst="line">
            <a:avLst/>
          </a:prstGeom>
          <a:ln w="12700"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9FA7897-4B6D-400C-B422-00324030324F}"/>
              </a:ext>
            </a:extLst>
          </p:cNvPr>
          <p:cNvSpPr/>
          <p:nvPr/>
        </p:nvSpPr>
        <p:spPr>
          <a:xfrm>
            <a:off x="7833320" y="1917218"/>
            <a:ext cx="64807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온도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A20ABD76-BC89-40F8-B8CD-C2A9BA44BB90}"/>
              </a:ext>
            </a:extLst>
          </p:cNvPr>
          <p:cNvGrpSpPr/>
          <p:nvPr/>
        </p:nvGrpSpPr>
        <p:grpSpPr>
          <a:xfrm>
            <a:off x="3102281" y="3119299"/>
            <a:ext cx="2952328" cy="777173"/>
            <a:chOff x="3851919" y="3752569"/>
            <a:chExt cx="2952329" cy="1128442"/>
          </a:xfrm>
        </p:grpSpPr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A143D6DD-C1DF-4F95-8875-CE4FBEF1998C}"/>
                </a:ext>
              </a:extLst>
            </p:cNvPr>
            <p:cNvGrpSpPr/>
            <p:nvPr/>
          </p:nvGrpSpPr>
          <p:grpSpPr>
            <a:xfrm flipH="1">
              <a:off x="4044009" y="4509121"/>
              <a:ext cx="1823679" cy="360038"/>
              <a:chOff x="2158219" y="3645757"/>
              <a:chExt cx="1863813" cy="719347"/>
            </a:xfrm>
            <a:solidFill>
              <a:srgbClr val="FFFF00"/>
            </a:solidFill>
          </p:grpSpPr>
          <p:sp>
            <p:nvSpPr>
              <p:cNvPr id="77" name="직사각형 76">
                <a:extLst>
                  <a:ext uri="{FF2B5EF4-FFF2-40B4-BE49-F238E27FC236}">
                    <a16:creationId xmlns:a16="http://schemas.microsoft.com/office/drawing/2014/main" id="{47F28995-2B9E-4E10-A99C-1509B4B415E8}"/>
                  </a:ext>
                </a:extLst>
              </p:cNvPr>
              <p:cNvSpPr/>
              <p:nvPr/>
            </p:nvSpPr>
            <p:spPr>
              <a:xfrm>
                <a:off x="3950032" y="4077364"/>
                <a:ext cx="72000" cy="2877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0" name="직사각형 79">
                <a:extLst>
                  <a:ext uri="{FF2B5EF4-FFF2-40B4-BE49-F238E27FC236}">
                    <a16:creationId xmlns:a16="http://schemas.microsoft.com/office/drawing/2014/main" id="{EC180CC0-0890-483D-A6CB-5CA5DD665A98}"/>
                  </a:ext>
                </a:extLst>
              </p:cNvPr>
              <p:cNvSpPr/>
              <p:nvPr/>
            </p:nvSpPr>
            <p:spPr>
              <a:xfrm>
                <a:off x="3638317" y="3915766"/>
                <a:ext cx="72000" cy="44933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1" name="직사각형 80">
                <a:extLst>
                  <a:ext uri="{FF2B5EF4-FFF2-40B4-BE49-F238E27FC236}">
                    <a16:creationId xmlns:a16="http://schemas.microsoft.com/office/drawing/2014/main" id="{8DB3165D-8225-4DE8-B051-918757419FA9}"/>
                  </a:ext>
                </a:extLst>
              </p:cNvPr>
              <p:cNvSpPr/>
              <p:nvPr/>
            </p:nvSpPr>
            <p:spPr>
              <a:xfrm>
                <a:off x="3327361" y="3807101"/>
                <a:ext cx="72000" cy="558001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2" name="직사각형 81">
                <a:extLst>
                  <a:ext uri="{FF2B5EF4-FFF2-40B4-BE49-F238E27FC236}">
                    <a16:creationId xmlns:a16="http://schemas.microsoft.com/office/drawing/2014/main" id="{AFE7355F-03CC-4D8F-91FB-8E8F13750300}"/>
                  </a:ext>
                </a:extLst>
              </p:cNvPr>
              <p:cNvSpPr/>
              <p:nvPr/>
            </p:nvSpPr>
            <p:spPr>
              <a:xfrm>
                <a:off x="3022502" y="3645757"/>
                <a:ext cx="72000" cy="71934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3" name="직사각형 82">
                <a:extLst>
                  <a:ext uri="{FF2B5EF4-FFF2-40B4-BE49-F238E27FC236}">
                    <a16:creationId xmlns:a16="http://schemas.microsoft.com/office/drawing/2014/main" id="{E32A63F8-E446-4585-9A76-2757D98D5BCE}"/>
                  </a:ext>
                </a:extLst>
              </p:cNvPr>
              <p:cNvSpPr/>
              <p:nvPr/>
            </p:nvSpPr>
            <p:spPr>
              <a:xfrm>
                <a:off x="2748848" y="3681104"/>
                <a:ext cx="72000" cy="68400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4" name="직사각형 83">
                <a:extLst>
                  <a:ext uri="{FF2B5EF4-FFF2-40B4-BE49-F238E27FC236}">
                    <a16:creationId xmlns:a16="http://schemas.microsoft.com/office/drawing/2014/main" id="{CA31526F-E3AB-4B1F-9DA9-F43842C703DE}"/>
                  </a:ext>
                </a:extLst>
              </p:cNvPr>
              <p:cNvSpPr/>
              <p:nvPr/>
            </p:nvSpPr>
            <p:spPr>
              <a:xfrm>
                <a:off x="2437864" y="3807104"/>
                <a:ext cx="72000" cy="55800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5" name="직사각형 84">
                <a:extLst>
                  <a:ext uri="{FF2B5EF4-FFF2-40B4-BE49-F238E27FC236}">
                    <a16:creationId xmlns:a16="http://schemas.microsoft.com/office/drawing/2014/main" id="{3036BC7F-2465-4092-98F1-606433BC8C8D}"/>
                  </a:ext>
                </a:extLst>
              </p:cNvPr>
              <p:cNvSpPr/>
              <p:nvPr/>
            </p:nvSpPr>
            <p:spPr>
              <a:xfrm>
                <a:off x="2158219" y="3862585"/>
                <a:ext cx="72001" cy="502519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70" name="그룹 69">
              <a:extLst>
                <a:ext uri="{FF2B5EF4-FFF2-40B4-BE49-F238E27FC236}">
                  <a16:creationId xmlns:a16="http://schemas.microsoft.com/office/drawing/2014/main" id="{EED814EB-9682-48A6-B5B8-27B44031F291}"/>
                </a:ext>
              </a:extLst>
            </p:cNvPr>
            <p:cNvGrpSpPr/>
            <p:nvPr/>
          </p:nvGrpSpPr>
          <p:grpSpPr>
            <a:xfrm>
              <a:off x="3851919" y="3915829"/>
              <a:ext cx="2952329" cy="965182"/>
              <a:chOff x="1883023" y="2121903"/>
              <a:chExt cx="5781364" cy="1532485"/>
            </a:xfrm>
          </p:grpSpPr>
          <p:sp>
            <p:nvSpPr>
              <p:cNvPr id="75" name="자유형 81">
                <a:extLst>
                  <a:ext uri="{FF2B5EF4-FFF2-40B4-BE49-F238E27FC236}">
                    <a16:creationId xmlns:a16="http://schemas.microsoft.com/office/drawing/2014/main" id="{2B2B1DB0-30A2-4E0E-9C0D-135686916A84}"/>
                  </a:ext>
                </a:extLst>
              </p:cNvPr>
              <p:cNvSpPr/>
              <p:nvPr/>
            </p:nvSpPr>
            <p:spPr>
              <a:xfrm>
                <a:off x="1883023" y="2127634"/>
                <a:ext cx="2977010" cy="1526754"/>
              </a:xfrm>
              <a:custGeom>
                <a:avLst/>
                <a:gdLst>
                  <a:gd name="connsiteX0" fmla="*/ 0 w 4368800"/>
                  <a:gd name="connsiteY0" fmla="*/ 389467 h 414867"/>
                  <a:gd name="connsiteX1" fmla="*/ 270933 w 4368800"/>
                  <a:gd name="connsiteY1" fmla="*/ 321733 h 414867"/>
                  <a:gd name="connsiteX2" fmla="*/ 575733 w 4368800"/>
                  <a:gd name="connsiteY2" fmla="*/ 414867 h 414867"/>
                  <a:gd name="connsiteX3" fmla="*/ 880533 w 4368800"/>
                  <a:gd name="connsiteY3" fmla="*/ 355600 h 414867"/>
                  <a:gd name="connsiteX4" fmla="*/ 1134533 w 4368800"/>
                  <a:gd name="connsiteY4" fmla="*/ 203200 h 414867"/>
                  <a:gd name="connsiteX5" fmla="*/ 1456266 w 4368800"/>
                  <a:gd name="connsiteY5" fmla="*/ 313267 h 414867"/>
                  <a:gd name="connsiteX6" fmla="*/ 1727200 w 4368800"/>
                  <a:gd name="connsiteY6" fmla="*/ 254000 h 414867"/>
                  <a:gd name="connsiteX7" fmla="*/ 1998133 w 4368800"/>
                  <a:gd name="connsiteY7" fmla="*/ 135467 h 414867"/>
                  <a:gd name="connsiteX8" fmla="*/ 2353733 w 4368800"/>
                  <a:gd name="connsiteY8" fmla="*/ 287867 h 414867"/>
                  <a:gd name="connsiteX9" fmla="*/ 2607733 w 4368800"/>
                  <a:gd name="connsiteY9" fmla="*/ 169333 h 414867"/>
                  <a:gd name="connsiteX10" fmla="*/ 2946400 w 4368800"/>
                  <a:gd name="connsiteY10" fmla="*/ 211667 h 414867"/>
                  <a:gd name="connsiteX11" fmla="*/ 3234266 w 4368800"/>
                  <a:gd name="connsiteY11" fmla="*/ 203200 h 414867"/>
                  <a:gd name="connsiteX12" fmla="*/ 3505200 w 4368800"/>
                  <a:gd name="connsiteY12" fmla="*/ 0 h 414867"/>
                  <a:gd name="connsiteX13" fmla="*/ 3810000 w 4368800"/>
                  <a:gd name="connsiteY13" fmla="*/ 135467 h 414867"/>
                  <a:gd name="connsiteX14" fmla="*/ 4097866 w 4368800"/>
                  <a:gd name="connsiteY14" fmla="*/ 42333 h 414867"/>
                  <a:gd name="connsiteX15" fmla="*/ 4368800 w 4368800"/>
                  <a:gd name="connsiteY15" fmla="*/ 118533 h 414867"/>
                  <a:gd name="connsiteX0" fmla="*/ 0 w 4368800"/>
                  <a:gd name="connsiteY0" fmla="*/ 524934 h 524934"/>
                  <a:gd name="connsiteX1" fmla="*/ 270933 w 4368800"/>
                  <a:gd name="connsiteY1" fmla="*/ 321733 h 524934"/>
                  <a:gd name="connsiteX2" fmla="*/ 575733 w 4368800"/>
                  <a:gd name="connsiteY2" fmla="*/ 414867 h 524934"/>
                  <a:gd name="connsiteX3" fmla="*/ 880533 w 4368800"/>
                  <a:gd name="connsiteY3" fmla="*/ 355600 h 524934"/>
                  <a:gd name="connsiteX4" fmla="*/ 1134533 w 4368800"/>
                  <a:gd name="connsiteY4" fmla="*/ 203200 h 524934"/>
                  <a:gd name="connsiteX5" fmla="*/ 1456266 w 4368800"/>
                  <a:gd name="connsiteY5" fmla="*/ 313267 h 524934"/>
                  <a:gd name="connsiteX6" fmla="*/ 1727200 w 4368800"/>
                  <a:gd name="connsiteY6" fmla="*/ 254000 h 524934"/>
                  <a:gd name="connsiteX7" fmla="*/ 1998133 w 4368800"/>
                  <a:gd name="connsiteY7" fmla="*/ 135467 h 524934"/>
                  <a:gd name="connsiteX8" fmla="*/ 2353733 w 4368800"/>
                  <a:gd name="connsiteY8" fmla="*/ 287867 h 524934"/>
                  <a:gd name="connsiteX9" fmla="*/ 2607733 w 4368800"/>
                  <a:gd name="connsiteY9" fmla="*/ 169333 h 524934"/>
                  <a:gd name="connsiteX10" fmla="*/ 2946400 w 4368800"/>
                  <a:gd name="connsiteY10" fmla="*/ 211667 h 524934"/>
                  <a:gd name="connsiteX11" fmla="*/ 3234266 w 4368800"/>
                  <a:gd name="connsiteY11" fmla="*/ 203200 h 524934"/>
                  <a:gd name="connsiteX12" fmla="*/ 3505200 w 4368800"/>
                  <a:gd name="connsiteY12" fmla="*/ 0 h 524934"/>
                  <a:gd name="connsiteX13" fmla="*/ 3810000 w 4368800"/>
                  <a:gd name="connsiteY13" fmla="*/ 135467 h 524934"/>
                  <a:gd name="connsiteX14" fmla="*/ 4097866 w 4368800"/>
                  <a:gd name="connsiteY14" fmla="*/ 42333 h 524934"/>
                  <a:gd name="connsiteX15" fmla="*/ 4368800 w 4368800"/>
                  <a:gd name="connsiteY15" fmla="*/ 118533 h 524934"/>
                  <a:gd name="connsiteX0" fmla="*/ 0 w 4368800"/>
                  <a:gd name="connsiteY0" fmla="*/ 541867 h 541867"/>
                  <a:gd name="connsiteX1" fmla="*/ 270933 w 4368800"/>
                  <a:gd name="connsiteY1" fmla="*/ 338666 h 541867"/>
                  <a:gd name="connsiteX2" fmla="*/ 575733 w 4368800"/>
                  <a:gd name="connsiteY2" fmla="*/ 431800 h 541867"/>
                  <a:gd name="connsiteX3" fmla="*/ 880533 w 4368800"/>
                  <a:gd name="connsiteY3" fmla="*/ 372533 h 541867"/>
                  <a:gd name="connsiteX4" fmla="*/ 1134533 w 4368800"/>
                  <a:gd name="connsiteY4" fmla="*/ 220133 h 541867"/>
                  <a:gd name="connsiteX5" fmla="*/ 1456266 w 4368800"/>
                  <a:gd name="connsiteY5" fmla="*/ 330200 h 541867"/>
                  <a:gd name="connsiteX6" fmla="*/ 1727200 w 4368800"/>
                  <a:gd name="connsiteY6" fmla="*/ 270933 h 541867"/>
                  <a:gd name="connsiteX7" fmla="*/ 2048933 w 4368800"/>
                  <a:gd name="connsiteY7" fmla="*/ 0 h 541867"/>
                  <a:gd name="connsiteX8" fmla="*/ 2353733 w 4368800"/>
                  <a:gd name="connsiteY8" fmla="*/ 304800 h 541867"/>
                  <a:gd name="connsiteX9" fmla="*/ 2607733 w 4368800"/>
                  <a:gd name="connsiteY9" fmla="*/ 186266 h 541867"/>
                  <a:gd name="connsiteX10" fmla="*/ 2946400 w 4368800"/>
                  <a:gd name="connsiteY10" fmla="*/ 228600 h 541867"/>
                  <a:gd name="connsiteX11" fmla="*/ 3234266 w 4368800"/>
                  <a:gd name="connsiteY11" fmla="*/ 220133 h 541867"/>
                  <a:gd name="connsiteX12" fmla="*/ 3505200 w 4368800"/>
                  <a:gd name="connsiteY12" fmla="*/ 16933 h 541867"/>
                  <a:gd name="connsiteX13" fmla="*/ 3810000 w 4368800"/>
                  <a:gd name="connsiteY13" fmla="*/ 152400 h 541867"/>
                  <a:gd name="connsiteX14" fmla="*/ 4097866 w 4368800"/>
                  <a:gd name="connsiteY14" fmla="*/ 59266 h 541867"/>
                  <a:gd name="connsiteX15" fmla="*/ 4368800 w 4368800"/>
                  <a:gd name="connsiteY15" fmla="*/ 135466 h 541867"/>
                  <a:gd name="connsiteX0" fmla="*/ 0 w 4368800"/>
                  <a:gd name="connsiteY0" fmla="*/ 541867 h 541867"/>
                  <a:gd name="connsiteX1" fmla="*/ 270933 w 4368800"/>
                  <a:gd name="connsiteY1" fmla="*/ 338666 h 541867"/>
                  <a:gd name="connsiteX2" fmla="*/ 575733 w 4368800"/>
                  <a:gd name="connsiteY2" fmla="*/ 431800 h 541867"/>
                  <a:gd name="connsiteX3" fmla="*/ 880533 w 4368800"/>
                  <a:gd name="connsiteY3" fmla="*/ 372533 h 541867"/>
                  <a:gd name="connsiteX4" fmla="*/ 1134533 w 4368800"/>
                  <a:gd name="connsiteY4" fmla="*/ 220133 h 541867"/>
                  <a:gd name="connsiteX5" fmla="*/ 1456266 w 4368800"/>
                  <a:gd name="connsiteY5" fmla="*/ 330200 h 541867"/>
                  <a:gd name="connsiteX6" fmla="*/ 1727200 w 4368800"/>
                  <a:gd name="connsiteY6" fmla="*/ 270933 h 541867"/>
                  <a:gd name="connsiteX7" fmla="*/ 2048933 w 4368800"/>
                  <a:gd name="connsiteY7" fmla="*/ 0 h 541867"/>
                  <a:gd name="connsiteX8" fmla="*/ 2353733 w 4368800"/>
                  <a:gd name="connsiteY8" fmla="*/ 304800 h 541867"/>
                  <a:gd name="connsiteX9" fmla="*/ 2607733 w 4368800"/>
                  <a:gd name="connsiteY9" fmla="*/ 186266 h 541867"/>
                  <a:gd name="connsiteX10" fmla="*/ 2963334 w 4368800"/>
                  <a:gd name="connsiteY10" fmla="*/ 152400 h 541867"/>
                  <a:gd name="connsiteX11" fmla="*/ 3234266 w 4368800"/>
                  <a:gd name="connsiteY11" fmla="*/ 220133 h 541867"/>
                  <a:gd name="connsiteX12" fmla="*/ 3505200 w 4368800"/>
                  <a:gd name="connsiteY12" fmla="*/ 16933 h 541867"/>
                  <a:gd name="connsiteX13" fmla="*/ 3810000 w 4368800"/>
                  <a:gd name="connsiteY13" fmla="*/ 152400 h 541867"/>
                  <a:gd name="connsiteX14" fmla="*/ 4097866 w 4368800"/>
                  <a:gd name="connsiteY14" fmla="*/ 59266 h 541867"/>
                  <a:gd name="connsiteX15" fmla="*/ 4368800 w 4368800"/>
                  <a:gd name="connsiteY15" fmla="*/ 135466 h 541867"/>
                  <a:gd name="connsiteX0" fmla="*/ 0 w 4368800"/>
                  <a:gd name="connsiteY0" fmla="*/ 575734 h 575734"/>
                  <a:gd name="connsiteX1" fmla="*/ 270933 w 4368800"/>
                  <a:gd name="connsiteY1" fmla="*/ 372533 h 575734"/>
                  <a:gd name="connsiteX2" fmla="*/ 575733 w 4368800"/>
                  <a:gd name="connsiteY2" fmla="*/ 465667 h 575734"/>
                  <a:gd name="connsiteX3" fmla="*/ 880533 w 4368800"/>
                  <a:gd name="connsiteY3" fmla="*/ 406400 h 575734"/>
                  <a:gd name="connsiteX4" fmla="*/ 1134533 w 4368800"/>
                  <a:gd name="connsiteY4" fmla="*/ 254000 h 575734"/>
                  <a:gd name="connsiteX5" fmla="*/ 1456266 w 4368800"/>
                  <a:gd name="connsiteY5" fmla="*/ 364067 h 575734"/>
                  <a:gd name="connsiteX6" fmla="*/ 1727200 w 4368800"/>
                  <a:gd name="connsiteY6" fmla="*/ 304800 h 575734"/>
                  <a:gd name="connsiteX7" fmla="*/ 2048933 w 4368800"/>
                  <a:gd name="connsiteY7" fmla="*/ 33867 h 575734"/>
                  <a:gd name="connsiteX8" fmla="*/ 2353733 w 4368800"/>
                  <a:gd name="connsiteY8" fmla="*/ 338667 h 575734"/>
                  <a:gd name="connsiteX9" fmla="*/ 2607733 w 4368800"/>
                  <a:gd name="connsiteY9" fmla="*/ 220133 h 575734"/>
                  <a:gd name="connsiteX10" fmla="*/ 2963334 w 4368800"/>
                  <a:gd name="connsiteY10" fmla="*/ 186267 h 575734"/>
                  <a:gd name="connsiteX11" fmla="*/ 3234266 w 4368800"/>
                  <a:gd name="connsiteY11" fmla="*/ 254000 h 575734"/>
                  <a:gd name="connsiteX12" fmla="*/ 3505200 w 4368800"/>
                  <a:gd name="connsiteY12" fmla="*/ 0 h 575734"/>
                  <a:gd name="connsiteX13" fmla="*/ 3810000 w 4368800"/>
                  <a:gd name="connsiteY13" fmla="*/ 186267 h 575734"/>
                  <a:gd name="connsiteX14" fmla="*/ 4097866 w 4368800"/>
                  <a:gd name="connsiteY14" fmla="*/ 93133 h 575734"/>
                  <a:gd name="connsiteX15" fmla="*/ 4368800 w 4368800"/>
                  <a:gd name="connsiteY15" fmla="*/ 169333 h 575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368800" h="575734">
                    <a:moveTo>
                      <a:pt x="0" y="575734"/>
                    </a:moveTo>
                    <a:lnTo>
                      <a:pt x="270933" y="372533"/>
                    </a:lnTo>
                    <a:lnTo>
                      <a:pt x="575733" y="465667"/>
                    </a:lnTo>
                    <a:lnTo>
                      <a:pt x="880533" y="406400"/>
                    </a:lnTo>
                    <a:lnTo>
                      <a:pt x="1134533" y="254000"/>
                    </a:lnTo>
                    <a:lnTo>
                      <a:pt x="1456266" y="364067"/>
                    </a:lnTo>
                    <a:lnTo>
                      <a:pt x="1727200" y="304800"/>
                    </a:lnTo>
                    <a:lnTo>
                      <a:pt x="2048933" y="33867"/>
                    </a:lnTo>
                    <a:lnTo>
                      <a:pt x="2353733" y="338667"/>
                    </a:lnTo>
                    <a:cubicBezTo>
                      <a:pt x="2438400" y="299156"/>
                      <a:pt x="2506133" y="245533"/>
                      <a:pt x="2607733" y="220133"/>
                    </a:cubicBezTo>
                    <a:cubicBezTo>
                      <a:pt x="2709333" y="194733"/>
                      <a:pt x="2844800" y="197556"/>
                      <a:pt x="2963334" y="186267"/>
                    </a:cubicBezTo>
                    <a:lnTo>
                      <a:pt x="3234266" y="254000"/>
                    </a:lnTo>
                    <a:lnTo>
                      <a:pt x="3505200" y="0"/>
                    </a:lnTo>
                    <a:lnTo>
                      <a:pt x="3810000" y="186267"/>
                    </a:lnTo>
                    <a:lnTo>
                      <a:pt x="4097866" y="93133"/>
                    </a:lnTo>
                    <a:lnTo>
                      <a:pt x="4368800" y="169333"/>
                    </a:lnTo>
                  </a:path>
                </a:pathLst>
              </a:custGeom>
              <a:ln>
                <a:solidFill>
                  <a:schemeClr val="accent3">
                    <a:lumMod val="7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6" name="자유형 88">
                <a:extLst>
                  <a:ext uri="{FF2B5EF4-FFF2-40B4-BE49-F238E27FC236}">
                    <a16:creationId xmlns:a16="http://schemas.microsoft.com/office/drawing/2014/main" id="{608B70AD-1EA4-4F79-A7B4-CCFE66CE231A}"/>
                  </a:ext>
                </a:extLst>
              </p:cNvPr>
              <p:cNvSpPr/>
              <p:nvPr/>
            </p:nvSpPr>
            <p:spPr>
              <a:xfrm flipH="1">
                <a:off x="4815076" y="2121903"/>
                <a:ext cx="2849311" cy="1526755"/>
              </a:xfrm>
              <a:custGeom>
                <a:avLst/>
                <a:gdLst>
                  <a:gd name="connsiteX0" fmla="*/ 0 w 4368800"/>
                  <a:gd name="connsiteY0" fmla="*/ 389467 h 414867"/>
                  <a:gd name="connsiteX1" fmla="*/ 270933 w 4368800"/>
                  <a:gd name="connsiteY1" fmla="*/ 321733 h 414867"/>
                  <a:gd name="connsiteX2" fmla="*/ 575733 w 4368800"/>
                  <a:gd name="connsiteY2" fmla="*/ 414867 h 414867"/>
                  <a:gd name="connsiteX3" fmla="*/ 880533 w 4368800"/>
                  <a:gd name="connsiteY3" fmla="*/ 355600 h 414867"/>
                  <a:gd name="connsiteX4" fmla="*/ 1134533 w 4368800"/>
                  <a:gd name="connsiteY4" fmla="*/ 203200 h 414867"/>
                  <a:gd name="connsiteX5" fmla="*/ 1456266 w 4368800"/>
                  <a:gd name="connsiteY5" fmla="*/ 313267 h 414867"/>
                  <a:gd name="connsiteX6" fmla="*/ 1727200 w 4368800"/>
                  <a:gd name="connsiteY6" fmla="*/ 254000 h 414867"/>
                  <a:gd name="connsiteX7" fmla="*/ 1998133 w 4368800"/>
                  <a:gd name="connsiteY7" fmla="*/ 135467 h 414867"/>
                  <a:gd name="connsiteX8" fmla="*/ 2353733 w 4368800"/>
                  <a:gd name="connsiteY8" fmla="*/ 287867 h 414867"/>
                  <a:gd name="connsiteX9" fmla="*/ 2607733 w 4368800"/>
                  <a:gd name="connsiteY9" fmla="*/ 169333 h 414867"/>
                  <a:gd name="connsiteX10" fmla="*/ 2946400 w 4368800"/>
                  <a:gd name="connsiteY10" fmla="*/ 211667 h 414867"/>
                  <a:gd name="connsiteX11" fmla="*/ 3234266 w 4368800"/>
                  <a:gd name="connsiteY11" fmla="*/ 203200 h 414867"/>
                  <a:gd name="connsiteX12" fmla="*/ 3505200 w 4368800"/>
                  <a:gd name="connsiteY12" fmla="*/ 0 h 414867"/>
                  <a:gd name="connsiteX13" fmla="*/ 3810000 w 4368800"/>
                  <a:gd name="connsiteY13" fmla="*/ 135467 h 414867"/>
                  <a:gd name="connsiteX14" fmla="*/ 4097866 w 4368800"/>
                  <a:gd name="connsiteY14" fmla="*/ 42333 h 414867"/>
                  <a:gd name="connsiteX15" fmla="*/ 4368800 w 4368800"/>
                  <a:gd name="connsiteY15" fmla="*/ 118533 h 414867"/>
                  <a:gd name="connsiteX0" fmla="*/ 0 w 4368800"/>
                  <a:gd name="connsiteY0" fmla="*/ 524934 h 524934"/>
                  <a:gd name="connsiteX1" fmla="*/ 270933 w 4368800"/>
                  <a:gd name="connsiteY1" fmla="*/ 321733 h 524934"/>
                  <a:gd name="connsiteX2" fmla="*/ 575733 w 4368800"/>
                  <a:gd name="connsiteY2" fmla="*/ 414867 h 524934"/>
                  <a:gd name="connsiteX3" fmla="*/ 880533 w 4368800"/>
                  <a:gd name="connsiteY3" fmla="*/ 355600 h 524934"/>
                  <a:gd name="connsiteX4" fmla="*/ 1134533 w 4368800"/>
                  <a:gd name="connsiteY4" fmla="*/ 203200 h 524934"/>
                  <a:gd name="connsiteX5" fmla="*/ 1456266 w 4368800"/>
                  <a:gd name="connsiteY5" fmla="*/ 313267 h 524934"/>
                  <a:gd name="connsiteX6" fmla="*/ 1727200 w 4368800"/>
                  <a:gd name="connsiteY6" fmla="*/ 254000 h 524934"/>
                  <a:gd name="connsiteX7" fmla="*/ 1998133 w 4368800"/>
                  <a:gd name="connsiteY7" fmla="*/ 135467 h 524934"/>
                  <a:gd name="connsiteX8" fmla="*/ 2353733 w 4368800"/>
                  <a:gd name="connsiteY8" fmla="*/ 287867 h 524934"/>
                  <a:gd name="connsiteX9" fmla="*/ 2607733 w 4368800"/>
                  <a:gd name="connsiteY9" fmla="*/ 169333 h 524934"/>
                  <a:gd name="connsiteX10" fmla="*/ 2946400 w 4368800"/>
                  <a:gd name="connsiteY10" fmla="*/ 211667 h 524934"/>
                  <a:gd name="connsiteX11" fmla="*/ 3234266 w 4368800"/>
                  <a:gd name="connsiteY11" fmla="*/ 203200 h 524934"/>
                  <a:gd name="connsiteX12" fmla="*/ 3505200 w 4368800"/>
                  <a:gd name="connsiteY12" fmla="*/ 0 h 524934"/>
                  <a:gd name="connsiteX13" fmla="*/ 3810000 w 4368800"/>
                  <a:gd name="connsiteY13" fmla="*/ 135467 h 524934"/>
                  <a:gd name="connsiteX14" fmla="*/ 4097866 w 4368800"/>
                  <a:gd name="connsiteY14" fmla="*/ 42333 h 524934"/>
                  <a:gd name="connsiteX15" fmla="*/ 4368800 w 4368800"/>
                  <a:gd name="connsiteY15" fmla="*/ 118533 h 524934"/>
                  <a:gd name="connsiteX0" fmla="*/ 0 w 4368800"/>
                  <a:gd name="connsiteY0" fmla="*/ 541867 h 541867"/>
                  <a:gd name="connsiteX1" fmla="*/ 270933 w 4368800"/>
                  <a:gd name="connsiteY1" fmla="*/ 338666 h 541867"/>
                  <a:gd name="connsiteX2" fmla="*/ 575733 w 4368800"/>
                  <a:gd name="connsiteY2" fmla="*/ 431800 h 541867"/>
                  <a:gd name="connsiteX3" fmla="*/ 880533 w 4368800"/>
                  <a:gd name="connsiteY3" fmla="*/ 372533 h 541867"/>
                  <a:gd name="connsiteX4" fmla="*/ 1134533 w 4368800"/>
                  <a:gd name="connsiteY4" fmla="*/ 220133 h 541867"/>
                  <a:gd name="connsiteX5" fmla="*/ 1456266 w 4368800"/>
                  <a:gd name="connsiteY5" fmla="*/ 330200 h 541867"/>
                  <a:gd name="connsiteX6" fmla="*/ 1727200 w 4368800"/>
                  <a:gd name="connsiteY6" fmla="*/ 270933 h 541867"/>
                  <a:gd name="connsiteX7" fmla="*/ 2048933 w 4368800"/>
                  <a:gd name="connsiteY7" fmla="*/ 0 h 541867"/>
                  <a:gd name="connsiteX8" fmla="*/ 2353733 w 4368800"/>
                  <a:gd name="connsiteY8" fmla="*/ 304800 h 541867"/>
                  <a:gd name="connsiteX9" fmla="*/ 2607733 w 4368800"/>
                  <a:gd name="connsiteY9" fmla="*/ 186266 h 541867"/>
                  <a:gd name="connsiteX10" fmla="*/ 2946400 w 4368800"/>
                  <a:gd name="connsiteY10" fmla="*/ 228600 h 541867"/>
                  <a:gd name="connsiteX11" fmla="*/ 3234266 w 4368800"/>
                  <a:gd name="connsiteY11" fmla="*/ 220133 h 541867"/>
                  <a:gd name="connsiteX12" fmla="*/ 3505200 w 4368800"/>
                  <a:gd name="connsiteY12" fmla="*/ 16933 h 541867"/>
                  <a:gd name="connsiteX13" fmla="*/ 3810000 w 4368800"/>
                  <a:gd name="connsiteY13" fmla="*/ 152400 h 541867"/>
                  <a:gd name="connsiteX14" fmla="*/ 4097866 w 4368800"/>
                  <a:gd name="connsiteY14" fmla="*/ 59266 h 541867"/>
                  <a:gd name="connsiteX15" fmla="*/ 4368800 w 4368800"/>
                  <a:gd name="connsiteY15" fmla="*/ 135466 h 541867"/>
                  <a:gd name="connsiteX0" fmla="*/ 0 w 4368800"/>
                  <a:gd name="connsiteY0" fmla="*/ 541867 h 541867"/>
                  <a:gd name="connsiteX1" fmla="*/ 270933 w 4368800"/>
                  <a:gd name="connsiteY1" fmla="*/ 338666 h 541867"/>
                  <a:gd name="connsiteX2" fmla="*/ 575733 w 4368800"/>
                  <a:gd name="connsiteY2" fmla="*/ 431800 h 541867"/>
                  <a:gd name="connsiteX3" fmla="*/ 880533 w 4368800"/>
                  <a:gd name="connsiteY3" fmla="*/ 372533 h 541867"/>
                  <a:gd name="connsiteX4" fmla="*/ 1134533 w 4368800"/>
                  <a:gd name="connsiteY4" fmla="*/ 220133 h 541867"/>
                  <a:gd name="connsiteX5" fmla="*/ 1456266 w 4368800"/>
                  <a:gd name="connsiteY5" fmla="*/ 330200 h 541867"/>
                  <a:gd name="connsiteX6" fmla="*/ 1727200 w 4368800"/>
                  <a:gd name="connsiteY6" fmla="*/ 270933 h 541867"/>
                  <a:gd name="connsiteX7" fmla="*/ 2048933 w 4368800"/>
                  <a:gd name="connsiteY7" fmla="*/ 0 h 541867"/>
                  <a:gd name="connsiteX8" fmla="*/ 2353733 w 4368800"/>
                  <a:gd name="connsiteY8" fmla="*/ 304800 h 541867"/>
                  <a:gd name="connsiteX9" fmla="*/ 2607733 w 4368800"/>
                  <a:gd name="connsiteY9" fmla="*/ 186266 h 541867"/>
                  <a:gd name="connsiteX10" fmla="*/ 2963334 w 4368800"/>
                  <a:gd name="connsiteY10" fmla="*/ 152400 h 541867"/>
                  <a:gd name="connsiteX11" fmla="*/ 3234266 w 4368800"/>
                  <a:gd name="connsiteY11" fmla="*/ 220133 h 541867"/>
                  <a:gd name="connsiteX12" fmla="*/ 3505200 w 4368800"/>
                  <a:gd name="connsiteY12" fmla="*/ 16933 h 541867"/>
                  <a:gd name="connsiteX13" fmla="*/ 3810000 w 4368800"/>
                  <a:gd name="connsiteY13" fmla="*/ 152400 h 541867"/>
                  <a:gd name="connsiteX14" fmla="*/ 4097866 w 4368800"/>
                  <a:gd name="connsiteY14" fmla="*/ 59266 h 541867"/>
                  <a:gd name="connsiteX15" fmla="*/ 4368800 w 4368800"/>
                  <a:gd name="connsiteY15" fmla="*/ 135466 h 541867"/>
                  <a:gd name="connsiteX0" fmla="*/ 0 w 4368800"/>
                  <a:gd name="connsiteY0" fmla="*/ 575734 h 575734"/>
                  <a:gd name="connsiteX1" fmla="*/ 270933 w 4368800"/>
                  <a:gd name="connsiteY1" fmla="*/ 372533 h 575734"/>
                  <a:gd name="connsiteX2" fmla="*/ 575733 w 4368800"/>
                  <a:gd name="connsiteY2" fmla="*/ 465667 h 575734"/>
                  <a:gd name="connsiteX3" fmla="*/ 880533 w 4368800"/>
                  <a:gd name="connsiteY3" fmla="*/ 406400 h 575734"/>
                  <a:gd name="connsiteX4" fmla="*/ 1134533 w 4368800"/>
                  <a:gd name="connsiteY4" fmla="*/ 254000 h 575734"/>
                  <a:gd name="connsiteX5" fmla="*/ 1456266 w 4368800"/>
                  <a:gd name="connsiteY5" fmla="*/ 364067 h 575734"/>
                  <a:gd name="connsiteX6" fmla="*/ 1727200 w 4368800"/>
                  <a:gd name="connsiteY6" fmla="*/ 304800 h 575734"/>
                  <a:gd name="connsiteX7" fmla="*/ 2048933 w 4368800"/>
                  <a:gd name="connsiteY7" fmla="*/ 33867 h 575734"/>
                  <a:gd name="connsiteX8" fmla="*/ 2353733 w 4368800"/>
                  <a:gd name="connsiteY8" fmla="*/ 338667 h 575734"/>
                  <a:gd name="connsiteX9" fmla="*/ 2607733 w 4368800"/>
                  <a:gd name="connsiteY9" fmla="*/ 220133 h 575734"/>
                  <a:gd name="connsiteX10" fmla="*/ 2963334 w 4368800"/>
                  <a:gd name="connsiteY10" fmla="*/ 186267 h 575734"/>
                  <a:gd name="connsiteX11" fmla="*/ 3234266 w 4368800"/>
                  <a:gd name="connsiteY11" fmla="*/ 254000 h 575734"/>
                  <a:gd name="connsiteX12" fmla="*/ 3505200 w 4368800"/>
                  <a:gd name="connsiteY12" fmla="*/ 0 h 575734"/>
                  <a:gd name="connsiteX13" fmla="*/ 3810000 w 4368800"/>
                  <a:gd name="connsiteY13" fmla="*/ 186267 h 575734"/>
                  <a:gd name="connsiteX14" fmla="*/ 4097866 w 4368800"/>
                  <a:gd name="connsiteY14" fmla="*/ 93133 h 575734"/>
                  <a:gd name="connsiteX15" fmla="*/ 4368800 w 4368800"/>
                  <a:gd name="connsiteY15" fmla="*/ 169333 h 575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368800" h="575734">
                    <a:moveTo>
                      <a:pt x="0" y="575734"/>
                    </a:moveTo>
                    <a:lnTo>
                      <a:pt x="270933" y="372533"/>
                    </a:lnTo>
                    <a:lnTo>
                      <a:pt x="575733" y="465667"/>
                    </a:lnTo>
                    <a:lnTo>
                      <a:pt x="880533" y="406400"/>
                    </a:lnTo>
                    <a:lnTo>
                      <a:pt x="1134533" y="254000"/>
                    </a:lnTo>
                    <a:lnTo>
                      <a:pt x="1456266" y="364067"/>
                    </a:lnTo>
                    <a:lnTo>
                      <a:pt x="1727200" y="304800"/>
                    </a:lnTo>
                    <a:lnTo>
                      <a:pt x="2048933" y="33867"/>
                    </a:lnTo>
                    <a:lnTo>
                      <a:pt x="2353733" y="338667"/>
                    </a:lnTo>
                    <a:cubicBezTo>
                      <a:pt x="2438400" y="299156"/>
                      <a:pt x="2506133" y="245533"/>
                      <a:pt x="2607733" y="220133"/>
                    </a:cubicBezTo>
                    <a:cubicBezTo>
                      <a:pt x="2709333" y="194733"/>
                      <a:pt x="2844800" y="197556"/>
                      <a:pt x="2963334" y="186267"/>
                    </a:cubicBezTo>
                    <a:lnTo>
                      <a:pt x="3234266" y="254000"/>
                    </a:lnTo>
                    <a:lnTo>
                      <a:pt x="3505200" y="0"/>
                    </a:lnTo>
                    <a:lnTo>
                      <a:pt x="3810000" y="186267"/>
                    </a:lnTo>
                    <a:lnTo>
                      <a:pt x="4097866" y="93133"/>
                    </a:lnTo>
                    <a:lnTo>
                      <a:pt x="4368800" y="169333"/>
                    </a:lnTo>
                  </a:path>
                </a:pathLst>
              </a:custGeom>
              <a:ln>
                <a:solidFill>
                  <a:schemeClr val="accent3">
                    <a:lumMod val="7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15197E2B-FE4D-4B49-8992-0C4ED10058D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44893" y="4074246"/>
              <a:ext cx="599995" cy="126723"/>
            </a:xfrm>
            <a:prstGeom prst="line">
              <a:avLst/>
            </a:prstGeom>
            <a:ln w="12700">
              <a:solidFill>
                <a:srgbClr val="FF0000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47FB511E-7CD6-4CAC-905E-A22C2E3EA67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40169" y="3752569"/>
              <a:ext cx="714387" cy="321678"/>
            </a:xfrm>
            <a:prstGeom prst="line">
              <a:avLst/>
            </a:prstGeom>
            <a:ln w="12700">
              <a:solidFill>
                <a:srgbClr val="FF0000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858CD9D8-970D-4751-AAAC-16249AC0BABD}"/>
                </a:ext>
              </a:extLst>
            </p:cNvPr>
            <p:cNvCxnSpPr>
              <a:cxnSpLocks/>
            </p:cNvCxnSpPr>
            <p:nvPr/>
          </p:nvCxnSpPr>
          <p:spPr>
            <a:xfrm>
              <a:off x="5246556" y="3760449"/>
              <a:ext cx="695023" cy="73443"/>
            </a:xfrm>
            <a:prstGeom prst="line">
              <a:avLst/>
            </a:prstGeom>
            <a:ln w="12700">
              <a:solidFill>
                <a:srgbClr val="FF0000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5DC9B754-A009-4A7C-8DC1-39E872F696E0}"/>
                </a:ext>
              </a:extLst>
            </p:cNvPr>
            <p:cNvCxnSpPr>
              <a:cxnSpLocks/>
            </p:cNvCxnSpPr>
            <p:nvPr/>
          </p:nvCxnSpPr>
          <p:spPr>
            <a:xfrm>
              <a:off x="5925145" y="3822813"/>
              <a:ext cx="681775" cy="781077"/>
            </a:xfrm>
            <a:prstGeom prst="line">
              <a:avLst/>
            </a:prstGeom>
            <a:ln w="12700">
              <a:solidFill>
                <a:srgbClr val="FF0000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86" name="표 85">
            <a:extLst>
              <a:ext uri="{FF2B5EF4-FFF2-40B4-BE49-F238E27FC236}">
                <a16:creationId xmlns:a16="http://schemas.microsoft.com/office/drawing/2014/main" id="{72FBD798-4C1F-43BE-9AA5-6CE58736C2C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30428" y="4228435"/>
          <a:ext cx="7848875" cy="534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4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66194149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8471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81302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발전량</a:t>
                      </a:r>
                      <a:endParaRPr lang="en-US" altLang="ko-KR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예측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온도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5176096"/>
                  </a:ext>
                </a:extLst>
              </a:tr>
            </a:tbl>
          </a:graphicData>
        </a:graphic>
      </p:graphicFrame>
      <p:sp>
        <p:nvSpPr>
          <p:cNvPr id="87" name="TextBox 86">
            <a:extLst>
              <a:ext uri="{FF2B5EF4-FFF2-40B4-BE49-F238E27FC236}">
                <a16:creationId xmlns:a16="http://schemas.microsoft.com/office/drawing/2014/main" id="{206A42A7-13BF-4E94-9C9E-33D5D2B74FAB}"/>
              </a:ext>
            </a:extLst>
          </p:cNvPr>
          <p:cNvSpPr txBox="1"/>
          <p:nvPr/>
        </p:nvSpPr>
        <p:spPr>
          <a:xfrm>
            <a:off x="7195743" y="4843399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A7FCB985-737A-44C8-A992-81A99CEDD720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6A7DB568-D7CB-4DA3-B914-3B9A87F643B6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F03A0C3F-55B0-4FFB-A58F-D381DA53EAE5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C909E061-56AD-43A3-B41F-22C61A695504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850200A9-8A98-4281-B7DC-88D20DB4F2D9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08E75031-7EDE-4023-BA1E-4D7451A0CCAA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06" name="타원형 설명선 205"/>
          <p:cNvSpPr/>
          <p:nvPr/>
        </p:nvSpPr>
        <p:spPr>
          <a:xfrm>
            <a:off x="6905707" y="4720671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200042" y="519683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7666327" y="224453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44413" y="412043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44413" y="219715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4" name="타원형 설명선 225">
            <a:extLst>
              <a:ext uri="{FF2B5EF4-FFF2-40B4-BE49-F238E27FC236}">
                <a16:creationId xmlns:a16="http://schemas.microsoft.com/office/drawing/2014/main" id="{27F3948E-71CA-4351-8548-46A5BE2760E7}"/>
              </a:ext>
            </a:extLst>
          </p:cNvPr>
          <p:cNvSpPr/>
          <p:nvPr/>
        </p:nvSpPr>
        <p:spPr>
          <a:xfrm>
            <a:off x="5775242" y="519683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5" name="표 94">
            <a:extLst>
              <a:ext uri="{FF2B5EF4-FFF2-40B4-BE49-F238E27FC236}">
                <a16:creationId xmlns:a16="http://schemas.microsoft.com/office/drawing/2014/main" id="{9D531523-4F89-43FD-808A-490D7A5A76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7937921"/>
              </p:ext>
            </p:extLst>
          </p:nvPr>
        </p:nvGraphicFramePr>
        <p:xfrm>
          <a:off x="1470460" y="6097822"/>
          <a:ext cx="3788722" cy="5438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후 추가 예정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96" name="타원형 설명선 225">
            <a:extLst>
              <a:ext uri="{FF2B5EF4-FFF2-40B4-BE49-F238E27FC236}">
                <a16:creationId xmlns:a16="http://schemas.microsoft.com/office/drawing/2014/main" id="{A135473C-02F7-43D6-BC9D-FFD712BF763F}"/>
              </a:ext>
            </a:extLst>
          </p:cNvPr>
          <p:cNvSpPr/>
          <p:nvPr/>
        </p:nvSpPr>
        <p:spPr>
          <a:xfrm>
            <a:off x="1469792" y="586793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4412B8D3-88CA-4E44-9270-127BEE305C4D}"/>
              </a:ext>
            </a:extLst>
          </p:cNvPr>
          <p:cNvSpPr/>
          <p:nvPr/>
        </p:nvSpPr>
        <p:spPr>
          <a:xfrm>
            <a:off x="7680269" y="1569453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46591947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523564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30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52042"/>
            <a:ext cx="8208912" cy="433030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415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DR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8513AA0-501E-41AA-A36E-386D57118C3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8100" y="2156233"/>
          <a:ext cx="7915258" cy="1786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44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9802655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423982244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21576348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8265295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077347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41944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7490369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67585101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46666919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66727516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23573114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13681239"/>
                    </a:ext>
                  </a:extLst>
                </a:gridCol>
              </a:tblGrid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00A71007-406C-4F0A-9589-C33EC6950CD4}"/>
              </a:ext>
            </a:extLst>
          </p:cNvPr>
          <p:cNvCxnSpPr>
            <a:cxnSpLocks/>
          </p:cNvCxnSpPr>
          <p:nvPr/>
        </p:nvCxnSpPr>
        <p:spPr>
          <a:xfrm>
            <a:off x="980534" y="3186416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FA8F809F-54BE-465D-850D-4493686FD5EF}"/>
              </a:ext>
            </a:extLst>
          </p:cNvPr>
          <p:cNvCxnSpPr>
            <a:cxnSpLocks/>
          </p:cNvCxnSpPr>
          <p:nvPr/>
        </p:nvCxnSpPr>
        <p:spPr>
          <a:xfrm>
            <a:off x="980534" y="2610352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D9588942-263D-40FC-BFC0-08F3E586D052}"/>
              </a:ext>
            </a:extLst>
          </p:cNvPr>
          <p:cNvGrpSpPr/>
          <p:nvPr/>
        </p:nvGrpSpPr>
        <p:grpSpPr>
          <a:xfrm>
            <a:off x="278100" y="4697632"/>
            <a:ext cx="862386" cy="211955"/>
            <a:chOff x="4861742" y="3907374"/>
            <a:chExt cx="862386" cy="211955"/>
          </a:xfrm>
        </p:grpSpPr>
        <p:pic>
          <p:nvPicPr>
            <p:cNvPr id="55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303A80C4-1726-4946-B2C9-AFB0384A81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8C76E1C6-D0C8-4686-8383-1C27793CB40A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B6A727E2-248A-436E-B72F-418234D9B063}"/>
              </a:ext>
            </a:extLst>
          </p:cNvPr>
          <p:cNvSpPr/>
          <p:nvPr/>
        </p:nvSpPr>
        <p:spPr>
          <a:xfrm>
            <a:off x="6177136" y="4529465"/>
            <a:ext cx="612068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9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현재 사용량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6851EB33-FF02-4502-AA74-0E2287D10C5B}"/>
              </a:ext>
            </a:extLst>
          </p:cNvPr>
          <p:cNvSpPr/>
          <p:nvPr/>
        </p:nvSpPr>
        <p:spPr>
          <a:xfrm>
            <a:off x="6831082" y="4457456"/>
            <a:ext cx="894226" cy="5490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850</a:t>
            </a:r>
            <a:endParaRPr lang="ko-KR" altLang="en-US" sz="32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DB27ADF9-043F-4BD2-ACC3-94559DC62950}"/>
              </a:ext>
            </a:extLst>
          </p:cNvPr>
          <p:cNvSpPr/>
          <p:nvPr/>
        </p:nvSpPr>
        <p:spPr>
          <a:xfrm>
            <a:off x="7797316" y="4529465"/>
            <a:ext cx="360040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150000"/>
              </a:lnSpc>
            </a:pPr>
            <a:r>
              <a:rPr lang="en-US" altLang="ko-KR" sz="9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kWh</a:t>
            </a:r>
            <a:endParaRPr lang="ko-KR" altLang="en-US" sz="900" b="1" dirty="0">
              <a:solidFill>
                <a:srgbClr val="FF66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D5CB08C4-FD0E-4EA3-8B53-0F674FFFE4BD}"/>
              </a:ext>
            </a:extLst>
          </p:cNvPr>
          <p:cNvGrpSpPr/>
          <p:nvPr/>
        </p:nvGrpSpPr>
        <p:grpSpPr>
          <a:xfrm>
            <a:off x="1052542" y="2614878"/>
            <a:ext cx="2949900" cy="937797"/>
            <a:chOff x="1413933" y="2780928"/>
            <a:chExt cx="5030275" cy="1248958"/>
          </a:xfrm>
        </p:grpSpPr>
        <p:sp>
          <p:nvSpPr>
            <p:cNvPr id="62" name="자유형 10">
              <a:extLst>
                <a:ext uri="{FF2B5EF4-FFF2-40B4-BE49-F238E27FC236}">
                  <a16:creationId xmlns:a16="http://schemas.microsoft.com/office/drawing/2014/main" id="{1414ED20-0E3B-4642-9AE6-452F5986E6D0}"/>
                </a:ext>
              </a:extLst>
            </p:cNvPr>
            <p:cNvSpPr/>
            <p:nvPr/>
          </p:nvSpPr>
          <p:spPr>
            <a:xfrm>
              <a:off x="1413933" y="2780928"/>
              <a:ext cx="5030275" cy="1208046"/>
            </a:xfrm>
            <a:custGeom>
              <a:avLst/>
              <a:gdLst>
                <a:gd name="connsiteX0" fmla="*/ 0 w 6477000"/>
                <a:gd name="connsiteY0" fmla="*/ 1208046 h 1208046"/>
                <a:gd name="connsiteX1" fmla="*/ 33867 w 6477000"/>
                <a:gd name="connsiteY1" fmla="*/ 1157246 h 1208046"/>
                <a:gd name="connsiteX2" fmla="*/ 67734 w 6477000"/>
                <a:gd name="connsiteY2" fmla="*/ 1140313 h 1208046"/>
                <a:gd name="connsiteX3" fmla="*/ 101600 w 6477000"/>
                <a:gd name="connsiteY3" fmla="*/ 1072580 h 1208046"/>
                <a:gd name="connsiteX4" fmla="*/ 118534 w 6477000"/>
                <a:gd name="connsiteY4" fmla="*/ 1055646 h 1208046"/>
                <a:gd name="connsiteX5" fmla="*/ 152400 w 6477000"/>
                <a:gd name="connsiteY5" fmla="*/ 937113 h 1208046"/>
                <a:gd name="connsiteX6" fmla="*/ 169334 w 6477000"/>
                <a:gd name="connsiteY6" fmla="*/ 903246 h 1208046"/>
                <a:gd name="connsiteX7" fmla="*/ 203200 w 6477000"/>
                <a:gd name="connsiteY7" fmla="*/ 818580 h 1208046"/>
                <a:gd name="connsiteX8" fmla="*/ 220134 w 6477000"/>
                <a:gd name="connsiteY8" fmla="*/ 801646 h 1208046"/>
                <a:gd name="connsiteX9" fmla="*/ 237067 w 6477000"/>
                <a:gd name="connsiteY9" fmla="*/ 750846 h 1208046"/>
                <a:gd name="connsiteX10" fmla="*/ 304800 w 6477000"/>
                <a:gd name="connsiteY10" fmla="*/ 750846 h 1208046"/>
                <a:gd name="connsiteX11" fmla="*/ 321734 w 6477000"/>
                <a:gd name="connsiteY11" fmla="*/ 767780 h 1208046"/>
                <a:gd name="connsiteX12" fmla="*/ 355600 w 6477000"/>
                <a:gd name="connsiteY12" fmla="*/ 784713 h 1208046"/>
                <a:gd name="connsiteX13" fmla="*/ 508000 w 6477000"/>
                <a:gd name="connsiteY13" fmla="*/ 750846 h 1208046"/>
                <a:gd name="connsiteX14" fmla="*/ 575734 w 6477000"/>
                <a:gd name="connsiteY14" fmla="*/ 716980 h 1208046"/>
                <a:gd name="connsiteX15" fmla="*/ 643467 w 6477000"/>
                <a:gd name="connsiteY15" fmla="*/ 683113 h 1208046"/>
                <a:gd name="connsiteX16" fmla="*/ 677334 w 6477000"/>
                <a:gd name="connsiteY16" fmla="*/ 666180 h 1208046"/>
                <a:gd name="connsiteX17" fmla="*/ 762000 w 6477000"/>
                <a:gd name="connsiteY17" fmla="*/ 615380 h 1208046"/>
                <a:gd name="connsiteX18" fmla="*/ 778934 w 6477000"/>
                <a:gd name="connsiteY18" fmla="*/ 598446 h 1208046"/>
                <a:gd name="connsiteX19" fmla="*/ 812800 w 6477000"/>
                <a:gd name="connsiteY19" fmla="*/ 581513 h 1208046"/>
                <a:gd name="connsiteX20" fmla="*/ 965200 w 6477000"/>
                <a:gd name="connsiteY20" fmla="*/ 598446 h 1208046"/>
                <a:gd name="connsiteX21" fmla="*/ 1032934 w 6477000"/>
                <a:gd name="connsiteY21" fmla="*/ 615380 h 1208046"/>
                <a:gd name="connsiteX22" fmla="*/ 1202267 w 6477000"/>
                <a:gd name="connsiteY22" fmla="*/ 598446 h 1208046"/>
                <a:gd name="connsiteX23" fmla="*/ 1270000 w 6477000"/>
                <a:gd name="connsiteY23" fmla="*/ 564580 h 1208046"/>
                <a:gd name="connsiteX24" fmla="*/ 1303867 w 6477000"/>
                <a:gd name="connsiteY24" fmla="*/ 547646 h 1208046"/>
                <a:gd name="connsiteX25" fmla="*/ 1354667 w 6477000"/>
                <a:gd name="connsiteY25" fmla="*/ 530713 h 1208046"/>
                <a:gd name="connsiteX26" fmla="*/ 1388534 w 6477000"/>
                <a:gd name="connsiteY26" fmla="*/ 513780 h 1208046"/>
                <a:gd name="connsiteX27" fmla="*/ 1557867 w 6477000"/>
                <a:gd name="connsiteY27" fmla="*/ 496846 h 1208046"/>
                <a:gd name="connsiteX28" fmla="*/ 1964267 w 6477000"/>
                <a:gd name="connsiteY28" fmla="*/ 462980 h 1208046"/>
                <a:gd name="connsiteX29" fmla="*/ 2082800 w 6477000"/>
                <a:gd name="connsiteY29" fmla="*/ 412180 h 1208046"/>
                <a:gd name="connsiteX30" fmla="*/ 2133600 w 6477000"/>
                <a:gd name="connsiteY30" fmla="*/ 361380 h 1208046"/>
                <a:gd name="connsiteX31" fmla="*/ 2150534 w 6477000"/>
                <a:gd name="connsiteY31" fmla="*/ 344446 h 1208046"/>
                <a:gd name="connsiteX32" fmla="*/ 2201334 w 6477000"/>
                <a:gd name="connsiteY32" fmla="*/ 310580 h 1208046"/>
                <a:gd name="connsiteX33" fmla="*/ 2455334 w 6477000"/>
                <a:gd name="connsiteY33" fmla="*/ 327513 h 1208046"/>
                <a:gd name="connsiteX34" fmla="*/ 2489200 w 6477000"/>
                <a:gd name="connsiteY34" fmla="*/ 361380 h 1208046"/>
                <a:gd name="connsiteX35" fmla="*/ 2624667 w 6477000"/>
                <a:gd name="connsiteY35" fmla="*/ 378313 h 1208046"/>
                <a:gd name="connsiteX36" fmla="*/ 2726267 w 6477000"/>
                <a:gd name="connsiteY36" fmla="*/ 395246 h 1208046"/>
                <a:gd name="connsiteX37" fmla="*/ 2980267 w 6477000"/>
                <a:gd name="connsiteY37" fmla="*/ 378313 h 1208046"/>
                <a:gd name="connsiteX38" fmla="*/ 3149600 w 6477000"/>
                <a:gd name="connsiteY38" fmla="*/ 344446 h 1208046"/>
                <a:gd name="connsiteX39" fmla="*/ 3183467 w 6477000"/>
                <a:gd name="connsiteY39" fmla="*/ 327513 h 1208046"/>
                <a:gd name="connsiteX40" fmla="*/ 3420534 w 6477000"/>
                <a:gd name="connsiteY40" fmla="*/ 344446 h 1208046"/>
                <a:gd name="connsiteX41" fmla="*/ 3589867 w 6477000"/>
                <a:gd name="connsiteY41" fmla="*/ 378313 h 1208046"/>
                <a:gd name="connsiteX42" fmla="*/ 3674534 w 6477000"/>
                <a:gd name="connsiteY42" fmla="*/ 395246 h 1208046"/>
                <a:gd name="connsiteX43" fmla="*/ 3877734 w 6477000"/>
                <a:gd name="connsiteY43" fmla="*/ 429113 h 1208046"/>
                <a:gd name="connsiteX44" fmla="*/ 4047067 w 6477000"/>
                <a:gd name="connsiteY44" fmla="*/ 462980 h 1208046"/>
                <a:gd name="connsiteX45" fmla="*/ 4284134 w 6477000"/>
                <a:gd name="connsiteY45" fmla="*/ 446046 h 1208046"/>
                <a:gd name="connsiteX46" fmla="*/ 4402667 w 6477000"/>
                <a:gd name="connsiteY46" fmla="*/ 412180 h 1208046"/>
                <a:gd name="connsiteX47" fmla="*/ 4436534 w 6477000"/>
                <a:gd name="connsiteY47" fmla="*/ 395246 h 1208046"/>
                <a:gd name="connsiteX48" fmla="*/ 4521200 w 6477000"/>
                <a:gd name="connsiteY48" fmla="*/ 378313 h 1208046"/>
                <a:gd name="connsiteX49" fmla="*/ 4605867 w 6477000"/>
                <a:gd name="connsiteY49" fmla="*/ 395246 h 1208046"/>
                <a:gd name="connsiteX50" fmla="*/ 4673600 w 6477000"/>
                <a:gd name="connsiteY50" fmla="*/ 412180 h 1208046"/>
                <a:gd name="connsiteX51" fmla="*/ 4859867 w 6477000"/>
                <a:gd name="connsiteY51" fmla="*/ 395246 h 1208046"/>
                <a:gd name="connsiteX52" fmla="*/ 4978400 w 6477000"/>
                <a:gd name="connsiteY52" fmla="*/ 361380 h 1208046"/>
                <a:gd name="connsiteX53" fmla="*/ 5080000 w 6477000"/>
                <a:gd name="connsiteY53" fmla="*/ 310580 h 1208046"/>
                <a:gd name="connsiteX54" fmla="*/ 5096934 w 6477000"/>
                <a:gd name="connsiteY54" fmla="*/ 293646 h 1208046"/>
                <a:gd name="connsiteX55" fmla="*/ 5130800 w 6477000"/>
                <a:gd name="connsiteY55" fmla="*/ 276713 h 1208046"/>
                <a:gd name="connsiteX56" fmla="*/ 5164667 w 6477000"/>
                <a:gd name="connsiteY56" fmla="*/ 242846 h 1208046"/>
                <a:gd name="connsiteX57" fmla="*/ 5181600 w 6477000"/>
                <a:gd name="connsiteY57" fmla="*/ 208980 h 1208046"/>
                <a:gd name="connsiteX58" fmla="*/ 5232400 w 6477000"/>
                <a:gd name="connsiteY58" fmla="*/ 192046 h 1208046"/>
                <a:gd name="connsiteX59" fmla="*/ 5401734 w 6477000"/>
                <a:gd name="connsiteY59" fmla="*/ 141246 h 1208046"/>
                <a:gd name="connsiteX60" fmla="*/ 5486400 w 6477000"/>
                <a:gd name="connsiteY60" fmla="*/ 107380 h 1208046"/>
                <a:gd name="connsiteX61" fmla="*/ 5537200 w 6477000"/>
                <a:gd name="connsiteY61" fmla="*/ 90446 h 1208046"/>
                <a:gd name="connsiteX62" fmla="*/ 5638800 w 6477000"/>
                <a:gd name="connsiteY62" fmla="*/ 107380 h 1208046"/>
                <a:gd name="connsiteX63" fmla="*/ 5672667 w 6477000"/>
                <a:gd name="connsiteY63" fmla="*/ 124313 h 1208046"/>
                <a:gd name="connsiteX64" fmla="*/ 5723467 w 6477000"/>
                <a:gd name="connsiteY64" fmla="*/ 141246 h 1208046"/>
                <a:gd name="connsiteX65" fmla="*/ 5757334 w 6477000"/>
                <a:gd name="connsiteY65" fmla="*/ 158180 h 1208046"/>
                <a:gd name="connsiteX66" fmla="*/ 5926667 w 6477000"/>
                <a:gd name="connsiteY66" fmla="*/ 175113 h 1208046"/>
                <a:gd name="connsiteX67" fmla="*/ 5994400 w 6477000"/>
                <a:gd name="connsiteY67" fmla="*/ 141246 h 1208046"/>
                <a:gd name="connsiteX68" fmla="*/ 6011334 w 6477000"/>
                <a:gd name="connsiteY68" fmla="*/ 124313 h 1208046"/>
                <a:gd name="connsiteX69" fmla="*/ 6079067 w 6477000"/>
                <a:gd name="connsiteY69" fmla="*/ 90446 h 1208046"/>
                <a:gd name="connsiteX70" fmla="*/ 6180667 w 6477000"/>
                <a:gd name="connsiteY70" fmla="*/ 39646 h 1208046"/>
                <a:gd name="connsiteX71" fmla="*/ 6316134 w 6477000"/>
                <a:gd name="connsiteY71" fmla="*/ 5780 h 1208046"/>
                <a:gd name="connsiteX72" fmla="*/ 6477000 w 6477000"/>
                <a:gd name="connsiteY72" fmla="*/ 5780 h 120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6477000" h="1208046">
                  <a:moveTo>
                    <a:pt x="0" y="1208046"/>
                  </a:moveTo>
                  <a:cubicBezTo>
                    <a:pt x="11289" y="1191113"/>
                    <a:pt x="19476" y="1171637"/>
                    <a:pt x="33867" y="1157246"/>
                  </a:cubicBezTo>
                  <a:cubicBezTo>
                    <a:pt x="42792" y="1148321"/>
                    <a:pt x="59849" y="1150169"/>
                    <a:pt x="67734" y="1140313"/>
                  </a:cubicBezTo>
                  <a:cubicBezTo>
                    <a:pt x="83503" y="1120602"/>
                    <a:pt x="83751" y="1090429"/>
                    <a:pt x="101600" y="1072580"/>
                  </a:cubicBezTo>
                  <a:lnTo>
                    <a:pt x="118534" y="1055646"/>
                  </a:lnTo>
                  <a:cubicBezTo>
                    <a:pt x="129237" y="1012832"/>
                    <a:pt x="136206" y="977598"/>
                    <a:pt x="152400" y="937113"/>
                  </a:cubicBezTo>
                  <a:cubicBezTo>
                    <a:pt x="157088" y="925394"/>
                    <a:pt x="164646" y="914965"/>
                    <a:pt x="169334" y="903246"/>
                  </a:cubicBezTo>
                  <a:cubicBezTo>
                    <a:pt x="183103" y="868824"/>
                    <a:pt x="183344" y="848364"/>
                    <a:pt x="203200" y="818580"/>
                  </a:cubicBezTo>
                  <a:cubicBezTo>
                    <a:pt x="207628" y="811938"/>
                    <a:pt x="214489" y="807291"/>
                    <a:pt x="220134" y="801646"/>
                  </a:cubicBezTo>
                  <a:cubicBezTo>
                    <a:pt x="225778" y="784713"/>
                    <a:pt x="226357" y="765125"/>
                    <a:pt x="237067" y="750846"/>
                  </a:cubicBezTo>
                  <a:cubicBezTo>
                    <a:pt x="259645" y="720743"/>
                    <a:pt x="282223" y="735794"/>
                    <a:pt x="304800" y="750846"/>
                  </a:cubicBezTo>
                  <a:cubicBezTo>
                    <a:pt x="311442" y="755274"/>
                    <a:pt x="315092" y="763352"/>
                    <a:pt x="321734" y="767780"/>
                  </a:cubicBezTo>
                  <a:cubicBezTo>
                    <a:pt x="332235" y="774781"/>
                    <a:pt x="344311" y="779069"/>
                    <a:pt x="355600" y="784713"/>
                  </a:cubicBezTo>
                  <a:cubicBezTo>
                    <a:pt x="378600" y="780113"/>
                    <a:pt x="480662" y="761098"/>
                    <a:pt x="508000" y="750846"/>
                  </a:cubicBezTo>
                  <a:cubicBezTo>
                    <a:pt x="531636" y="741983"/>
                    <a:pt x="553156" y="728269"/>
                    <a:pt x="575734" y="716980"/>
                  </a:cubicBezTo>
                  <a:lnTo>
                    <a:pt x="643467" y="683113"/>
                  </a:lnTo>
                  <a:lnTo>
                    <a:pt x="677334" y="666180"/>
                  </a:lnTo>
                  <a:cubicBezTo>
                    <a:pt x="712116" y="631396"/>
                    <a:pt x="687127" y="652816"/>
                    <a:pt x="762000" y="615380"/>
                  </a:cubicBezTo>
                  <a:cubicBezTo>
                    <a:pt x="769140" y="611810"/>
                    <a:pt x="772292" y="602874"/>
                    <a:pt x="778934" y="598446"/>
                  </a:cubicBezTo>
                  <a:cubicBezTo>
                    <a:pt x="789435" y="591445"/>
                    <a:pt x="801511" y="587157"/>
                    <a:pt x="812800" y="581513"/>
                  </a:cubicBezTo>
                  <a:cubicBezTo>
                    <a:pt x="863600" y="587157"/>
                    <a:pt x="914682" y="590674"/>
                    <a:pt x="965200" y="598446"/>
                  </a:cubicBezTo>
                  <a:cubicBezTo>
                    <a:pt x="988202" y="601985"/>
                    <a:pt x="1009661" y="615380"/>
                    <a:pt x="1032934" y="615380"/>
                  </a:cubicBezTo>
                  <a:cubicBezTo>
                    <a:pt x="1089660" y="615380"/>
                    <a:pt x="1145823" y="604091"/>
                    <a:pt x="1202267" y="598446"/>
                  </a:cubicBezTo>
                  <a:lnTo>
                    <a:pt x="1270000" y="564580"/>
                  </a:lnTo>
                  <a:cubicBezTo>
                    <a:pt x="1281289" y="558935"/>
                    <a:pt x="1291893" y="551637"/>
                    <a:pt x="1303867" y="547646"/>
                  </a:cubicBezTo>
                  <a:cubicBezTo>
                    <a:pt x="1320800" y="542002"/>
                    <a:pt x="1338094" y="537342"/>
                    <a:pt x="1354667" y="530713"/>
                  </a:cubicBezTo>
                  <a:cubicBezTo>
                    <a:pt x="1366386" y="526026"/>
                    <a:pt x="1376084" y="515855"/>
                    <a:pt x="1388534" y="513780"/>
                  </a:cubicBezTo>
                  <a:cubicBezTo>
                    <a:pt x="1444488" y="504454"/>
                    <a:pt x="1501488" y="503110"/>
                    <a:pt x="1557867" y="496846"/>
                  </a:cubicBezTo>
                  <a:cubicBezTo>
                    <a:pt x="1847460" y="464669"/>
                    <a:pt x="1519985" y="490747"/>
                    <a:pt x="1964267" y="462980"/>
                  </a:cubicBezTo>
                  <a:cubicBezTo>
                    <a:pt x="1994624" y="452860"/>
                    <a:pt x="2061878" y="433102"/>
                    <a:pt x="2082800" y="412180"/>
                  </a:cubicBezTo>
                  <a:lnTo>
                    <a:pt x="2133600" y="361380"/>
                  </a:lnTo>
                  <a:cubicBezTo>
                    <a:pt x="2139245" y="355735"/>
                    <a:pt x="2143394" y="348016"/>
                    <a:pt x="2150534" y="344446"/>
                  </a:cubicBezTo>
                  <a:cubicBezTo>
                    <a:pt x="2191540" y="323943"/>
                    <a:pt x="2175475" y="336437"/>
                    <a:pt x="2201334" y="310580"/>
                  </a:cubicBezTo>
                  <a:cubicBezTo>
                    <a:pt x="2286001" y="316224"/>
                    <a:pt x="2371771" y="312766"/>
                    <a:pt x="2455334" y="327513"/>
                  </a:cubicBezTo>
                  <a:cubicBezTo>
                    <a:pt x="2471056" y="330287"/>
                    <a:pt x="2473908" y="356793"/>
                    <a:pt x="2489200" y="361380"/>
                  </a:cubicBezTo>
                  <a:cubicBezTo>
                    <a:pt x="2532788" y="374456"/>
                    <a:pt x="2579617" y="371877"/>
                    <a:pt x="2624667" y="378313"/>
                  </a:cubicBezTo>
                  <a:cubicBezTo>
                    <a:pt x="2658656" y="383168"/>
                    <a:pt x="2692400" y="389602"/>
                    <a:pt x="2726267" y="395246"/>
                  </a:cubicBezTo>
                  <a:cubicBezTo>
                    <a:pt x="2810934" y="389602"/>
                    <a:pt x="2895761" y="385995"/>
                    <a:pt x="2980267" y="378313"/>
                  </a:cubicBezTo>
                  <a:cubicBezTo>
                    <a:pt x="3050826" y="371899"/>
                    <a:pt x="3090293" y="368169"/>
                    <a:pt x="3149600" y="344446"/>
                  </a:cubicBezTo>
                  <a:cubicBezTo>
                    <a:pt x="3161319" y="339759"/>
                    <a:pt x="3172178" y="333157"/>
                    <a:pt x="3183467" y="327513"/>
                  </a:cubicBezTo>
                  <a:cubicBezTo>
                    <a:pt x="3262489" y="333157"/>
                    <a:pt x="3341922" y="334620"/>
                    <a:pt x="3420534" y="344446"/>
                  </a:cubicBezTo>
                  <a:cubicBezTo>
                    <a:pt x="3477652" y="351586"/>
                    <a:pt x="3533423" y="367024"/>
                    <a:pt x="3589867" y="378313"/>
                  </a:cubicBezTo>
                  <a:lnTo>
                    <a:pt x="3674534" y="395246"/>
                  </a:lnTo>
                  <a:cubicBezTo>
                    <a:pt x="3741868" y="408713"/>
                    <a:pt x="3812590" y="407399"/>
                    <a:pt x="3877734" y="429113"/>
                  </a:cubicBezTo>
                  <a:cubicBezTo>
                    <a:pt x="3966398" y="458667"/>
                    <a:pt x="3910864" y="443522"/>
                    <a:pt x="4047067" y="462980"/>
                  </a:cubicBezTo>
                  <a:cubicBezTo>
                    <a:pt x="4126089" y="457335"/>
                    <a:pt x="4205395" y="454795"/>
                    <a:pt x="4284134" y="446046"/>
                  </a:cubicBezTo>
                  <a:cubicBezTo>
                    <a:pt x="4306365" y="443576"/>
                    <a:pt x="4377968" y="422060"/>
                    <a:pt x="4402667" y="412180"/>
                  </a:cubicBezTo>
                  <a:cubicBezTo>
                    <a:pt x="4414386" y="407492"/>
                    <a:pt x="4424398" y="398713"/>
                    <a:pt x="4436534" y="395246"/>
                  </a:cubicBezTo>
                  <a:cubicBezTo>
                    <a:pt x="4464207" y="387339"/>
                    <a:pt x="4492978" y="383957"/>
                    <a:pt x="4521200" y="378313"/>
                  </a:cubicBezTo>
                  <a:cubicBezTo>
                    <a:pt x="4549422" y="383957"/>
                    <a:pt x="4577771" y="389002"/>
                    <a:pt x="4605867" y="395246"/>
                  </a:cubicBezTo>
                  <a:cubicBezTo>
                    <a:pt x="4628585" y="400295"/>
                    <a:pt x="4650327" y="412180"/>
                    <a:pt x="4673600" y="412180"/>
                  </a:cubicBezTo>
                  <a:cubicBezTo>
                    <a:pt x="4735945" y="412180"/>
                    <a:pt x="4797778" y="400891"/>
                    <a:pt x="4859867" y="395246"/>
                  </a:cubicBezTo>
                  <a:cubicBezTo>
                    <a:pt x="4894236" y="386654"/>
                    <a:pt x="4944392" y="375955"/>
                    <a:pt x="4978400" y="361380"/>
                  </a:cubicBezTo>
                  <a:lnTo>
                    <a:pt x="5080000" y="310580"/>
                  </a:lnTo>
                  <a:cubicBezTo>
                    <a:pt x="5087140" y="307010"/>
                    <a:pt x="5090292" y="298074"/>
                    <a:pt x="5096934" y="293646"/>
                  </a:cubicBezTo>
                  <a:cubicBezTo>
                    <a:pt x="5107435" y="286645"/>
                    <a:pt x="5120703" y="284286"/>
                    <a:pt x="5130800" y="276713"/>
                  </a:cubicBezTo>
                  <a:cubicBezTo>
                    <a:pt x="5143572" y="267134"/>
                    <a:pt x="5157527" y="257126"/>
                    <a:pt x="5164667" y="242846"/>
                  </a:cubicBezTo>
                  <a:cubicBezTo>
                    <a:pt x="5170311" y="231557"/>
                    <a:pt x="5171503" y="216553"/>
                    <a:pt x="5181600" y="208980"/>
                  </a:cubicBezTo>
                  <a:cubicBezTo>
                    <a:pt x="5195879" y="198270"/>
                    <a:pt x="5215994" y="199077"/>
                    <a:pt x="5232400" y="192046"/>
                  </a:cubicBezTo>
                  <a:cubicBezTo>
                    <a:pt x="5389953" y="124524"/>
                    <a:pt x="5194837" y="187224"/>
                    <a:pt x="5401734" y="141246"/>
                  </a:cubicBezTo>
                  <a:cubicBezTo>
                    <a:pt x="5464915" y="127206"/>
                    <a:pt x="5436281" y="127428"/>
                    <a:pt x="5486400" y="107380"/>
                  </a:cubicBezTo>
                  <a:cubicBezTo>
                    <a:pt x="5502973" y="100751"/>
                    <a:pt x="5520267" y="96091"/>
                    <a:pt x="5537200" y="90446"/>
                  </a:cubicBezTo>
                  <a:cubicBezTo>
                    <a:pt x="5571067" y="96091"/>
                    <a:pt x="5605491" y="99053"/>
                    <a:pt x="5638800" y="107380"/>
                  </a:cubicBezTo>
                  <a:cubicBezTo>
                    <a:pt x="5651045" y="110441"/>
                    <a:pt x="5660948" y="119626"/>
                    <a:pt x="5672667" y="124313"/>
                  </a:cubicBezTo>
                  <a:cubicBezTo>
                    <a:pt x="5689240" y="130942"/>
                    <a:pt x="5706894" y="134617"/>
                    <a:pt x="5723467" y="141246"/>
                  </a:cubicBezTo>
                  <a:cubicBezTo>
                    <a:pt x="5735186" y="145934"/>
                    <a:pt x="5744884" y="156105"/>
                    <a:pt x="5757334" y="158180"/>
                  </a:cubicBezTo>
                  <a:cubicBezTo>
                    <a:pt x="5813288" y="167506"/>
                    <a:pt x="5870223" y="169469"/>
                    <a:pt x="5926667" y="175113"/>
                  </a:cubicBezTo>
                  <a:cubicBezTo>
                    <a:pt x="5949245" y="163824"/>
                    <a:pt x="5976550" y="159095"/>
                    <a:pt x="5994400" y="141246"/>
                  </a:cubicBezTo>
                  <a:cubicBezTo>
                    <a:pt x="6000045" y="135602"/>
                    <a:pt x="6004489" y="128420"/>
                    <a:pt x="6011334" y="124313"/>
                  </a:cubicBezTo>
                  <a:cubicBezTo>
                    <a:pt x="6032979" y="111326"/>
                    <a:pt x="6056489" y="101735"/>
                    <a:pt x="6079067" y="90446"/>
                  </a:cubicBezTo>
                  <a:lnTo>
                    <a:pt x="6180667" y="39646"/>
                  </a:lnTo>
                  <a:cubicBezTo>
                    <a:pt x="6222298" y="18830"/>
                    <a:pt x="6270978" y="17069"/>
                    <a:pt x="6316134" y="5780"/>
                  </a:cubicBezTo>
                  <a:cubicBezTo>
                    <a:pt x="6368155" y="-7225"/>
                    <a:pt x="6423378" y="5780"/>
                    <a:pt x="6477000" y="5780"/>
                  </a:cubicBezTo>
                </a:path>
              </a:pathLst>
            </a:custGeom>
            <a:ln w="12700">
              <a:solidFill>
                <a:srgbClr val="FF6600"/>
              </a:solidFill>
            </a:ln>
          </p:spPr>
          <p:style>
            <a:lnRef idx="1">
              <a:schemeClr val="accent6"/>
            </a:lnRef>
            <a:fillRef idx="0">
              <a:schemeClr val="accent6"/>
            </a:fillRef>
            <a:effectRef idx="0">
              <a:schemeClr val="accent6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4" name="자유형 11">
              <a:extLst>
                <a:ext uri="{FF2B5EF4-FFF2-40B4-BE49-F238E27FC236}">
                  <a16:creationId xmlns:a16="http://schemas.microsoft.com/office/drawing/2014/main" id="{68FF87AC-294F-406A-A503-598BE40434BB}"/>
                </a:ext>
              </a:extLst>
            </p:cNvPr>
            <p:cNvSpPr/>
            <p:nvPr/>
          </p:nvSpPr>
          <p:spPr>
            <a:xfrm>
              <a:off x="1413933" y="2996952"/>
              <a:ext cx="5030275" cy="1032934"/>
            </a:xfrm>
            <a:custGeom>
              <a:avLst/>
              <a:gdLst>
                <a:gd name="connsiteX0" fmla="*/ 0 w 6502400"/>
                <a:gd name="connsiteY0" fmla="*/ 1032934 h 1032934"/>
                <a:gd name="connsiteX1" fmla="*/ 50800 w 6502400"/>
                <a:gd name="connsiteY1" fmla="*/ 999067 h 1032934"/>
                <a:gd name="connsiteX2" fmla="*/ 84667 w 6502400"/>
                <a:gd name="connsiteY2" fmla="*/ 931334 h 1032934"/>
                <a:gd name="connsiteX3" fmla="*/ 101600 w 6502400"/>
                <a:gd name="connsiteY3" fmla="*/ 914400 h 1032934"/>
                <a:gd name="connsiteX4" fmla="*/ 152400 w 6502400"/>
                <a:gd name="connsiteY4" fmla="*/ 812800 h 1032934"/>
                <a:gd name="connsiteX5" fmla="*/ 186267 w 6502400"/>
                <a:gd name="connsiteY5" fmla="*/ 728134 h 1032934"/>
                <a:gd name="connsiteX6" fmla="*/ 203200 w 6502400"/>
                <a:gd name="connsiteY6" fmla="*/ 711200 h 1032934"/>
                <a:gd name="connsiteX7" fmla="*/ 237067 w 6502400"/>
                <a:gd name="connsiteY7" fmla="*/ 609600 h 1032934"/>
                <a:gd name="connsiteX8" fmla="*/ 287867 w 6502400"/>
                <a:gd name="connsiteY8" fmla="*/ 372534 h 1032934"/>
                <a:gd name="connsiteX9" fmla="*/ 355600 w 6502400"/>
                <a:gd name="connsiteY9" fmla="*/ 406400 h 1032934"/>
                <a:gd name="connsiteX10" fmla="*/ 372534 w 6502400"/>
                <a:gd name="connsiteY10" fmla="*/ 423334 h 1032934"/>
                <a:gd name="connsiteX11" fmla="*/ 406400 w 6502400"/>
                <a:gd name="connsiteY11" fmla="*/ 440267 h 1032934"/>
                <a:gd name="connsiteX12" fmla="*/ 457200 w 6502400"/>
                <a:gd name="connsiteY12" fmla="*/ 474134 h 1032934"/>
                <a:gd name="connsiteX13" fmla="*/ 558800 w 6502400"/>
                <a:gd name="connsiteY13" fmla="*/ 491067 h 1032934"/>
                <a:gd name="connsiteX14" fmla="*/ 592667 w 6502400"/>
                <a:gd name="connsiteY14" fmla="*/ 508000 h 1032934"/>
                <a:gd name="connsiteX15" fmla="*/ 609600 w 6502400"/>
                <a:gd name="connsiteY15" fmla="*/ 524934 h 1032934"/>
                <a:gd name="connsiteX16" fmla="*/ 643467 w 6502400"/>
                <a:gd name="connsiteY16" fmla="*/ 541867 h 1032934"/>
                <a:gd name="connsiteX17" fmla="*/ 660400 w 6502400"/>
                <a:gd name="connsiteY17" fmla="*/ 575734 h 1032934"/>
                <a:gd name="connsiteX18" fmla="*/ 711200 w 6502400"/>
                <a:gd name="connsiteY18" fmla="*/ 609600 h 1032934"/>
                <a:gd name="connsiteX19" fmla="*/ 880534 w 6502400"/>
                <a:gd name="connsiteY19" fmla="*/ 575734 h 1032934"/>
                <a:gd name="connsiteX20" fmla="*/ 897467 w 6502400"/>
                <a:gd name="connsiteY20" fmla="*/ 558800 h 1032934"/>
                <a:gd name="connsiteX21" fmla="*/ 982134 w 6502400"/>
                <a:gd name="connsiteY21" fmla="*/ 508000 h 1032934"/>
                <a:gd name="connsiteX22" fmla="*/ 999067 w 6502400"/>
                <a:gd name="connsiteY22" fmla="*/ 474134 h 1032934"/>
                <a:gd name="connsiteX23" fmla="*/ 1151467 w 6502400"/>
                <a:gd name="connsiteY23" fmla="*/ 457200 h 1032934"/>
                <a:gd name="connsiteX24" fmla="*/ 1405467 w 6502400"/>
                <a:gd name="connsiteY24" fmla="*/ 457200 h 1032934"/>
                <a:gd name="connsiteX25" fmla="*/ 1490134 w 6502400"/>
                <a:gd name="connsiteY25" fmla="*/ 406400 h 1032934"/>
                <a:gd name="connsiteX26" fmla="*/ 1507067 w 6502400"/>
                <a:gd name="connsiteY26" fmla="*/ 372534 h 1032934"/>
                <a:gd name="connsiteX27" fmla="*/ 1540934 w 6502400"/>
                <a:gd name="connsiteY27" fmla="*/ 338667 h 1032934"/>
                <a:gd name="connsiteX28" fmla="*/ 1625600 w 6502400"/>
                <a:gd name="connsiteY28" fmla="*/ 220134 h 1032934"/>
                <a:gd name="connsiteX29" fmla="*/ 1642534 w 6502400"/>
                <a:gd name="connsiteY29" fmla="*/ 203200 h 1032934"/>
                <a:gd name="connsiteX30" fmla="*/ 1693334 w 6502400"/>
                <a:gd name="connsiteY30" fmla="*/ 186267 h 1032934"/>
                <a:gd name="connsiteX31" fmla="*/ 1947334 w 6502400"/>
                <a:gd name="connsiteY31" fmla="*/ 203200 h 1032934"/>
                <a:gd name="connsiteX32" fmla="*/ 1964267 w 6502400"/>
                <a:gd name="connsiteY32" fmla="*/ 220134 h 1032934"/>
                <a:gd name="connsiteX33" fmla="*/ 1981200 w 6502400"/>
                <a:gd name="connsiteY33" fmla="*/ 254000 h 1032934"/>
                <a:gd name="connsiteX34" fmla="*/ 1998134 w 6502400"/>
                <a:gd name="connsiteY34" fmla="*/ 270934 h 1032934"/>
                <a:gd name="connsiteX35" fmla="*/ 2015067 w 6502400"/>
                <a:gd name="connsiteY35" fmla="*/ 304800 h 1032934"/>
                <a:gd name="connsiteX36" fmla="*/ 2032000 w 6502400"/>
                <a:gd name="connsiteY36" fmla="*/ 321734 h 1032934"/>
                <a:gd name="connsiteX37" fmla="*/ 2099734 w 6502400"/>
                <a:gd name="connsiteY37" fmla="*/ 355600 h 1032934"/>
                <a:gd name="connsiteX38" fmla="*/ 2116667 w 6502400"/>
                <a:gd name="connsiteY38" fmla="*/ 372534 h 1032934"/>
                <a:gd name="connsiteX39" fmla="*/ 2184400 w 6502400"/>
                <a:gd name="connsiteY39" fmla="*/ 355600 h 1032934"/>
                <a:gd name="connsiteX40" fmla="*/ 2269067 w 6502400"/>
                <a:gd name="connsiteY40" fmla="*/ 321734 h 1032934"/>
                <a:gd name="connsiteX41" fmla="*/ 2319867 w 6502400"/>
                <a:gd name="connsiteY41" fmla="*/ 304800 h 1032934"/>
                <a:gd name="connsiteX42" fmla="*/ 2387600 w 6502400"/>
                <a:gd name="connsiteY42" fmla="*/ 270934 h 1032934"/>
                <a:gd name="connsiteX43" fmla="*/ 2489200 w 6502400"/>
                <a:gd name="connsiteY43" fmla="*/ 220134 h 1032934"/>
                <a:gd name="connsiteX44" fmla="*/ 2506134 w 6502400"/>
                <a:gd name="connsiteY44" fmla="*/ 203200 h 1032934"/>
                <a:gd name="connsiteX45" fmla="*/ 2540000 w 6502400"/>
                <a:gd name="connsiteY45" fmla="*/ 186267 h 1032934"/>
                <a:gd name="connsiteX46" fmla="*/ 2573867 w 6502400"/>
                <a:gd name="connsiteY46" fmla="*/ 152400 h 1032934"/>
                <a:gd name="connsiteX47" fmla="*/ 2641600 w 6502400"/>
                <a:gd name="connsiteY47" fmla="*/ 118534 h 1032934"/>
                <a:gd name="connsiteX48" fmla="*/ 2658534 w 6502400"/>
                <a:gd name="connsiteY48" fmla="*/ 101600 h 1032934"/>
                <a:gd name="connsiteX49" fmla="*/ 2777067 w 6502400"/>
                <a:gd name="connsiteY49" fmla="*/ 84667 h 1032934"/>
                <a:gd name="connsiteX50" fmla="*/ 2844800 w 6502400"/>
                <a:gd name="connsiteY50" fmla="*/ 101600 h 1032934"/>
                <a:gd name="connsiteX51" fmla="*/ 2861734 w 6502400"/>
                <a:gd name="connsiteY51" fmla="*/ 118534 h 1032934"/>
                <a:gd name="connsiteX52" fmla="*/ 2929467 w 6502400"/>
                <a:gd name="connsiteY52" fmla="*/ 152400 h 1032934"/>
                <a:gd name="connsiteX53" fmla="*/ 2963334 w 6502400"/>
                <a:gd name="connsiteY53" fmla="*/ 169334 h 1032934"/>
                <a:gd name="connsiteX54" fmla="*/ 2997200 w 6502400"/>
                <a:gd name="connsiteY54" fmla="*/ 186267 h 1032934"/>
                <a:gd name="connsiteX55" fmla="*/ 3014134 w 6502400"/>
                <a:gd name="connsiteY55" fmla="*/ 203200 h 1032934"/>
                <a:gd name="connsiteX56" fmla="*/ 3081867 w 6502400"/>
                <a:gd name="connsiteY56" fmla="*/ 220134 h 1032934"/>
                <a:gd name="connsiteX57" fmla="*/ 3437467 w 6502400"/>
                <a:gd name="connsiteY57" fmla="*/ 203200 h 1032934"/>
                <a:gd name="connsiteX58" fmla="*/ 3539067 w 6502400"/>
                <a:gd name="connsiteY58" fmla="*/ 169334 h 1032934"/>
                <a:gd name="connsiteX59" fmla="*/ 3606800 w 6502400"/>
                <a:gd name="connsiteY59" fmla="*/ 152400 h 1032934"/>
                <a:gd name="connsiteX60" fmla="*/ 3725334 w 6502400"/>
                <a:gd name="connsiteY60" fmla="*/ 118534 h 1032934"/>
                <a:gd name="connsiteX61" fmla="*/ 3860800 w 6502400"/>
                <a:gd name="connsiteY61" fmla="*/ 101600 h 1032934"/>
                <a:gd name="connsiteX62" fmla="*/ 3962400 w 6502400"/>
                <a:gd name="connsiteY62" fmla="*/ 118534 h 1032934"/>
                <a:gd name="connsiteX63" fmla="*/ 4148667 w 6502400"/>
                <a:gd name="connsiteY63" fmla="*/ 152400 h 1032934"/>
                <a:gd name="connsiteX64" fmla="*/ 4216400 w 6502400"/>
                <a:gd name="connsiteY64" fmla="*/ 203200 h 1032934"/>
                <a:gd name="connsiteX65" fmla="*/ 4233334 w 6502400"/>
                <a:gd name="connsiteY65" fmla="*/ 220134 h 1032934"/>
                <a:gd name="connsiteX66" fmla="*/ 4267200 w 6502400"/>
                <a:gd name="connsiteY66" fmla="*/ 237067 h 1032934"/>
                <a:gd name="connsiteX67" fmla="*/ 4334934 w 6502400"/>
                <a:gd name="connsiteY67" fmla="*/ 270934 h 1032934"/>
                <a:gd name="connsiteX68" fmla="*/ 4470400 w 6502400"/>
                <a:gd name="connsiteY68" fmla="*/ 304800 h 1032934"/>
                <a:gd name="connsiteX69" fmla="*/ 4605867 w 6502400"/>
                <a:gd name="connsiteY69" fmla="*/ 270934 h 1032934"/>
                <a:gd name="connsiteX70" fmla="*/ 4673600 w 6502400"/>
                <a:gd name="connsiteY70" fmla="*/ 237067 h 1032934"/>
                <a:gd name="connsiteX71" fmla="*/ 4690534 w 6502400"/>
                <a:gd name="connsiteY71" fmla="*/ 220134 h 1032934"/>
                <a:gd name="connsiteX72" fmla="*/ 4724400 w 6502400"/>
                <a:gd name="connsiteY72" fmla="*/ 203200 h 1032934"/>
                <a:gd name="connsiteX73" fmla="*/ 4741334 w 6502400"/>
                <a:gd name="connsiteY73" fmla="*/ 186267 h 1032934"/>
                <a:gd name="connsiteX74" fmla="*/ 4809067 w 6502400"/>
                <a:gd name="connsiteY74" fmla="*/ 152400 h 1032934"/>
                <a:gd name="connsiteX75" fmla="*/ 4876800 w 6502400"/>
                <a:gd name="connsiteY75" fmla="*/ 118534 h 1032934"/>
                <a:gd name="connsiteX76" fmla="*/ 4893734 w 6502400"/>
                <a:gd name="connsiteY76" fmla="*/ 101600 h 1032934"/>
                <a:gd name="connsiteX77" fmla="*/ 4927600 w 6502400"/>
                <a:gd name="connsiteY77" fmla="*/ 84667 h 1032934"/>
                <a:gd name="connsiteX78" fmla="*/ 4961467 w 6502400"/>
                <a:gd name="connsiteY78" fmla="*/ 50800 h 1032934"/>
                <a:gd name="connsiteX79" fmla="*/ 5029200 w 6502400"/>
                <a:gd name="connsiteY79" fmla="*/ 16934 h 1032934"/>
                <a:gd name="connsiteX80" fmla="*/ 5063067 w 6502400"/>
                <a:gd name="connsiteY80" fmla="*/ 0 h 1032934"/>
                <a:gd name="connsiteX81" fmla="*/ 5096934 w 6502400"/>
                <a:gd name="connsiteY81" fmla="*/ 16934 h 1032934"/>
                <a:gd name="connsiteX82" fmla="*/ 5198534 w 6502400"/>
                <a:gd name="connsiteY82" fmla="*/ 50800 h 1032934"/>
                <a:gd name="connsiteX83" fmla="*/ 5215467 w 6502400"/>
                <a:gd name="connsiteY83" fmla="*/ 67734 h 1032934"/>
                <a:gd name="connsiteX84" fmla="*/ 5249334 w 6502400"/>
                <a:gd name="connsiteY84" fmla="*/ 118534 h 1032934"/>
                <a:gd name="connsiteX85" fmla="*/ 5283200 w 6502400"/>
                <a:gd name="connsiteY85" fmla="*/ 135467 h 1032934"/>
                <a:gd name="connsiteX86" fmla="*/ 5334000 w 6502400"/>
                <a:gd name="connsiteY86" fmla="*/ 169334 h 1032934"/>
                <a:gd name="connsiteX87" fmla="*/ 5469467 w 6502400"/>
                <a:gd name="connsiteY87" fmla="*/ 203200 h 1032934"/>
                <a:gd name="connsiteX88" fmla="*/ 5520267 w 6502400"/>
                <a:gd name="connsiteY88" fmla="*/ 220134 h 1032934"/>
                <a:gd name="connsiteX89" fmla="*/ 5875867 w 6502400"/>
                <a:gd name="connsiteY89" fmla="*/ 203200 h 1032934"/>
                <a:gd name="connsiteX90" fmla="*/ 5960534 w 6502400"/>
                <a:gd name="connsiteY90" fmla="*/ 152400 h 1032934"/>
                <a:gd name="connsiteX91" fmla="*/ 5994400 w 6502400"/>
                <a:gd name="connsiteY91" fmla="*/ 135467 h 1032934"/>
                <a:gd name="connsiteX92" fmla="*/ 6096000 w 6502400"/>
                <a:gd name="connsiteY92" fmla="*/ 67734 h 1032934"/>
                <a:gd name="connsiteX93" fmla="*/ 6163734 w 6502400"/>
                <a:gd name="connsiteY93" fmla="*/ 50800 h 1032934"/>
                <a:gd name="connsiteX94" fmla="*/ 6214534 w 6502400"/>
                <a:gd name="connsiteY94" fmla="*/ 33867 h 1032934"/>
                <a:gd name="connsiteX95" fmla="*/ 6502400 w 6502400"/>
                <a:gd name="connsiteY95" fmla="*/ 16934 h 1032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6502400" h="1032934">
                  <a:moveTo>
                    <a:pt x="0" y="1032934"/>
                  </a:moveTo>
                  <a:cubicBezTo>
                    <a:pt x="16933" y="1021645"/>
                    <a:pt x="37771" y="1014701"/>
                    <a:pt x="50800" y="999067"/>
                  </a:cubicBezTo>
                  <a:cubicBezTo>
                    <a:pt x="66960" y="979675"/>
                    <a:pt x="73378" y="953912"/>
                    <a:pt x="84667" y="931334"/>
                  </a:cubicBezTo>
                  <a:cubicBezTo>
                    <a:pt x="88237" y="924194"/>
                    <a:pt x="97493" y="921245"/>
                    <a:pt x="101600" y="914400"/>
                  </a:cubicBezTo>
                  <a:cubicBezTo>
                    <a:pt x="101610" y="914383"/>
                    <a:pt x="143929" y="829742"/>
                    <a:pt x="152400" y="812800"/>
                  </a:cubicBezTo>
                  <a:cubicBezTo>
                    <a:pt x="179933" y="757731"/>
                    <a:pt x="156679" y="772517"/>
                    <a:pt x="186267" y="728134"/>
                  </a:cubicBezTo>
                  <a:cubicBezTo>
                    <a:pt x="190695" y="721492"/>
                    <a:pt x="197556" y="716845"/>
                    <a:pt x="203200" y="711200"/>
                  </a:cubicBezTo>
                  <a:cubicBezTo>
                    <a:pt x="214489" y="677333"/>
                    <a:pt x="231198" y="644813"/>
                    <a:pt x="237067" y="609600"/>
                  </a:cubicBezTo>
                  <a:cubicBezTo>
                    <a:pt x="273009" y="393951"/>
                    <a:pt x="240225" y="467818"/>
                    <a:pt x="287867" y="372534"/>
                  </a:cubicBezTo>
                  <a:cubicBezTo>
                    <a:pt x="310445" y="383823"/>
                    <a:pt x="337751" y="388551"/>
                    <a:pt x="355600" y="406400"/>
                  </a:cubicBezTo>
                  <a:cubicBezTo>
                    <a:pt x="361245" y="412045"/>
                    <a:pt x="365892" y="418906"/>
                    <a:pt x="372534" y="423334"/>
                  </a:cubicBezTo>
                  <a:cubicBezTo>
                    <a:pt x="383035" y="430335"/>
                    <a:pt x="395899" y="433266"/>
                    <a:pt x="406400" y="440267"/>
                  </a:cubicBezTo>
                  <a:cubicBezTo>
                    <a:pt x="437381" y="460920"/>
                    <a:pt x="408096" y="461858"/>
                    <a:pt x="457200" y="474134"/>
                  </a:cubicBezTo>
                  <a:cubicBezTo>
                    <a:pt x="490509" y="482461"/>
                    <a:pt x="524933" y="485423"/>
                    <a:pt x="558800" y="491067"/>
                  </a:cubicBezTo>
                  <a:cubicBezTo>
                    <a:pt x="570089" y="496711"/>
                    <a:pt x="582165" y="500999"/>
                    <a:pt x="592667" y="508000"/>
                  </a:cubicBezTo>
                  <a:cubicBezTo>
                    <a:pt x="599309" y="512428"/>
                    <a:pt x="602958" y="520506"/>
                    <a:pt x="609600" y="524934"/>
                  </a:cubicBezTo>
                  <a:cubicBezTo>
                    <a:pt x="620102" y="531935"/>
                    <a:pt x="632178" y="536223"/>
                    <a:pt x="643467" y="541867"/>
                  </a:cubicBezTo>
                  <a:cubicBezTo>
                    <a:pt x="649111" y="553156"/>
                    <a:pt x="653399" y="565232"/>
                    <a:pt x="660400" y="575734"/>
                  </a:cubicBezTo>
                  <a:cubicBezTo>
                    <a:pt x="673328" y="595126"/>
                    <a:pt x="690639" y="599319"/>
                    <a:pt x="711200" y="609600"/>
                  </a:cubicBezTo>
                  <a:cubicBezTo>
                    <a:pt x="754877" y="603361"/>
                    <a:pt x="833249" y="599377"/>
                    <a:pt x="880534" y="575734"/>
                  </a:cubicBezTo>
                  <a:cubicBezTo>
                    <a:pt x="887674" y="572164"/>
                    <a:pt x="890622" y="562907"/>
                    <a:pt x="897467" y="558800"/>
                  </a:cubicBezTo>
                  <a:cubicBezTo>
                    <a:pt x="919556" y="545546"/>
                    <a:pt x="964043" y="535136"/>
                    <a:pt x="982134" y="508000"/>
                  </a:cubicBezTo>
                  <a:cubicBezTo>
                    <a:pt x="989135" y="497499"/>
                    <a:pt x="986978" y="477761"/>
                    <a:pt x="999067" y="474134"/>
                  </a:cubicBezTo>
                  <a:cubicBezTo>
                    <a:pt x="1048024" y="459447"/>
                    <a:pt x="1100667" y="462845"/>
                    <a:pt x="1151467" y="457200"/>
                  </a:cubicBezTo>
                  <a:cubicBezTo>
                    <a:pt x="1264050" y="479717"/>
                    <a:pt x="1262106" y="487920"/>
                    <a:pt x="1405467" y="457200"/>
                  </a:cubicBezTo>
                  <a:cubicBezTo>
                    <a:pt x="1420929" y="453887"/>
                    <a:pt x="1474139" y="430392"/>
                    <a:pt x="1490134" y="406400"/>
                  </a:cubicBezTo>
                  <a:cubicBezTo>
                    <a:pt x="1497135" y="395899"/>
                    <a:pt x="1499494" y="382631"/>
                    <a:pt x="1507067" y="372534"/>
                  </a:cubicBezTo>
                  <a:cubicBezTo>
                    <a:pt x="1516646" y="359762"/>
                    <a:pt x="1540934" y="338667"/>
                    <a:pt x="1540934" y="338667"/>
                  </a:cubicBezTo>
                  <a:cubicBezTo>
                    <a:pt x="1585509" y="249515"/>
                    <a:pt x="1556951" y="288783"/>
                    <a:pt x="1625600" y="220134"/>
                  </a:cubicBezTo>
                  <a:cubicBezTo>
                    <a:pt x="1631245" y="214489"/>
                    <a:pt x="1634961" y="205724"/>
                    <a:pt x="1642534" y="203200"/>
                  </a:cubicBezTo>
                  <a:lnTo>
                    <a:pt x="1693334" y="186267"/>
                  </a:lnTo>
                  <a:cubicBezTo>
                    <a:pt x="1778001" y="191911"/>
                    <a:pt x="1863135" y="192675"/>
                    <a:pt x="1947334" y="203200"/>
                  </a:cubicBezTo>
                  <a:cubicBezTo>
                    <a:pt x="1955255" y="204190"/>
                    <a:pt x="1959839" y="213492"/>
                    <a:pt x="1964267" y="220134"/>
                  </a:cubicBezTo>
                  <a:cubicBezTo>
                    <a:pt x="1971268" y="230635"/>
                    <a:pt x="1974199" y="243499"/>
                    <a:pt x="1981200" y="254000"/>
                  </a:cubicBezTo>
                  <a:cubicBezTo>
                    <a:pt x="1985628" y="260642"/>
                    <a:pt x="1993706" y="264292"/>
                    <a:pt x="1998134" y="270934"/>
                  </a:cubicBezTo>
                  <a:cubicBezTo>
                    <a:pt x="2005135" y="281435"/>
                    <a:pt x="2008066" y="294299"/>
                    <a:pt x="2015067" y="304800"/>
                  </a:cubicBezTo>
                  <a:cubicBezTo>
                    <a:pt x="2019495" y="311442"/>
                    <a:pt x="2025155" y="317627"/>
                    <a:pt x="2032000" y="321734"/>
                  </a:cubicBezTo>
                  <a:cubicBezTo>
                    <a:pt x="2053646" y="334721"/>
                    <a:pt x="2099734" y="355600"/>
                    <a:pt x="2099734" y="355600"/>
                  </a:cubicBezTo>
                  <a:cubicBezTo>
                    <a:pt x="2105378" y="361245"/>
                    <a:pt x="2108684" y="372534"/>
                    <a:pt x="2116667" y="372534"/>
                  </a:cubicBezTo>
                  <a:cubicBezTo>
                    <a:pt x="2139940" y="372534"/>
                    <a:pt x="2162023" y="361994"/>
                    <a:pt x="2184400" y="355600"/>
                  </a:cubicBezTo>
                  <a:cubicBezTo>
                    <a:pt x="2282677" y="327521"/>
                    <a:pt x="2194130" y="351709"/>
                    <a:pt x="2269067" y="321734"/>
                  </a:cubicBezTo>
                  <a:cubicBezTo>
                    <a:pt x="2285640" y="315105"/>
                    <a:pt x="2303461" y="311831"/>
                    <a:pt x="2319867" y="304800"/>
                  </a:cubicBezTo>
                  <a:cubicBezTo>
                    <a:pt x="2343069" y="294856"/>
                    <a:pt x="2365022" y="282223"/>
                    <a:pt x="2387600" y="270934"/>
                  </a:cubicBezTo>
                  <a:lnTo>
                    <a:pt x="2489200" y="220134"/>
                  </a:lnTo>
                  <a:cubicBezTo>
                    <a:pt x="2496340" y="216564"/>
                    <a:pt x="2499492" y="207628"/>
                    <a:pt x="2506134" y="203200"/>
                  </a:cubicBezTo>
                  <a:cubicBezTo>
                    <a:pt x="2516635" y="196199"/>
                    <a:pt x="2529903" y="193840"/>
                    <a:pt x="2540000" y="186267"/>
                  </a:cubicBezTo>
                  <a:cubicBezTo>
                    <a:pt x="2552772" y="176688"/>
                    <a:pt x="2559587" y="159540"/>
                    <a:pt x="2573867" y="152400"/>
                  </a:cubicBezTo>
                  <a:cubicBezTo>
                    <a:pt x="2596445" y="141111"/>
                    <a:pt x="2623751" y="136383"/>
                    <a:pt x="2641600" y="118534"/>
                  </a:cubicBezTo>
                  <a:cubicBezTo>
                    <a:pt x="2647245" y="112889"/>
                    <a:pt x="2650790" y="103536"/>
                    <a:pt x="2658534" y="101600"/>
                  </a:cubicBezTo>
                  <a:cubicBezTo>
                    <a:pt x="2697254" y="91920"/>
                    <a:pt x="2737556" y="90311"/>
                    <a:pt x="2777067" y="84667"/>
                  </a:cubicBezTo>
                  <a:cubicBezTo>
                    <a:pt x="2799645" y="90311"/>
                    <a:pt x="2823192" y="92957"/>
                    <a:pt x="2844800" y="101600"/>
                  </a:cubicBezTo>
                  <a:cubicBezTo>
                    <a:pt x="2852212" y="104565"/>
                    <a:pt x="2854889" y="114427"/>
                    <a:pt x="2861734" y="118534"/>
                  </a:cubicBezTo>
                  <a:cubicBezTo>
                    <a:pt x="2883379" y="131521"/>
                    <a:pt x="2906889" y="141111"/>
                    <a:pt x="2929467" y="152400"/>
                  </a:cubicBezTo>
                  <a:lnTo>
                    <a:pt x="2963334" y="169334"/>
                  </a:lnTo>
                  <a:cubicBezTo>
                    <a:pt x="2974623" y="174978"/>
                    <a:pt x="2988275" y="177343"/>
                    <a:pt x="2997200" y="186267"/>
                  </a:cubicBezTo>
                  <a:cubicBezTo>
                    <a:pt x="3002845" y="191911"/>
                    <a:pt x="3006722" y="200235"/>
                    <a:pt x="3014134" y="203200"/>
                  </a:cubicBezTo>
                  <a:cubicBezTo>
                    <a:pt x="3035742" y="211843"/>
                    <a:pt x="3059289" y="214489"/>
                    <a:pt x="3081867" y="220134"/>
                  </a:cubicBezTo>
                  <a:cubicBezTo>
                    <a:pt x="3200400" y="214489"/>
                    <a:pt x="3319525" y="216305"/>
                    <a:pt x="3437467" y="203200"/>
                  </a:cubicBezTo>
                  <a:cubicBezTo>
                    <a:pt x="3472947" y="199258"/>
                    <a:pt x="3505200" y="180623"/>
                    <a:pt x="3539067" y="169334"/>
                  </a:cubicBezTo>
                  <a:cubicBezTo>
                    <a:pt x="3561145" y="161975"/>
                    <a:pt x="3584423" y="158794"/>
                    <a:pt x="3606800" y="152400"/>
                  </a:cubicBezTo>
                  <a:cubicBezTo>
                    <a:pt x="3663168" y="136295"/>
                    <a:pt x="3661811" y="129121"/>
                    <a:pt x="3725334" y="118534"/>
                  </a:cubicBezTo>
                  <a:cubicBezTo>
                    <a:pt x="3770222" y="111053"/>
                    <a:pt x="3815645" y="107245"/>
                    <a:pt x="3860800" y="101600"/>
                  </a:cubicBezTo>
                  <a:cubicBezTo>
                    <a:pt x="3894667" y="107245"/>
                    <a:pt x="3928411" y="113678"/>
                    <a:pt x="3962400" y="118534"/>
                  </a:cubicBezTo>
                  <a:cubicBezTo>
                    <a:pt x="4129943" y="142469"/>
                    <a:pt x="4049061" y="119199"/>
                    <a:pt x="4148667" y="152400"/>
                  </a:cubicBezTo>
                  <a:cubicBezTo>
                    <a:pt x="4221911" y="225644"/>
                    <a:pt x="4144180" y="155053"/>
                    <a:pt x="4216400" y="203200"/>
                  </a:cubicBezTo>
                  <a:cubicBezTo>
                    <a:pt x="4223042" y="207628"/>
                    <a:pt x="4226692" y="215706"/>
                    <a:pt x="4233334" y="220134"/>
                  </a:cubicBezTo>
                  <a:cubicBezTo>
                    <a:pt x="4243835" y="227135"/>
                    <a:pt x="4256699" y="230066"/>
                    <a:pt x="4267200" y="237067"/>
                  </a:cubicBezTo>
                  <a:cubicBezTo>
                    <a:pt x="4317745" y="270763"/>
                    <a:pt x="4229628" y="242214"/>
                    <a:pt x="4334934" y="270934"/>
                  </a:cubicBezTo>
                  <a:cubicBezTo>
                    <a:pt x="4379839" y="283181"/>
                    <a:pt x="4470400" y="304800"/>
                    <a:pt x="4470400" y="304800"/>
                  </a:cubicBezTo>
                  <a:cubicBezTo>
                    <a:pt x="4520092" y="294862"/>
                    <a:pt x="4560308" y="290459"/>
                    <a:pt x="4605867" y="270934"/>
                  </a:cubicBezTo>
                  <a:cubicBezTo>
                    <a:pt x="4629069" y="260990"/>
                    <a:pt x="4655750" y="254916"/>
                    <a:pt x="4673600" y="237067"/>
                  </a:cubicBezTo>
                  <a:cubicBezTo>
                    <a:pt x="4679245" y="231423"/>
                    <a:pt x="4683892" y="224562"/>
                    <a:pt x="4690534" y="220134"/>
                  </a:cubicBezTo>
                  <a:cubicBezTo>
                    <a:pt x="4701035" y="213133"/>
                    <a:pt x="4713899" y="210201"/>
                    <a:pt x="4724400" y="203200"/>
                  </a:cubicBezTo>
                  <a:cubicBezTo>
                    <a:pt x="4731042" y="198772"/>
                    <a:pt x="4734489" y="190374"/>
                    <a:pt x="4741334" y="186267"/>
                  </a:cubicBezTo>
                  <a:cubicBezTo>
                    <a:pt x="4762979" y="173280"/>
                    <a:pt x="4786489" y="163689"/>
                    <a:pt x="4809067" y="152400"/>
                  </a:cubicBezTo>
                  <a:lnTo>
                    <a:pt x="4876800" y="118534"/>
                  </a:lnTo>
                  <a:cubicBezTo>
                    <a:pt x="4883940" y="114964"/>
                    <a:pt x="4887092" y="106028"/>
                    <a:pt x="4893734" y="101600"/>
                  </a:cubicBezTo>
                  <a:cubicBezTo>
                    <a:pt x="4904235" y="94599"/>
                    <a:pt x="4917503" y="92240"/>
                    <a:pt x="4927600" y="84667"/>
                  </a:cubicBezTo>
                  <a:cubicBezTo>
                    <a:pt x="4940372" y="75088"/>
                    <a:pt x="4947187" y="57940"/>
                    <a:pt x="4961467" y="50800"/>
                  </a:cubicBezTo>
                  <a:lnTo>
                    <a:pt x="5029200" y="16934"/>
                  </a:lnTo>
                  <a:lnTo>
                    <a:pt x="5063067" y="0"/>
                  </a:lnTo>
                  <a:cubicBezTo>
                    <a:pt x="5074356" y="5645"/>
                    <a:pt x="5084960" y="12943"/>
                    <a:pt x="5096934" y="16934"/>
                  </a:cubicBezTo>
                  <a:cubicBezTo>
                    <a:pt x="5216908" y="56926"/>
                    <a:pt x="5122160" y="12614"/>
                    <a:pt x="5198534" y="50800"/>
                  </a:cubicBezTo>
                  <a:cubicBezTo>
                    <a:pt x="5204178" y="56445"/>
                    <a:pt x="5211039" y="61092"/>
                    <a:pt x="5215467" y="67734"/>
                  </a:cubicBezTo>
                  <a:cubicBezTo>
                    <a:pt x="5231918" y="92411"/>
                    <a:pt x="5226038" y="103003"/>
                    <a:pt x="5249334" y="118534"/>
                  </a:cubicBezTo>
                  <a:cubicBezTo>
                    <a:pt x="5259835" y="125535"/>
                    <a:pt x="5272699" y="128466"/>
                    <a:pt x="5283200" y="135467"/>
                  </a:cubicBezTo>
                  <a:cubicBezTo>
                    <a:pt x="5318416" y="158944"/>
                    <a:pt x="5278200" y="152594"/>
                    <a:pt x="5334000" y="169334"/>
                  </a:cubicBezTo>
                  <a:cubicBezTo>
                    <a:pt x="5378582" y="182709"/>
                    <a:pt x="5425310" y="188481"/>
                    <a:pt x="5469467" y="203200"/>
                  </a:cubicBezTo>
                  <a:lnTo>
                    <a:pt x="5520267" y="220134"/>
                  </a:lnTo>
                  <a:cubicBezTo>
                    <a:pt x="5638800" y="214489"/>
                    <a:pt x="5758045" y="217339"/>
                    <a:pt x="5875867" y="203200"/>
                  </a:cubicBezTo>
                  <a:cubicBezTo>
                    <a:pt x="5965760" y="192413"/>
                    <a:pt x="5921001" y="178756"/>
                    <a:pt x="5960534" y="152400"/>
                  </a:cubicBezTo>
                  <a:cubicBezTo>
                    <a:pt x="5971035" y="145399"/>
                    <a:pt x="5984303" y="143040"/>
                    <a:pt x="5994400" y="135467"/>
                  </a:cubicBezTo>
                  <a:cubicBezTo>
                    <a:pt x="6046040" y="96737"/>
                    <a:pt x="6014107" y="88208"/>
                    <a:pt x="6096000" y="67734"/>
                  </a:cubicBezTo>
                  <a:cubicBezTo>
                    <a:pt x="6118578" y="62089"/>
                    <a:pt x="6141357" y="57194"/>
                    <a:pt x="6163734" y="50800"/>
                  </a:cubicBezTo>
                  <a:cubicBezTo>
                    <a:pt x="6180896" y="45896"/>
                    <a:pt x="6196928" y="36801"/>
                    <a:pt x="6214534" y="33867"/>
                  </a:cubicBezTo>
                  <a:cubicBezTo>
                    <a:pt x="6346053" y="11948"/>
                    <a:pt x="6373917" y="16934"/>
                    <a:pt x="6502400" y="16934"/>
                  </a:cubicBezTo>
                </a:path>
              </a:pathLst>
            </a:custGeom>
            <a:noFill/>
            <a:ln w="19050">
              <a:solidFill>
                <a:srgbClr val="66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5" name="자유형 12">
              <a:extLst>
                <a:ext uri="{FF2B5EF4-FFF2-40B4-BE49-F238E27FC236}">
                  <a16:creationId xmlns:a16="http://schemas.microsoft.com/office/drawing/2014/main" id="{D2018EAB-D353-4409-A3A6-B6C3A7073673}"/>
                </a:ext>
              </a:extLst>
            </p:cNvPr>
            <p:cNvSpPr/>
            <p:nvPr/>
          </p:nvSpPr>
          <p:spPr>
            <a:xfrm>
              <a:off x="1430867" y="3068960"/>
              <a:ext cx="5013341" cy="660400"/>
            </a:xfrm>
            <a:custGeom>
              <a:avLst/>
              <a:gdLst>
                <a:gd name="connsiteX0" fmla="*/ 0 w 6502400"/>
                <a:gd name="connsiteY0" fmla="*/ 660400 h 660400"/>
                <a:gd name="connsiteX1" fmla="*/ 50800 w 6502400"/>
                <a:gd name="connsiteY1" fmla="*/ 643466 h 660400"/>
                <a:gd name="connsiteX2" fmla="*/ 84666 w 6502400"/>
                <a:gd name="connsiteY2" fmla="*/ 626533 h 660400"/>
                <a:gd name="connsiteX3" fmla="*/ 237066 w 6502400"/>
                <a:gd name="connsiteY3" fmla="*/ 643466 h 660400"/>
                <a:gd name="connsiteX4" fmla="*/ 287866 w 6502400"/>
                <a:gd name="connsiteY4" fmla="*/ 660400 h 660400"/>
                <a:gd name="connsiteX5" fmla="*/ 491066 w 6502400"/>
                <a:gd name="connsiteY5" fmla="*/ 626533 h 660400"/>
                <a:gd name="connsiteX6" fmla="*/ 541866 w 6502400"/>
                <a:gd name="connsiteY6" fmla="*/ 592666 h 660400"/>
                <a:gd name="connsiteX7" fmla="*/ 558800 w 6502400"/>
                <a:gd name="connsiteY7" fmla="*/ 575733 h 660400"/>
                <a:gd name="connsiteX8" fmla="*/ 592666 w 6502400"/>
                <a:gd name="connsiteY8" fmla="*/ 558800 h 660400"/>
                <a:gd name="connsiteX9" fmla="*/ 609600 w 6502400"/>
                <a:gd name="connsiteY9" fmla="*/ 541866 h 660400"/>
                <a:gd name="connsiteX10" fmla="*/ 643466 w 6502400"/>
                <a:gd name="connsiteY10" fmla="*/ 524933 h 660400"/>
                <a:gd name="connsiteX11" fmla="*/ 677333 w 6502400"/>
                <a:gd name="connsiteY11" fmla="*/ 491066 h 660400"/>
                <a:gd name="connsiteX12" fmla="*/ 745066 w 6502400"/>
                <a:gd name="connsiteY12" fmla="*/ 457200 h 660400"/>
                <a:gd name="connsiteX13" fmla="*/ 762000 w 6502400"/>
                <a:gd name="connsiteY13" fmla="*/ 440266 h 660400"/>
                <a:gd name="connsiteX14" fmla="*/ 795866 w 6502400"/>
                <a:gd name="connsiteY14" fmla="*/ 423333 h 660400"/>
                <a:gd name="connsiteX15" fmla="*/ 812800 w 6502400"/>
                <a:gd name="connsiteY15" fmla="*/ 406400 h 660400"/>
                <a:gd name="connsiteX16" fmla="*/ 846666 w 6502400"/>
                <a:gd name="connsiteY16" fmla="*/ 389466 h 660400"/>
                <a:gd name="connsiteX17" fmla="*/ 863600 w 6502400"/>
                <a:gd name="connsiteY17" fmla="*/ 372533 h 660400"/>
                <a:gd name="connsiteX18" fmla="*/ 931333 w 6502400"/>
                <a:gd name="connsiteY18" fmla="*/ 338666 h 660400"/>
                <a:gd name="connsiteX19" fmla="*/ 965200 w 6502400"/>
                <a:gd name="connsiteY19" fmla="*/ 321733 h 660400"/>
                <a:gd name="connsiteX20" fmla="*/ 999066 w 6502400"/>
                <a:gd name="connsiteY20" fmla="*/ 304800 h 660400"/>
                <a:gd name="connsiteX21" fmla="*/ 1066800 w 6502400"/>
                <a:gd name="connsiteY21" fmla="*/ 321733 h 660400"/>
                <a:gd name="connsiteX22" fmla="*/ 1253066 w 6502400"/>
                <a:gd name="connsiteY22" fmla="*/ 355600 h 660400"/>
                <a:gd name="connsiteX23" fmla="*/ 1320800 w 6502400"/>
                <a:gd name="connsiteY23" fmla="*/ 389466 h 660400"/>
                <a:gd name="connsiteX24" fmla="*/ 1337733 w 6502400"/>
                <a:gd name="connsiteY24" fmla="*/ 406400 h 660400"/>
                <a:gd name="connsiteX25" fmla="*/ 1405466 w 6502400"/>
                <a:gd name="connsiteY25" fmla="*/ 440266 h 660400"/>
                <a:gd name="connsiteX26" fmla="*/ 1794933 w 6502400"/>
                <a:gd name="connsiteY26" fmla="*/ 440266 h 660400"/>
                <a:gd name="connsiteX27" fmla="*/ 1828800 w 6502400"/>
                <a:gd name="connsiteY27" fmla="*/ 474133 h 660400"/>
                <a:gd name="connsiteX28" fmla="*/ 1964266 w 6502400"/>
                <a:gd name="connsiteY28" fmla="*/ 524933 h 660400"/>
                <a:gd name="connsiteX29" fmla="*/ 2048933 w 6502400"/>
                <a:gd name="connsiteY29" fmla="*/ 508000 h 660400"/>
                <a:gd name="connsiteX30" fmla="*/ 2133600 w 6502400"/>
                <a:gd name="connsiteY30" fmla="*/ 474133 h 660400"/>
                <a:gd name="connsiteX31" fmla="*/ 2201333 w 6502400"/>
                <a:gd name="connsiteY31" fmla="*/ 491066 h 660400"/>
                <a:gd name="connsiteX32" fmla="*/ 2218266 w 6502400"/>
                <a:gd name="connsiteY32" fmla="*/ 508000 h 660400"/>
                <a:gd name="connsiteX33" fmla="*/ 2269066 w 6502400"/>
                <a:gd name="connsiteY33" fmla="*/ 524933 h 660400"/>
                <a:gd name="connsiteX34" fmla="*/ 2336800 w 6502400"/>
                <a:gd name="connsiteY34" fmla="*/ 508000 h 660400"/>
                <a:gd name="connsiteX35" fmla="*/ 2421466 w 6502400"/>
                <a:gd name="connsiteY35" fmla="*/ 491066 h 660400"/>
                <a:gd name="connsiteX36" fmla="*/ 2455333 w 6502400"/>
                <a:gd name="connsiteY36" fmla="*/ 474133 h 660400"/>
                <a:gd name="connsiteX37" fmla="*/ 2624666 w 6502400"/>
                <a:gd name="connsiteY37" fmla="*/ 457200 h 660400"/>
                <a:gd name="connsiteX38" fmla="*/ 2997200 w 6502400"/>
                <a:gd name="connsiteY38" fmla="*/ 457200 h 660400"/>
                <a:gd name="connsiteX39" fmla="*/ 3064933 w 6502400"/>
                <a:gd name="connsiteY39" fmla="*/ 423333 h 660400"/>
                <a:gd name="connsiteX40" fmla="*/ 3098800 w 6502400"/>
                <a:gd name="connsiteY40" fmla="*/ 406400 h 660400"/>
                <a:gd name="connsiteX41" fmla="*/ 3149600 w 6502400"/>
                <a:gd name="connsiteY41" fmla="*/ 389466 h 660400"/>
                <a:gd name="connsiteX42" fmla="*/ 3217333 w 6502400"/>
                <a:gd name="connsiteY42" fmla="*/ 355600 h 660400"/>
                <a:gd name="connsiteX43" fmla="*/ 3234266 w 6502400"/>
                <a:gd name="connsiteY43" fmla="*/ 304800 h 660400"/>
                <a:gd name="connsiteX44" fmla="*/ 3251200 w 6502400"/>
                <a:gd name="connsiteY44" fmla="*/ 220133 h 660400"/>
                <a:gd name="connsiteX45" fmla="*/ 3268133 w 6502400"/>
                <a:gd name="connsiteY45" fmla="*/ 186266 h 660400"/>
                <a:gd name="connsiteX46" fmla="*/ 3335866 w 6502400"/>
                <a:gd name="connsiteY46" fmla="*/ 152400 h 660400"/>
                <a:gd name="connsiteX47" fmla="*/ 3386666 w 6502400"/>
                <a:gd name="connsiteY47" fmla="*/ 118533 h 660400"/>
                <a:gd name="connsiteX48" fmla="*/ 3420533 w 6502400"/>
                <a:gd name="connsiteY48" fmla="*/ 84666 h 660400"/>
                <a:gd name="connsiteX49" fmla="*/ 3505200 w 6502400"/>
                <a:gd name="connsiteY49" fmla="*/ 33866 h 660400"/>
                <a:gd name="connsiteX50" fmla="*/ 3522133 w 6502400"/>
                <a:gd name="connsiteY50" fmla="*/ 0 h 660400"/>
                <a:gd name="connsiteX51" fmla="*/ 3945466 w 6502400"/>
                <a:gd name="connsiteY51" fmla="*/ 16933 h 660400"/>
                <a:gd name="connsiteX52" fmla="*/ 3962400 w 6502400"/>
                <a:gd name="connsiteY52" fmla="*/ 50800 h 660400"/>
                <a:gd name="connsiteX53" fmla="*/ 3979333 w 6502400"/>
                <a:gd name="connsiteY53" fmla="*/ 101600 h 660400"/>
                <a:gd name="connsiteX54" fmla="*/ 4013200 w 6502400"/>
                <a:gd name="connsiteY54" fmla="*/ 169333 h 660400"/>
                <a:gd name="connsiteX55" fmla="*/ 4047066 w 6502400"/>
                <a:gd name="connsiteY55" fmla="*/ 237066 h 660400"/>
                <a:gd name="connsiteX56" fmla="*/ 4064000 w 6502400"/>
                <a:gd name="connsiteY56" fmla="*/ 254000 h 660400"/>
                <a:gd name="connsiteX57" fmla="*/ 4080933 w 6502400"/>
                <a:gd name="connsiteY57" fmla="*/ 287866 h 660400"/>
                <a:gd name="connsiteX58" fmla="*/ 4148666 w 6502400"/>
                <a:gd name="connsiteY58" fmla="*/ 338666 h 660400"/>
                <a:gd name="connsiteX59" fmla="*/ 4165600 w 6502400"/>
                <a:gd name="connsiteY59" fmla="*/ 355600 h 660400"/>
                <a:gd name="connsiteX60" fmla="*/ 4250266 w 6502400"/>
                <a:gd name="connsiteY60" fmla="*/ 389466 h 660400"/>
                <a:gd name="connsiteX61" fmla="*/ 4284133 w 6502400"/>
                <a:gd name="connsiteY61" fmla="*/ 406400 h 660400"/>
                <a:gd name="connsiteX62" fmla="*/ 4351866 w 6502400"/>
                <a:gd name="connsiteY62" fmla="*/ 423333 h 660400"/>
                <a:gd name="connsiteX63" fmla="*/ 4453466 w 6502400"/>
                <a:gd name="connsiteY63" fmla="*/ 474133 h 660400"/>
                <a:gd name="connsiteX64" fmla="*/ 4504266 w 6502400"/>
                <a:gd name="connsiteY64" fmla="*/ 491066 h 660400"/>
                <a:gd name="connsiteX65" fmla="*/ 4605866 w 6502400"/>
                <a:gd name="connsiteY65" fmla="*/ 474133 h 660400"/>
                <a:gd name="connsiteX66" fmla="*/ 4724400 w 6502400"/>
                <a:gd name="connsiteY66" fmla="*/ 457200 h 660400"/>
                <a:gd name="connsiteX67" fmla="*/ 4775200 w 6502400"/>
                <a:gd name="connsiteY67" fmla="*/ 406400 h 660400"/>
                <a:gd name="connsiteX68" fmla="*/ 4809066 w 6502400"/>
                <a:gd name="connsiteY68" fmla="*/ 389466 h 660400"/>
                <a:gd name="connsiteX69" fmla="*/ 5283200 w 6502400"/>
                <a:gd name="connsiteY69" fmla="*/ 440266 h 660400"/>
                <a:gd name="connsiteX70" fmla="*/ 5300133 w 6502400"/>
                <a:gd name="connsiteY70" fmla="*/ 457200 h 660400"/>
                <a:gd name="connsiteX71" fmla="*/ 5571066 w 6502400"/>
                <a:gd name="connsiteY71" fmla="*/ 457200 h 660400"/>
                <a:gd name="connsiteX72" fmla="*/ 6045200 w 6502400"/>
                <a:gd name="connsiteY72" fmla="*/ 440266 h 660400"/>
                <a:gd name="connsiteX73" fmla="*/ 6180666 w 6502400"/>
                <a:gd name="connsiteY73" fmla="*/ 423333 h 660400"/>
                <a:gd name="connsiteX74" fmla="*/ 6214533 w 6502400"/>
                <a:gd name="connsiteY74" fmla="*/ 389466 h 660400"/>
                <a:gd name="connsiteX75" fmla="*/ 6282266 w 6502400"/>
                <a:gd name="connsiteY75" fmla="*/ 355600 h 660400"/>
                <a:gd name="connsiteX76" fmla="*/ 6299200 w 6502400"/>
                <a:gd name="connsiteY76" fmla="*/ 338666 h 660400"/>
                <a:gd name="connsiteX77" fmla="*/ 6333066 w 6502400"/>
                <a:gd name="connsiteY77" fmla="*/ 321733 h 660400"/>
                <a:gd name="connsiteX78" fmla="*/ 6366933 w 6502400"/>
                <a:gd name="connsiteY78" fmla="*/ 287866 h 660400"/>
                <a:gd name="connsiteX79" fmla="*/ 6434666 w 6502400"/>
                <a:gd name="connsiteY79" fmla="*/ 254000 h 660400"/>
                <a:gd name="connsiteX80" fmla="*/ 6451600 w 6502400"/>
                <a:gd name="connsiteY80" fmla="*/ 203200 h 660400"/>
                <a:gd name="connsiteX81" fmla="*/ 6468533 w 6502400"/>
                <a:gd name="connsiteY81" fmla="*/ 186266 h 660400"/>
                <a:gd name="connsiteX82" fmla="*/ 6502400 w 6502400"/>
                <a:gd name="connsiteY82" fmla="*/ 67733 h 660400"/>
                <a:gd name="connsiteX83" fmla="*/ 6493933 w 6502400"/>
                <a:gd name="connsiteY83" fmla="*/ 33866 h 66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6502400" h="660400">
                  <a:moveTo>
                    <a:pt x="0" y="660400"/>
                  </a:moveTo>
                  <a:cubicBezTo>
                    <a:pt x="16933" y="654755"/>
                    <a:pt x="34227" y="650095"/>
                    <a:pt x="50800" y="643466"/>
                  </a:cubicBezTo>
                  <a:cubicBezTo>
                    <a:pt x="62518" y="638779"/>
                    <a:pt x="72045" y="626533"/>
                    <a:pt x="84666" y="626533"/>
                  </a:cubicBezTo>
                  <a:cubicBezTo>
                    <a:pt x="135779" y="626533"/>
                    <a:pt x="186266" y="637822"/>
                    <a:pt x="237066" y="643466"/>
                  </a:cubicBezTo>
                  <a:cubicBezTo>
                    <a:pt x="253999" y="649111"/>
                    <a:pt x="270017" y="660400"/>
                    <a:pt x="287866" y="660400"/>
                  </a:cubicBezTo>
                  <a:cubicBezTo>
                    <a:pt x="401289" y="660400"/>
                    <a:pt x="411582" y="653027"/>
                    <a:pt x="491066" y="626533"/>
                  </a:cubicBezTo>
                  <a:cubicBezTo>
                    <a:pt x="529893" y="587708"/>
                    <a:pt x="480356" y="633673"/>
                    <a:pt x="541866" y="592666"/>
                  </a:cubicBezTo>
                  <a:cubicBezTo>
                    <a:pt x="548508" y="588238"/>
                    <a:pt x="552158" y="580161"/>
                    <a:pt x="558800" y="575733"/>
                  </a:cubicBezTo>
                  <a:cubicBezTo>
                    <a:pt x="569301" y="568732"/>
                    <a:pt x="582165" y="565801"/>
                    <a:pt x="592666" y="558800"/>
                  </a:cubicBezTo>
                  <a:cubicBezTo>
                    <a:pt x="599308" y="554372"/>
                    <a:pt x="602958" y="546294"/>
                    <a:pt x="609600" y="541866"/>
                  </a:cubicBezTo>
                  <a:cubicBezTo>
                    <a:pt x="620101" y="534865"/>
                    <a:pt x="633369" y="532506"/>
                    <a:pt x="643466" y="524933"/>
                  </a:cubicBezTo>
                  <a:cubicBezTo>
                    <a:pt x="656238" y="515354"/>
                    <a:pt x="663053" y="498206"/>
                    <a:pt x="677333" y="491066"/>
                  </a:cubicBezTo>
                  <a:cubicBezTo>
                    <a:pt x="699911" y="479777"/>
                    <a:pt x="727217" y="475049"/>
                    <a:pt x="745066" y="457200"/>
                  </a:cubicBezTo>
                  <a:cubicBezTo>
                    <a:pt x="750711" y="451555"/>
                    <a:pt x="755358" y="444694"/>
                    <a:pt x="762000" y="440266"/>
                  </a:cubicBezTo>
                  <a:cubicBezTo>
                    <a:pt x="772501" y="433265"/>
                    <a:pt x="785365" y="430334"/>
                    <a:pt x="795866" y="423333"/>
                  </a:cubicBezTo>
                  <a:cubicBezTo>
                    <a:pt x="802508" y="418905"/>
                    <a:pt x="806158" y="410828"/>
                    <a:pt x="812800" y="406400"/>
                  </a:cubicBezTo>
                  <a:cubicBezTo>
                    <a:pt x="823301" y="399399"/>
                    <a:pt x="836165" y="396467"/>
                    <a:pt x="846666" y="389466"/>
                  </a:cubicBezTo>
                  <a:cubicBezTo>
                    <a:pt x="853308" y="385038"/>
                    <a:pt x="856755" y="376640"/>
                    <a:pt x="863600" y="372533"/>
                  </a:cubicBezTo>
                  <a:cubicBezTo>
                    <a:pt x="885245" y="359546"/>
                    <a:pt x="908755" y="349955"/>
                    <a:pt x="931333" y="338666"/>
                  </a:cubicBezTo>
                  <a:lnTo>
                    <a:pt x="965200" y="321733"/>
                  </a:lnTo>
                  <a:lnTo>
                    <a:pt x="999066" y="304800"/>
                  </a:lnTo>
                  <a:cubicBezTo>
                    <a:pt x="1021644" y="310444"/>
                    <a:pt x="1043844" y="317907"/>
                    <a:pt x="1066800" y="321733"/>
                  </a:cubicBezTo>
                  <a:cubicBezTo>
                    <a:pt x="1258267" y="353644"/>
                    <a:pt x="1144076" y="319269"/>
                    <a:pt x="1253066" y="355600"/>
                  </a:cubicBezTo>
                  <a:cubicBezTo>
                    <a:pt x="1291325" y="393857"/>
                    <a:pt x="1242965" y="350548"/>
                    <a:pt x="1320800" y="389466"/>
                  </a:cubicBezTo>
                  <a:cubicBezTo>
                    <a:pt x="1327940" y="393036"/>
                    <a:pt x="1330888" y="402293"/>
                    <a:pt x="1337733" y="406400"/>
                  </a:cubicBezTo>
                  <a:cubicBezTo>
                    <a:pt x="1359378" y="419387"/>
                    <a:pt x="1405466" y="440266"/>
                    <a:pt x="1405466" y="440266"/>
                  </a:cubicBezTo>
                  <a:cubicBezTo>
                    <a:pt x="1564457" y="408469"/>
                    <a:pt x="1551400" y="403736"/>
                    <a:pt x="1794933" y="440266"/>
                  </a:cubicBezTo>
                  <a:cubicBezTo>
                    <a:pt x="1810721" y="442634"/>
                    <a:pt x="1814520" y="466993"/>
                    <a:pt x="1828800" y="474133"/>
                  </a:cubicBezTo>
                  <a:cubicBezTo>
                    <a:pt x="1917349" y="518408"/>
                    <a:pt x="1872044" y="501878"/>
                    <a:pt x="1964266" y="524933"/>
                  </a:cubicBezTo>
                  <a:cubicBezTo>
                    <a:pt x="1992488" y="519289"/>
                    <a:pt x="2021011" y="514981"/>
                    <a:pt x="2048933" y="508000"/>
                  </a:cubicBezTo>
                  <a:cubicBezTo>
                    <a:pt x="2090778" y="497539"/>
                    <a:pt x="2098567" y="491649"/>
                    <a:pt x="2133600" y="474133"/>
                  </a:cubicBezTo>
                  <a:cubicBezTo>
                    <a:pt x="2156178" y="479777"/>
                    <a:pt x="2179725" y="482423"/>
                    <a:pt x="2201333" y="491066"/>
                  </a:cubicBezTo>
                  <a:cubicBezTo>
                    <a:pt x="2208745" y="494031"/>
                    <a:pt x="2211126" y="504430"/>
                    <a:pt x="2218266" y="508000"/>
                  </a:cubicBezTo>
                  <a:cubicBezTo>
                    <a:pt x="2234231" y="515983"/>
                    <a:pt x="2252133" y="519289"/>
                    <a:pt x="2269066" y="524933"/>
                  </a:cubicBezTo>
                  <a:cubicBezTo>
                    <a:pt x="2291644" y="519289"/>
                    <a:pt x="2314081" y="513049"/>
                    <a:pt x="2336800" y="508000"/>
                  </a:cubicBezTo>
                  <a:cubicBezTo>
                    <a:pt x="2364896" y="501756"/>
                    <a:pt x="2393792" y="498973"/>
                    <a:pt x="2421466" y="491066"/>
                  </a:cubicBezTo>
                  <a:cubicBezTo>
                    <a:pt x="2433602" y="487599"/>
                    <a:pt x="2442883" y="476208"/>
                    <a:pt x="2455333" y="474133"/>
                  </a:cubicBezTo>
                  <a:cubicBezTo>
                    <a:pt x="2511287" y="464808"/>
                    <a:pt x="2568222" y="462844"/>
                    <a:pt x="2624666" y="457200"/>
                  </a:cubicBezTo>
                  <a:cubicBezTo>
                    <a:pt x="2738089" y="463872"/>
                    <a:pt x="2879114" y="496562"/>
                    <a:pt x="2997200" y="457200"/>
                  </a:cubicBezTo>
                  <a:cubicBezTo>
                    <a:pt x="3021147" y="449218"/>
                    <a:pt x="3042355" y="434622"/>
                    <a:pt x="3064933" y="423333"/>
                  </a:cubicBezTo>
                  <a:lnTo>
                    <a:pt x="3098800" y="406400"/>
                  </a:lnTo>
                  <a:cubicBezTo>
                    <a:pt x="3114765" y="398418"/>
                    <a:pt x="3133194" y="396497"/>
                    <a:pt x="3149600" y="389466"/>
                  </a:cubicBezTo>
                  <a:cubicBezTo>
                    <a:pt x="3172802" y="379522"/>
                    <a:pt x="3217333" y="355600"/>
                    <a:pt x="3217333" y="355600"/>
                  </a:cubicBezTo>
                  <a:cubicBezTo>
                    <a:pt x="3222977" y="338667"/>
                    <a:pt x="3229937" y="322116"/>
                    <a:pt x="3234266" y="304800"/>
                  </a:cubicBezTo>
                  <a:cubicBezTo>
                    <a:pt x="3241247" y="276878"/>
                    <a:pt x="3243293" y="247807"/>
                    <a:pt x="3251200" y="220133"/>
                  </a:cubicBezTo>
                  <a:cubicBezTo>
                    <a:pt x="3254667" y="207997"/>
                    <a:pt x="3258277" y="194151"/>
                    <a:pt x="3268133" y="186266"/>
                  </a:cubicBezTo>
                  <a:cubicBezTo>
                    <a:pt x="3287844" y="170497"/>
                    <a:pt x="3318017" y="170249"/>
                    <a:pt x="3335866" y="152400"/>
                  </a:cubicBezTo>
                  <a:cubicBezTo>
                    <a:pt x="3387661" y="100605"/>
                    <a:pt x="3304653" y="180043"/>
                    <a:pt x="3386666" y="118533"/>
                  </a:cubicBezTo>
                  <a:cubicBezTo>
                    <a:pt x="3399438" y="108954"/>
                    <a:pt x="3409244" y="95955"/>
                    <a:pt x="3420533" y="84666"/>
                  </a:cubicBezTo>
                  <a:cubicBezTo>
                    <a:pt x="3460294" y="44905"/>
                    <a:pt x="3481521" y="69384"/>
                    <a:pt x="3505200" y="33866"/>
                  </a:cubicBezTo>
                  <a:cubicBezTo>
                    <a:pt x="3512201" y="23365"/>
                    <a:pt x="3516489" y="11289"/>
                    <a:pt x="3522133" y="0"/>
                  </a:cubicBezTo>
                  <a:cubicBezTo>
                    <a:pt x="3663244" y="5644"/>
                    <a:pt x="3805173" y="745"/>
                    <a:pt x="3945466" y="16933"/>
                  </a:cubicBezTo>
                  <a:cubicBezTo>
                    <a:pt x="3958004" y="18380"/>
                    <a:pt x="3957712" y="39081"/>
                    <a:pt x="3962400" y="50800"/>
                  </a:cubicBezTo>
                  <a:cubicBezTo>
                    <a:pt x="3969029" y="67373"/>
                    <a:pt x="3972302" y="85194"/>
                    <a:pt x="3979333" y="101600"/>
                  </a:cubicBezTo>
                  <a:cubicBezTo>
                    <a:pt x="3989277" y="124802"/>
                    <a:pt x="4001911" y="146755"/>
                    <a:pt x="4013200" y="169333"/>
                  </a:cubicBezTo>
                  <a:lnTo>
                    <a:pt x="4047066" y="237066"/>
                  </a:lnTo>
                  <a:cubicBezTo>
                    <a:pt x="4050636" y="244206"/>
                    <a:pt x="4059572" y="247358"/>
                    <a:pt x="4064000" y="254000"/>
                  </a:cubicBezTo>
                  <a:cubicBezTo>
                    <a:pt x="4071001" y="264501"/>
                    <a:pt x="4073360" y="277769"/>
                    <a:pt x="4080933" y="287866"/>
                  </a:cubicBezTo>
                  <a:cubicBezTo>
                    <a:pt x="4117555" y="336695"/>
                    <a:pt x="4105398" y="309820"/>
                    <a:pt x="4148666" y="338666"/>
                  </a:cubicBezTo>
                  <a:cubicBezTo>
                    <a:pt x="4155308" y="343094"/>
                    <a:pt x="4158958" y="351172"/>
                    <a:pt x="4165600" y="355600"/>
                  </a:cubicBezTo>
                  <a:cubicBezTo>
                    <a:pt x="4195384" y="375456"/>
                    <a:pt x="4215844" y="375697"/>
                    <a:pt x="4250266" y="389466"/>
                  </a:cubicBezTo>
                  <a:cubicBezTo>
                    <a:pt x="4261985" y="394154"/>
                    <a:pt x="4272159" y="402409"/>
                    <a:pt x="4284133" y="406400"/>
                  </a:cubicBezTo>
                  <a:cubicBezTo>
                    <a:pt x="4306211" y="413759"/>
                    <a:pt x="4330075" y="415161"/>
                    <a:pt x="4351866" y="423333"/>
                  </a:cubicBezTo>
                  <a:lnTo>
                    <a:pt x="4453466" y="474133"/>
                  </a:lnTo>
                  <a:cubicBezTo>
                    <a:pt x="4469431" y="482115"/>
                    <a:pt x="4487333" y="485422"/>
                    <a:pt x="4504266" y="491066"/>
                  </a:cubicBezTo>
                  <a:lnTo>
                    <a:pt x="4605866" y="474133"/>
                  </a:lnTo>
                  <a:cubicBezTo>
                    <a:pt x="4645314" y="468064"/>
                    <a:pt x="4687342" y="472023"/>
                    <a:pt x="4724400" y="457200"/>
                  </a:cubicBezTo>
                  <a:cubicBezTo>
                    <a:pt x="4746635" y="448306"/>
                    <a:pt x="4753781" y="417110"/>
                    <a:pt x="4775200" y="406400"/>
                  </a:cubicBezTo>
                  <a:lnTo>
                    <a:pt x="4809066" y="389466"/>
                  </a:lnTo>
                  <a:cubicBezTo>
                    <a:pt x="5261917" y="424301"/>
                    <a:pt x="5117682" y="357510"/>
                    <a:pt x="5283200" y="440266"/>
                  </a:cubicBezTo>
                  <a:cubicBezTo>
                    <a:pt x="5288844" y="445911"/>
                    <a:pt x="5293491" y="452772"/>
                    <a:pt x="5300133" y="457200"/>
                  </a:cubicBezTo>
                  <a:cubicBezTo>
                    <a:pt x="5381209" y="511251"/>
                    <a:pt x="5469865" y="464429"/>
                    <a:pt x="5571066" y="457200"/>
                  </a:cubicBezTo>
                  <a:cubicBezTo>
                    <a:pt x="5863522" y="408457"/>
                    <a:pt x="5705732" y="419050"/>
                    <a:pt x="6045200" y="440266"/>
                  </a:cubicBezTo>
                  <a:cubicBezTo>
                    <a:pt x="6090355" y="434622"/>
                    <a:pt x="6137078" y="436409"/>
                    <a:pt x="6180666" y="423333"/>
                  </a:cubicBezTo>
                  <a:cubicBezTo>
                    <a:pt x="6195958" y="418745"/>
                    <a:pt x="6203244" y="400755"/>
                    <a:pt x="6214533" y="389466"/>
                  </a:cubicBezTo>
                  <a:cubicBezTo>
                    <a:pt x="6232382" y="371617"/>
                    <a:pt x="6259688" y="366889"/>
                    <a:pt x="6282266" y="355600"/>
                  </a:cubicBezTo>
                  <a:cubicBezTo>
                    <a:pt x="6289406" y="352030"/>
                    <a:pt x="6292558" y="343094"/>
                    <a:pt x="6299200" y="338666"/>
                  </a:cubicBezTo>
                  <a:cubicBezTo>
                    <a:pt x="6309701" y="331665"/>
                    <a:pt x="6322969" y="329306"/>
                    <a:pt x="6333066" y="321733"/>
                  </a:cubicBezTo>
                  <a:cubicBezTo>
                    <a:pt x="6345838" y="312154"/>
                    <a:pt x="6352653" y="295006"/>
                    <a:pt x="6366933" y="287866"/>
                  </a:cubicBezTo>
                  <a:lnTo>
                    <a:pt x="6434666" y="254000"/>
                  </a:lnTo>
                  <a:cubicBezTo>
                    <a:pt x="6440311" y="237067"/>
                    <a:pt x="6443618" y="219165"/>
                    <a:pt x="6451600" y="203200"/>
                  </a:cubicBezTo>
                  <a:cubicBezTo>
                    <a:pt x="6455170" y="196060"/>
                    <a:pt x="6466009" y="193839"/>
                    <a:pt x="6468533" y="186266"/>
                  </a:cubicBezTo>
                  <a:cubicBezTo>
                    <a:pt x="6526753" y="11602"/>
                    <a:pt x="6455574" y="161382"/>
                    <a:pt x="6502400" y="67733"/>
                  </a:cubicBezTo>
                  <a:lnTo>
                    <a:pt x="6493933" y="33866"/>
                  </a:lnTo>
                </a:path>
              </a:pathLst>
            </a:custGeom>
            <a:noFill/>
            <a:ln>
              <a:solidFill>
                <a:srgbClr val="92D05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5489DC7-BAF4-4DA7-A0AE-B236E07F0FC0}"/>
              </a:ext>
            </a:extLst>
          </p:cNvPr>
          <p:cNvCxnSpPr>
            <a:cxnSpLocks/>
          </p:cNvCxnSpPr>
          <p:nvPr/>
        </p:nvCxnSpPr>
        <p:spPr>
          <a:xfrm>
            <a:off x="4007286" y="2170489"/>
            <a:ext cx="0" cy="155920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extBox 76">
            <a:extLst>
              <a:ext uri="{FF2B5EF4-FFF2-40B4-BE49-F238E27FC236}">
                <a16:creationId xmlns:a16="http://schemas.microsoft.com/office/drawing/2014/main" id="{B9981648-23E5-4008-BC0B-94E1404B2B18}"/>
              </a:ext>
            </a:extLst>
          </p:cNvPr>
          <p:cNvSpPr txBox="1"/>
          <p:nvPr/>
        </p:nvSpPr>
        <p:spPr>
          <a:xfrm>
            <a:off x="1265466" y="4704280"/>
            <a:ext cx="129924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기준부하 및 목표사용량 확인</a:t>
            </a:r>
          </a:p>
        </p:txBody>
      </p:sp>
      <p:pic>
        <p:nvPicPr>
          <p:cNvPr id="80" name="Picture 2" descr="standardì ëí ì´ë¯¸ì§ ê²ìê²°ê³¼">
            <a:extLst>
              <a:ext uri="{FF2B5EF4-FFF2-40B4-BE49-F238E27FC236}">
                <a16:creationId xmlns:a16="http://schemas.microsoft.com/office/drawing/2014/main" id="{AC5EC0E2-05B8-4431-A21D-4157002CD8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4539" y="4713364"/>
            <a:ext cx="170228" cy="1702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DEE5AE66-DE1E-4103-8EAE-44458912ABD4}"/>
              </a:ext>
            </a:extLst>
          </p:cNvPr>
          <p:cNvCxnSpPr/>
          <p:nvPr/>
        </p:nvCxnSpPr>
        <p:spPr>
          <a:xfrm>
            <a:off x="3008784" y="1990428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A32831B-C9B4-47BB-8CC9-586C2D0E968A}"/>
              </a:ext>
            </a:extLst>
          </p:cNvPr>
          <p:cNvSpPr/>
          <p:nvPr/>
        </p:nvSpPr>
        <p:spPr>
          <a:xfrm>
            <a:off x="3584848" y="186820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오늘</a:t>
            </a: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58C35C8D-60DA-42FD-B7FD-CEBEEA7BBCB9}"/>
              </a:ext>
            </a:extLst>
          </p:cNvPr>
          <p:cNvCxnSpPr/>
          <p:nvPr/>
        </p:nvCxnSpPr>
        <p:spPr>
          <a:xfrm>
            <a:off x="4304928" y="1990428"/>
            <a:ext cx="504056" cy="0"/>
          </a:xfrm>
          <a:prstGeom prst="line">
            <a:avLst/>
          </a:prstGeom>
          <a:noFill/>
          <a:ln w="19050">
            <a:solidFill>
              <a:srgbClr val="6699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87C51044-92D6-42B6-AC71-52C72F6E94E2}"/>
              </a:ext>
            </a:extLst>
          </p:cNvPr>
          <p:cNvSpPr/>
          <p:nvPr/>
        </p:nvSpPr>
        <p:spPr>
          <a:xfrm>
            <a:off x="4880992" y="186820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어제</a:t>
            </a:r>
          </a:p>
        </p:txBody>
      </p: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107957F2-F200-4E88-A939-B15AEBD60152}"/>
              </a:ext>
            </a:extLst>
          </p:cNvPr>
          <p:cNvCxnSpPr/>
          <p:nvPr/>
        </p:nvCxnSpPr>
        <p:spPr>
          <a:xfrm>
            <a:off x="5601072" y="1990428"/>
            <a:ext cx="504056" cy="0"/>
          </a:xfrm>
          <a:prstGeom prst="line">
            <a:avLst/>
          </a:prstGeom>
          <a:noFill/>
          <a:ln>
            <a:solidFill>
              <a:srgbClr val="92D05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51A1D4FE-BA50-4908-8A7B-E924AA132EAC}"/>
              </a:ext>
            </a:extLst>
          </p:cNvPr>
          <p:cNvSpPr/>
          <p:nvPr/>
        </p:nvSpPr>
        <p:spPr>
          <a:xfrm>
            <a:off x="6177136" y="186820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지난 주</a:t>
            </a: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9B549F53-A58D-47FC-98AD-F744F8878DBE}"/>
              </a:ext>
            </a:extLst>
          </p:cNvPr>
          <p:cNvCxnSpPr/>
          <p:nvPr/>
        </p:nvCxnSpPr>
        <p:spPr>
          <a:xfrm>
            <a:off x="6897216" y="1989859"/>
            <a:ext cx="504056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8EA37D53-5CFF-4E43-8D4B-1F64EC4A7C29}"/>
              </a:ext>
            </a:extLst>
          </p:cNvPr>
          <p:cNvSpPr/>
          <p:nvPr/>
        </p:nvSpPr>
        <p:spPr>
          <a:xfrm>
            <a:off x="7473280" y="1867631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계획 사용량</a:t>
            </a:r>
          </a:p>
        </p:txBody>
      </p:sp>
      <p:graphicFrame>
        <p:nvGraphicFramePr>
          <p:cNvPr id="89" name="표 88">
            <a:extLst>
              <a:ext uri="{FF2B5EF4-FFF2-40B4-BE49-F238E27FC236}">
                <a16:creationId xmlns:a16="http://schemas.microsoft.com/office/drawing/2014/main" id="{CE3349C9-5683-45A2-8FC3-AD92144B6A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4273196"/>
              </p:ext>
            </p:extLst>
          </p:nvPr>
        </p:nvGraphicFramePr>
        <p:xfrm>
          <a:off x="278113" y="3956432"/>
          <a:ext cx="7915251" cy="1780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091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오늘 사용량</a:t>
                      </a:r>
                      <a:endParaRPr lang="en-US" altLang="ko-KR" sz="7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540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520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E40D1018-6CBC-40B7-B1F4-216BD3CE9F99}"/>
              </a:ext>
            </a:extLst>
          </p:cNvPr>
          <p:cNvGrpSpPr/>
          <p:nvPr/>
        </p:nvGrpSpPr>
        <p:grpSpPr>
          <a:xfrm>
            <a:off x="1052542" y="2637400"/>
            <a:ext cx="6957238" cy="915271"/>
            <a:chOff x="1437877" y="2825423"/>
            <a:chExt cx="7060643" cy="1532488"/>
          </a:xfrm>
        </p:grpSpPr>
        <p:sp>
          <p:nvSpPr>
            <p:cNvPr id="90" name="자유형 83">
              <a:extLst>
                <a:ext uri="{FF2B5EF4-FFF2-40B4-BE49-F238E27FC236}">
                  <a16:creationId xmlns:a16="http://schemas.microsoft.com/office/drawing/2014/main" id="{A39665F4-B5AB-4676-B20B-5419FD61ADA3}"/>
                </a:ext>
              </a:extLst>
            </p:cNvPr>
            <p:cNvSpPr/>
            <p:nvPr/>
          </p:nvSpPr>
          <p:spPr>
            <a:xfrm>
              <a:off x="1437877" y="2831156"/>
              <a:ext cx="3422156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 w="9525">
              <a:solidFill>
                <a:schemeClr val="bg1">
                  <a:lumMod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1" name="자유형 33">
              <a:extLst>
                <a:ext uri="{FF2B5EF4-FFF2-40B4-BE49-F238E27FC236}">
                  <a16:creationId xmlns:a16="http://schemas.microsoft.com/office/drawing/2014/main" id="{842C8874-7A4A-4457-AB0F-4A8403F74528}"/>
                </a:ext>
              </a:extLst>
            </p:cNvPr>
            <p:cNvSpPr/>
            <p:nvPr/>
          </p:nvSpPr>
          <p:spPr>
            <a:xfrm flipH="1">
              <a:off x="4815075" y="2825423"/>
              <a:ext cx="3683445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 w="9525">
              <a:solidFill>
                <a:schemeClr val="bg1">
                  <a:lumMod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E47AF898-9415-4EAE-8FDE-58B21D29C98D}"/>
              </a:ext>
            </a:extLst>
          </p:cNvPr>
          <p:cNvSpPr txBox="1"/>
          <p:nvPr/>
        </p:nvSpPr>
        <p:spPr>
          <a:xfrm>
            <a:off x="7221250" y="4221088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FBA4C34C-4B9A-4E4A-8463-AC1E6E032FF5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5DA9481D-0EA9-465C-B030-38B46DFCFE44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9DC02225-1C17-419B-AB93-5A0A6F86EE64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793AC099-C48F-43C2-8561-1047D6E397A8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E54445F5-AB0B-4E78-992C-EE3A60B07476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ABFF3CB-F6E3-47A6-A5D1-CABC6A841DD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2089161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850834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045658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197170" y="175963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954473" y="142062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16F19235-0361-475D-B3F0-DB69F8A898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4328173"/>
              </p:ext>
            </p:extLst>
          </p:nvPr>
        </p:nvGraphicFramePr>
        <p:xfrm>
          <a:off x="309595" y="5173215"/>
          <a:ext cx="4114985" cy="10781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오늘 사용량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계획 사용량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33582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어제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오늘의 사용량의 시간 대비 어제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(24</a:t>
                      </a:r>
                      <a:r>
                        <a:rPr lang="ko-KR" altLang="en-US" sz="800" b="1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시간전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동일 기간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96285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지난주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오늘의 사용량의 시간 대비 일주일 전 동일 기간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602164"/>
                  </a:ext>
                </a:extLst>
              </a:tr>
            </a:tbl>
          </a:graphicData>
        </a:graphic>
      </p:graphicFrame>
      <p:sp>
        <p:nvSpPr>
          <p:cNvPr id="75" name="타원형 설명선 225">
            <a:extLst>
              <a:ext uri="{FF2B5EF4-FFF2-40B4-BE49-F238E27FC236}">
                <a16:creationId xmlns:a16="http://schemas.microsoft.com/office/drawing/2014/main" id="{D9FB0648-5B8A-4954-8014-1C39AB0F3629}"/>
              </a:ext>
            </a:extLst>
          </p:cNvPr>
          <p:cNvSpPr/>
          <p:nvPr/>
        </p:nvSpPr>
        <p:spPr>
          <a:xfrm>
            <a:off x="12770" y="515719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BDAD900A-BFE6-4539-9F6D-79C85C1BBA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3492173"/>
              </p:ext>
            </p:extLst>
          </p:nvPr>
        </p:nvGraphicFramePr>
        <p:xfrm>
          <a:off x="4581797" y="5210172"/>
          <a:ext cx="3788722" cy="6657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92" name="타원형 설명선 225">
            <a:extLst>
              <a:ext uri="{FF2B5EF4-FFF2-40B4-BE49-F238E27FC236}">
                <a16:creationId xmlns:a16="http://schemas.microsoft.com/office/drawing/2014/main" id="{B2A5BEBE-F8DC-49C9-BF49-64033BD3BAE4}"/>
              </a:ext>
            </a:extLst>
          </p:cNvPr>
          <p:cNvSpPr/>
          <p:nvPr/>
        </p:nvSpPr>
        <p:spPr>
          <a:xfrm>
            <a:off x="4286812" y="517889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1D4C0DAC-A014-4814-AE54-17B1D8B12B74}"/>
              </a:ext>
            </a:extLst>
          </p:cNvPr>
          <p:cNvSpPr txBox="1"/>
          <p:nvPr/>
        </p:nvSpPr>
        <p:spPr>
          <a:xfrm>
            <a:off x="1423872" y="5684971"/>
            <a:ext cx="2993268" cy="215444"/>
          </a:xfrm>
          <a:prstGeom prst="rect">
            <a:avLst/>
          </a:prstGeom>
          <a:solidFill>
            <a:schemeClr val="bg1"/>
          </a:solidFill>
          <a:ln w="6350"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스펙 확인 후 추가 예정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54FE3F46-E395-40A6-B33A-DC722E8E26AF}"/>
              </a:ext>
            </a:extLst>
          </p:cNvPr>
          <p:cNvSpPr/>
          <p:nvPr/>
        </p:nvSpPr>
        <p:spPr>
          <a:xfrm>
            <a:off x="7693475" y="1567667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375468256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5923861"/>
              </p:ext>
            </p:extLst>
          </p:nvPr>
        </p:nvGraphicFramePr>
        <p:xfrm>
          <a:off x="8469313" y="276225"/>
          <a:ext cx="1404000" cy="620985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 안에 부하는 다음 기준으로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MW : 9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W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미만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목표사용량 확인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마우스로 클릭하면 기준 부하 및 목표사용량을 확인할 수 있는 그래프 요소와 표가 추가된다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u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토글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형태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800" b="0" u="none" dirty="0">
                          <a:solidFill>
                            <a:srgbClr val="0066FF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sym typeface="Wingdings" panose="05000000000000000000" pitchFamily="2" charset="2"/>
                        </a:rPr>
                        <a:t>다음 페이지 참고</a:t>
                      </a:r>
                      <a:endParaRPr lang="en-US" altLang="ko-KR" sz="800" b="0" u="none" dirty="0">
                        <a:solidFill>
                          <a:srgbClr val="0066FF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사용량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시점 사용량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기간이 오늘이 아닐 경우에는 기간 內 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누적량이며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 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으로 변경하여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1523128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52041"/>
            <a:ext cx="8208912" cy="4333143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415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DR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12840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232920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495673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783705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033120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295873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8513AA0-501E-41AA-A36E-386D57118C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0205695"/>
              </p:ext>
            </p:extLst>
          </p:nvPr>
        </p:nvGraphicFramePr>
        <p:xfrm>
          <a:off x="278100" y="2156233"/>
          <a:ext cx="7915258" cy="1786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44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9802655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423982244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21576348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8265295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077347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41944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7490369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67585101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46666919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66727516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23573114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13681239"/>
                    </a:ext>
                  </a:extLst>
                </a:gridCol>
              </a:tblGrid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00A71007-406C-4F0A-9589-C33EC6950CD4}"/>
              </a:ext>
            </a:extLst>
          </p:cNvPr>
          <p:cNvCxnSpPr>
            <a:cxnSpLocks/>
          </p:cNvCxnSpPr>
          <p:nvPr/>
        </p:nvCxnSpPr>
        <p:spPr>
          <a:xfrm>
            <a:off x="980534" y="3186416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FA8F809F-54BE-465D-850D-4493686FD5EF}"/>
              </a:ext>
            </a:extLst>
          </p:cNvPr>
          <p:cNvCxnSpPr>
            <a:cxnSpLocks/>
          </p:cNvCxnSpPr>
          <p:nvPr/>
        </p:nvCxnSpPr>
        <p:spPr>
          <a:xfrm>
            <a:off x="980534" y="2610352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D9588942-263D-40FC-BFC0-08F3E586D052}"/>
              </a:ext>
            </a:extLst>
          </p:cNvPr>
          <p:cNvGrpSpPr/>
          <p:nvPr/>
        </p:nvGrpSpPr>
        <p:grpSpPr>
          <a:xfrm>
            <a:off x="278100" y="4716353"/>
            <a:ext cx="862386" cy="211955"/>
            <a:chOff x="4861742" y="3907374"/>
            <a:chExt cx="862386" cy="211955"/>
          </a:xfrm>
        </p:grpSpPr>
        <p:pic>
          <p:nvPicPr>
            <p:cNvPr id="55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303A80C4-1726-4946-B2C9-AFB0384A81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8C76E1C6-D0C8-4686-8383-1C27793CB40A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B6A727E2-248A-436E-B72F-418234D9B063}"/>
              </a:ext>
            </a:extLst>
          </p:cNvPr>
          <p:cNvSpPr/>
          <p:nvPr/>
        </p:nvSpPr>
        <p:spPr>
          <a:xfrm>
            <a:off x="6177136" y="4548186"/>
            <a:ext cx="612068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9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현재 사용량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6851EB33-FF02-4502-AA74-0E2287D10C5B}"/>
              </a:ext>
            </a:extLst>
          </p:cNvPr>
          <p:cNvSpPr/>
          <p:nvPr/>
        </p:nvSpPr>
        <p:spPr>
          <a:xfrm>
            <a:off x="6831082" y="4476177"/>
            <a:ext cx="894226" cy="5490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850</a:t>
            </a:r>
            <a:endParaRPr lang="ko-KR" altLang="en-US" sz="32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DB27ADF9-043F-4BD2-ACC3-94559DC62950}"/>
              </a:ext>
            </a:extLst>
          </p:cNvPr>
          <p:cNvSpPr/>
          <p:nvPr/>
        </p:nvSpPr>
        <p:spPr>
          <a:xfrm>
            <a:off x="7797316" y="4548186"/>
            <a:ext cx="360040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150000"/>
              </a:lnSpc>
            </a:pPr>
            <a:r>
              <a:rPr lang="en-US" altLang="ko-KR" sz="9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kWh</a:t>
            </a:r>
            <a:endParaRPr lang="ko-KR" altLang="en-US" sz="900" b="1" dirty="0">
              <a:solidFill>
                <a:srgbClr val="FF66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D5CB08C4-FD0E-4EA3-8B53-0F674FFFE4BD}"/>
              </a:ext>
            </a:extLst>
          </p:cNvPr>
          <p:cNvGrpSpPr/>
          <p:nvPr/>
        </p:nvGrpSpPr>
        <p:grpSpPr>
          <a:xfrm>
            <a:off x="1052542" y="2614878"/>
            <a:ext cx="2949900" cy="937797"/>
            <a:chOff x="1413933" y="2780928"/>
            <a:chExt cx="5030275" cy="1248958"/>
          </a:xfrm>
        </p:grpSpPr>
        <p:sp>
          <p:nvSpPr>
            <p:cNvPr id="62" name="자유형 10">
              <a:extLst>
                <a:ext uri="{FF2B5EF4-FFF2-40B4-BE49-F238E27FC236}">
                  <a16:creationId xmlns:a16="http://schemas.microsoft.com/office/drawing/2014/main" id="{1414ED20-0E3B-4642-9AE6-452F5986E6D0}"/>
                </a:ext>
              </a:extLst>
            </p:cNvPr>
            <p:cNvSpPr/>
            <p:nvPr/>
          </p:nvSpPr>
          <p:spPr>
            <a:xfrm>
              <a:off x="1413933" y="2780928"/>
              <a:ext cx="5030275" cy="1208046"/>
            </a:xfrm>
            <a:custGeom>
              <a:avLst/>
              <a:gdLst>
                <a:gd name="connsiteX0" fmla="*/ 0 w 6477000"/>
                <a:gd name="connsiteY0" fmla="*/ 1208046 h 1208046"/>
                <a:gd name="connsiteX1" fmla="*/ 33867 w 6477000"/>
                <a:gd name="connsiteY1" fmla="*/ 1157246 h 1208046"/>
                <a:gd name="connsiteX2" fmla="*/ 67734 w 6477000"/>
                <a:gd name="connsiteY2" fmla="*/ 1140313 h 1208046"/>
                <a:gd name="connsiteX3" fmla="*/ 101600 w 6477000"/>
                <a:gd name="connsiteY3" fmla="*/ 1072580 h 1208046"/>
                <a:gd name="connsiteX4" fmla="*/ 118534 w 6477000"/>
                <a:gd name="connsiteY4" fmla="*/ 1055646 h 1208046"/>
                <a:gd name="connsiteX5" fmla="*/ 152400 w 6477000"/>
                <a:gd name="connsiteY5" fmla="*/ 937113 h 1208046"/>
                <a:gd name="connsiteX6" fmla="*/ 169334 w 6477000"/>
                <a:gd name="connsiteY6" fmla="*/ 903246 h 1208046"/>
                <a:gd name="connsiteX7" fmla="*/ 203200 w 6477000"/>
                <a:gd name="connsiteY7" fmla="*/ 818580 h 1208046"/>
                <a:gd name="connsiteX8" fmla="*/ 220134 w 6477000"/>
                <a:gd name="connsiteY8" fmla="*/ 801646 h 1208046"/>
                <a:gd name="connsiteX9" fmla="*/ 237067 w 6477000"/>
                <a:gd name="connsiteY9" fmla="*/ 750846 h 1208046"/>
                <a:gd name="connsiteX10" fmla="*/ 304800 w 6477000"/>
                <a:gd name="connsiteY10" fmla="*/ 750846 h 1208046"/>
                <a:gd name="connsiteX11" fmla="*/ 321734 w 6477000"/>
                <a:gd name="connsiteY11" fmla="*/ 767780 h 1208046"/>
                <a:gd name="connsiteX12" fmla="*/ 355600 w 6477000"/>
                <a:gd name="connsiteY12" fmla="*/ 784713 h 1208046"/>
                <a:gd name="connsiteX13" fmla="*/ 508000 w 6477000"/>
                <a:gd name="connsiteY13" fmla="*/ 750846 h 1208046"/>
                <a:gd name="connsiteX14" fmla="*/ 575734 w 6477000"/>
                <a:gd name="connsiteY14" fmla="*/ 716980 h 1208046"/>
                <a:gd name="connsiteX15" fmla="*/ 643467 w 6477000"/>
                <a:gd name="connsiteY15" fmla="*/ 683113 h 1208046"/>
                <a:gd name="connsiteX16" fmla="*/ 677334 w 6477000"/>
                <a:gd name="connsiteY16" fmla="*/ 666180 h 1208046"/>
                <a:gd name="connsiteX17" fmla="*/ 762000 w 6477000"/>
                <a:gd name="connsiteY17" fmla="*/ 615380 h 1208046"/>
                <a:gd name="connsiteX18" fmla="*/ 778934 w 6477000"/>
                <a:gd name="connsiteY18" fmla="*/ 598446 h 1208046"/>
                <a:gd name="connsiteX19" fmla="*/ 812800 w 6477000"/>
                <a:gd name="connsiteY19" fmla="*/ 581513 h 1208046"/>
                <a:gd name="connsiteX20" fmla="*/ 965200 w 6477000"/>
                <a:gd name="connsiteY20" fmla="*/ 598446 h 1208046"/>
                <a:gd name="connsiteX21" fmla="*/ 1032934 w 6477000"/>
                <a:gd name="connsiteY21" fmla="*/ 615380 h 1208046"/>
                <a:gd name="connsiteX22" fmla="*/ 1202267 w 6477000"/>
                <a:gd name="connsiteY22" fmla="*/ 598446 h 1208046"/>
                <a:gd name="connsiteX23" fmla="*/ 1270000 w 6477000"/>
                <a:gd name="connsiteY23" fmla="*/ 564580 h 1208046"/>
                <a:gd name="connsiteX24" fmla="*/ 1303867 w 6477000"/>
                <a:gd name="connsiteY24" fmla="*/ 547646 h 1208046"/>
                <a:gd name="connsiteX25" fmla="*/ 1354667 w 6477000"/>
                <a:gd name="connsiteY25" fmla="*/ 530713 h 1208046"/>
                <a:gd name="connsiteX26" fmla="*/ 1388534 w 6477000"/>
                <a:gd name="connsiteY26" fmla="*/ 513780 h 1208046"/>
                <a:gd name="connsiteX27" fmla="*/ 1557867 w 6477000"/>
                <a:gd name="connsiteY27" fmla="*/ 496846 h 1208046"/>
                <a:gd name="connsiteX28" fmla="*/ 1964267 w 6477000"/>
                <a:gd name="connsiteY28" fmla="*/ 462980 h 1208046"/>
                <a:gd name="connsiteX29" fmla="*/ 2082800 w 6477000"/>
                <a:gd name="connsiteY29" fmla="*/ 412180 h 1208046"/>
                <a:gd name="connsiteX30" fmla="*/ 2133600 w 6477000"/>
                <a:gd name="connsiteY30" fmla="*/ 361380 h 1208046"/>
                <a:gd name="connsiteX31" fmla="*/ 2150534 w 6477000"/>
                <a:gd name="connsiteY31" fmla="*/ 344446 h 1208046"/>
                <a:gd name="connsiteX32" fmla="*/ 2201334 w 6477000"/>
                <a:gd name="connsiteY32" fmla="*/ 310580 h 1208046"/>
                <a:gd name="connsiteX33" fmla="*/ 2455334 w 6477000"/>
                <a:gd name="connsiteY33" fmla="*/ 327513 h 1208046"/>
                <a:gd name="connsiteX34" fmla="*/ 2489200 w 6477000"/>
                <a:gd name="connsiteY34" fmla="*/ 361380 h 1208046"/>
                <a:gd name="connsiteX35" fmla="*/ 2624667 w 6477000"/>
                <a:gd name="connsiteY35" fmla="*/ 378313 h 1208046"/>
                <a:gd name="connsiteX36" fmla="*/ 2726267 w 6477000"/>
                <a:gd name="connsiteY36" fmla="*/ 395246 h 1208046"/>
                <a:gd name="connsiteX37" fmla="*/ 2980267 w 6477000"/>
                <a:gd name="connsiteY37" fmla="*/ 378313 h 1208046"/>
                <a:gd name="connsiteX38" fmla="*/ 3149600 w 6477000"/>
                <a:gd name="connsiteY38" fmla="*/ 344446 h 1208046"/>
                <a:gd name="connsiteX39" fmla="*/ 3183467 w 6477000"/>
                <a:gd name="connsiteY39" fmla="*/ 327513 h 1208046"/>
                <a:gd name="connsiteX40" fmla="*/ 3420534 w 6477000"/>
                <a:gd name="connsiteY40" fmla="*/ 344446 h 1208046"/>
                <a:gd name="connsiteX41" fmla="*/ 3589867 w 6477000"/>
                <a:gd name="connsiteY41" fmla="*/ 378313 h 1208046"/>
                <a:gd name="connsiteX42" fmla="*/ 3674534 w 6477000"/>
                <a:gd name="connsiteY42" fmla="*/ 395246 h 1208046"/>
                <a:gd name="connsiteX43" fmla="*/ 3877734 w 6477000"/>
                <a:gd name="connsiteY43" fmla="*/ 429113 h 1208046"/>
                <a:gd name="connsiteX44" fmla="*/ 4047067 w 6477000"/>
                <a:gd name="connsiteY44" fmla="*/ 462980 h 1208046"/>
                <a:gd name="connsiteX45" fmla="*/ 4284134 w 6477000"/>
                <a:gd name="connsiteY45" fmla="*/ 446046 h 1208046"/>
                <a:gd name="connsiteX46" fmla="*/ 4402667 w 6477000"/>
                <a:gd name="connsiteY46" fmla="*/ 412180 h 1208046"/>
                <a:gd name="connsiteX47" fmla="*/ 4436534 w 6477000"/>
                <a:gd name="connsiteY47" fmla="*/ 395246 h 1208046"/>
                <a:gd name="connsiteX48" fmla="*/ 4521200 w 6477000"/>
                <a:gd name="connsiteY48" fmla="*/ 378313 h 1208046"/>
                <a:gd name="connsiteX49" fmla="*/ 4605867 w 6477000"/>
                <a:gd name="connsiteY49" fmla="*/ 395246 h 1208046"/>
                <a:gd name="connsiteX50" fmla="*/ 4673600 w 6477000"/>
                <a:gd name="connsiteY50" fmla="*/ 412180 h 1208046"/>
                <a:gd name="connsiteX51" fmla="*/ 4859867 w 6477000"/>
                <a:gd name="connsiteY51" fmla="*/ 395246 h 1208046"/>
                <a:gd name="connsiteX52" fmla="*/ 4978400 w 6477000"/>
                <a:gd name="connsiteY52" fmla="*/ 361380 h 1208046"/>
                <a:gd name="connsiteX53" fmla="*/ 5080000 w 6477000"/>
                <a:gd name="connsiteY53" fmla="*/ 310580 h 1208046"/>
                <a:gd name="connsiteX54" fmla="*/ 5096934 w 6477000"/>
                <a:gd name="connsiteY54" fmla="*/ 293646 h 1208046"/>
                <a:gd name="connsiteX55" fmla="*/ 5130800 w 6477000"/>
                <a:gd name="connsiteY55" fmla="*/ 276713 h 1208046"/>
                <a:gd name="connsiteX56" fmla="*/ 5164667 w 6477000"/>
                <a:gd name="connsiteY56" fmla="*/ 242846 h 1208046"/>
                <a:gd name="connsiteX57" fmla="*/ 5181600 w 6477000"/>
                <a:gd name="connsiteY57" fmla="*/ 208980 h 1208046"/>
                <a:gd name="connsiteX58" fmla="*/ 5232400 w 6477000"/>
                <a:gd name="connsiteY58" fmla="*/ 192046 h 1208046"/>
                <a:gd name="connsiteX59" fmla="*/ 5401734 w 6477000"/>
                <a:gd name="connsiteY59" fmla="*/ 141246 h 1208046"/>
                <a:gd name="connsiteX60" fmla="*/ 5486400 w 6477000"/>
                <a:gd name="connsiteY60" fmla="*/ 107380 h 1208046"/>
                <a:gd name="connsiteX61" fmla="*/ 5537200 w 6477000"/>
                <a:gd name="connsiteY61" fmla="*/ 90446 h 1208046"/>
                <a:gd name="connsiteX62" fmla="*/ 5638800 w 6477000"/>
                <a:gd name="connsiteY62" fmla="*/ 107380 h 1208046"/>
                <a:gd name="connsiteX63" fmla="*/ 5672667 w 6477000"/>
                <a:gd name="connsiteY63" fmla="*/ 124313 h 1208046"/>
                <a:gd name="connsiteX64" fmla="*/ 5723467 w 6477000"/>
                <a:gd name="connsiteY64" fmla="*/ 141246 h 1208046"/>
                <a:gd name="connsiteX65" fmla="*/ 5757334 w 6477000"/>
                <a:gd name="connsiteY65" fmla="*/ 158180 h 1208046"/>
                <a:gd name="connsiteX66" fmla="*/ 5926667 w 6477000"/>
                <a:gd name="connsiteY66" fmla="*/ 175113 h 1208046"/>
                <a:gd name="connsiteX67" fmla="*/ 5994400 w 6477000"/>
                <a:gd name="connsiteY67" fmla="*/ 141246 h 1208046"/>
                <a:gd name="connsiteX68" fmla="*/ 6011334 w 6477000"/>
                <a:gd name="connsiteY68" fmla="*/ 124313 h 1208046"/>
                <a:gd name="connsiteX69" fmla="*/ 6079067 w 6477000"/>
                <a:gd name="connsiteY69" fmla="*/ 90446 h 1208046"/>
                <a:gd name="connsiteX70" fmla="*/ 6180667 w 6477000"/>
                <a:gd name="connsiteY70" fmla="*/ 39646 h 1208046"/>
                <a:gd name="connsiteX71" fmla="*/ 6316134 w 6477000"/>
                <a:gd name="connsiteY71" fmla="*/ 5780 h 1208046"/>
                <a:gd name="connsiteX72" fmla="*/ 6477000 w 6477000"/>
                <a:gd name="connsiteY72" fmla="*/ 5780 h 120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6477000" h="1208046">
                  <a:moveTo>
                    <a:pt x="0" y="1208046"/>
                  </a:moveTo>
                  <a:cubicBezTo>
                    <a:pt x="11289" y="1191113"/>
                    <a:pt x="19476" y="1171637"/>
                    <a:pt x="33867" y="1157246"/>
                  </a:cubicBezTo>
                  <a:cubicBezTo>
                    <a:pt x="42792" y="1148321"/>
                    <a:pt x="59849" y="1150169"/>
                    <a:pt x="67734" y="1140313"/>
                  </a:cubicBezTo>
                  <a:cubicBezTo>
                    <a:pt x="83503" y="1120602"/>
                    <a:pt x="83751" y="1090429"/>
                    <a:pt x="101600" y="1072580"/>
                  </a:cubicBezTo>
                  <a:lnTo>
                    <a:pt x="118534" y="1055646"/>
                  </a:lnTo>
                  <a:cubicBezTo>
                    <a:pt x="129237" y="1012832"/>
                    <a:pt x="136206" y="977598"/>
                    <a:pt x="152400" y="937113"/>
                  </a:cubicBezTo>
                  <a:cubicBezTo>
                    <a:pt x="157088" y="925394"/>
                    <a:pt x="164646" y="914965"/>
                    <a:pt x="169334" y="903246"/>
                  </a:cubicBezTo>
                  <a:cubicBezTo>
                    <a:pt x="183103" y="868824"/>
                    <a:pt x="183344" y="848364"/>
                    <a:pt x="203200" y="818580"/>
                  </a:cubicBezTo>
                  <a:cubicBezTo>
                    <a:pt x="207628" y="811938"/>
                    <a:pt x="214489" y="807291"/>
                    <a:pt x="220134" y="801646"/>
                  </a:cubicBezTo>
                  <a:cubicBezTo>
                    <a:pt x="225778" y="784713"/>
                    <a:pt x="226357" y="765125"/>
                    <a:pt x="237067" y="750846"/>
                  </a:cubicBezTo>
                  <a:cubicBezTo>
                    <a:pt x="259645" y="720743"/>
                    <a:pt x="282223" y="735794"/>
                    <a:pt x="304800" y="750846"/>
                  </a:cubicBezTo>
                  <a:cubicBezTo>
                    <a:pt x="311442" y="755274"/>
                    <a:pt x="315092" y="763352"/>
                    <a:pt x="321734" y="767780"/>
                  </a:cubicBezTo>
                  <a:cubicBezTo>
                    <a:pt x="332235" y="774781"/>
                    <a:pt x="344311" y="779069"/>
                    <a:pt x="355600" y="784713"/>
                  </a:cubicBezTo>
                  <a:cubicBezTo>
                    <a:pt x="378600" y="780113"/>
                    <a:pt x="480662" y="761098"/>
                    <a:pt x="508000" y="750846"/>
                  </a:cubicBezTo>
                  <a:cubicBezTo>
                    <a:pt x="531636" y="741983"/>
                    <a:pt x="553156" y="728269"/>
                    <a:pt x="575734" y="716980"/>
                  </a:cubicBezTo>
                  <a:lnTo>
                    <a:pt x="643467" y="683113"/>
                  </a:lnTo>
                  <a:lnTo>
                    <a:pt x="677334" y="666180"/>
                  </a:lnTo>
                  <a:cubicBezTo>
                    <a:pt x="712116" y="631396"/>
                    <a:pt x="687127" y="652816"/>
                    <a:pt x="762000" y="615380"/>
                  </a:cubicBezTo>
                  <a:cubicBezTo>
                    <a:pt x="769140" y="611810"/>
                    <a:pt x="772292" y="602874"/>
                    <a:pt x="778934" y="598446"/>
                  </a:cubicBezTo>
                  <a:cubicBezTo>
                    <a:pt x="789435" y="591445"/>
                    <a:pt x="801511" y="587157"/>
                    <a:pt x="812800" y="581513"/>
                  </a:cubicBezTo>
                  <a:cubicBezTo>
                    <a:pt x="863600" y="587157"/>
                    <a:pt x="914682" y="590674"/>
                    <a:pt x="965200" y="598446"/>
                  </a:cubicBezTo>
                  <a:cubicBezTo>
                    <a:pt x="988202" y="601985"/>
                    <a:pt x="1009661" y="615380"/>
                    <a:pt x="1032934" y="615380"/>
                  </a:cubicBezTo>
                  <a:cubicBezTo>
                    <a:pt x="1089660" y="615380"/>
                    <a:pt x="1145823" y="604091"/>
                    <a:pt x="1202267" y="598446"/>
                  </a:cubicBezTo>
                  <a:lnTo>
                    <a:pt x="1270000" y="564580"/>
                  </a:lnTo>
                  <a:cubicBezTo>
                    <a:pt x="1281289" y="558935"/>
                    <a:pt x="1291893" y="551637"/>
                    <a:pt x="1303867" y="547646"/>
                  </a:cubicBezTo>
                  <a:cubicBezTo>
                    <a:pt x="1320800" y="542002"/>
                    <a:pt x="1338094" y="537342"/>
                    <a:pt x="1354667" y="530713"/>
                  </a:cubicBezTo>
                  <a:cubicBezTo>
                    <a:pt x="1366386" y="526026"/>
                    <a:pt x="1376084" y="515855"/>
                    <a:pt x="1388534" y="513780"/>
                  </a:cubicBezTo>
                  <a:cubicBezTo>
                    <a:pt x="1444488" y="504454"/>
                    <a:pt x="1501488" y="503110"/>
                    <a:pt x="1557867" y="496846"/>
                  </a:cubicBezTo>
                  <a:cubicBezTo>
                    <a:pt x="1847460" y="464669"/>
                    <a:pt x="1519985" y="490747"/>
                    <a:pt x="1964267" y="462980"/>
                  </a:cubicBezTo>
                  <a:cubicBezTo>
                    <a:pt x="1994624" y="452860"/>
                    <a:pt x="2061878" y="433102"/>
                    <a:pt x="2082800" y="412180"/>
                  </a:cubicBezTo>
                  <a:lnTo>
                    <a:pt x="2133600" y="361380"/>
                  </a:lnTo>
                  <a:cubicBezTo>
                    <a:pt x="2139245" y="355735"/>
                    <a:pt x="2143394" y="348016"/>
                    <a:pt x="2150534" y="344446"/>
                  </a:cubicBezTo>
                  <a:cubicBezTo>
                    <a:pt x="2191540" y="323943"/>
                    <a:pt x="2175475" y="336437"/>
                    <a:pt x="2201334" y="310580"/>
                  </a:cubicBezTo>
                  <a:cubicBezTo>
                    <a:pt x="2286001" y="316224"/>
                    <a:pt x="2371771" y="312766"/>
                    <a:pt x="2455334" y="327513"/>
                  </a:cubicBezTo>
                  <a:cubicBezTo>
                    <a:pt x="2471056" y="330287"/>
                    <a:pt x="2473908" y="356793"/>
                    <a:pt x="2489200" y="361380"/>
                  </a:cubicBezTo>
                  <a:cubicBezTo>
                    <a:pt x="2532788" y="374456"/>
                    <a:pt x="2579617" y="371877"/>
                    <a:pt x="2624667" y="378313"/>
                  </a:cubicBezTo>
                  <a:cubicBezTo>
                    <a:pt x="2658656" y="383168"/>
                    <a:pt x="2692400" y="389602"/>
                    <a:pt x="2726267" y="395246"/>
                  </a:cubicBezTo>
                  <a:cubicBezTo>
                    <a:pt x="2810934" y="389602"/>
                    <a:pt x="2895761" y="385995"/>
                    <a:pt x="2980267" y="378313"/>
                  </a:cubicBezTo>
                  <a:cubicBezTo>
                    <a:pt x="3050826" y="371899"/>
                    <a:pt x="3090293" y="368169"/>
                    <a:pt x="3149600" y="344446"/>
                  </a:cubicBezTo>
                  <a:cubicBezTo>
                    <a:pt x="3161319" y="339759"/>
                    <a:pt x="3172178" y="333157"/>
                    <a:pt x="3183467" y="327513"/>
                  </a:cubicBezTo>
                  <a:cubicBezTo>
                    <a:pt x="3262489" y="333157"/>
                    <a:pt x="3341922" y="334620"/>
                    <a:pt x="3420534" y="344446"/>
                  </a:cubicBezTo>
                  <a:cubicBezTo>
                    <a:pt x="3477652" y="351586"/>
                    <a:pt x="3533423" y="367024"/>
                    <a:pt x="3589867" y="378313"/>
                  </a:cubicBezTo>
                  <a:lnTo>
                    <a:pt x="3674534" y="395246"/>
                  </a:lnTo>
                  <a:cubicBezTo>
                    <a:pt x="3741868" y="408713"/>
                    <a:pt x="3812590" y="407399"/>
                    <a:pt x="3877734" y="429113"/>
                  </a:cubicBezTo>
                  <a:cubicBezTo>
                    <a:pt x="3966398" y="458667"/>
                    <a:pt x="3910864" y="443522"/>
                    <a:pt x="4047067" y="462980"/>
                  </a:cubicBezTo>
                  <a:cubicBezTo>
                    <a:pt x="4126089" y="457335"/>
                    <a:pt x="4205395" y="454795"/>
                    <a:pt x="4284134" y="446046"/>
                  </a:cubicBezTo>
                  <a:cubicBezTo>
                    <a:pt x="4306365" y="443576"/>
                    <a:pt x="4377968" y="422060"/>
                    <a:pt x="4402667" y="412180"/>
                  </a:cubicBezTo>
                  <a:cubicBezTo>
                    <a:pt x="4414386" y="407492"/>
                    <a:pt x="4424398" y="398713"/>
                    <a:pt x="4436534" y="395246"/>
                  </a:cubicBezTo>
                  <a:cubicBezTo>
                    <a:pt x="4464207" y="387339"/>
                    <a:pt x="4492978" y="383957"/>
                    <a:pt x="4521200" y="378313"/>
                  </a:cubicBezTo>
                  <a:cubicBezTo>
                    <a:pt x="4549422" y="383957"/>
                    <a:pt x="4577771" y="389002"/>
                    <a:pt x="4605867" y="395246"/>
                  </a:cubicBezTo>
                  <a:cubicBezTo>
                    <a:pt x="4628585" y="400295"/>
                    <a:pt x="4650327" y="412180"/>
                    <a:pt x="4673600" y="412180"/>
                  </a:cubicBezTo>
                  <a:cubicBezTo>
                    <a:pt x="4735945" y="412180"/>
                    <a:pt x="4797778" y="400891"/>
                    <a:pt x="4859867" y="395246"/>
                  </a:cubicBezTo>
                  <a:cubicBezTo>
                    <a:pt x="4894236" y="386654"/>
                    <a:pt x="4944392" y="375955"/>
                    <a:pt x="4978400" y="361380"/>
                  </a:cubicBezTo>
                  <a:lnTo>
                    <a:pt x="5080000" y="310580"/>
                  </a:lnTo>
                  <a:cubicBezTo>
                    <a:pt x="5087140" y="307010"/>
                    <a:pt x="5090292" y="298074"/>
                    <a:pt x="5096934" y="293646"/>
                  </a:cubicBezTo>
                  <a:cubicBezTo>
                    <a:pt x="5107435" y="286645"/>
                    <a:pt x="5120703" y="284286"/>
                    <a:pt x="5130800" y="276713"/>
                  </a:cubicBezTo>
                  <a:cubicBezTo>
                    <a:pt x="5143572" y="267134"/>
                    <a:pt x="5157527" y="257126"/>
                    <a:pt x="5164667" y="242846"/>
                  </a:cubicBezTo>
                  <a:cubicBezTo>
                    <a:pt x="5170311" y="231557"/>
                    <a:pt x="5171503" y="216553"/>
                    <a:pt x="5181600" y="208980"/>
                  </a:cubicBezTo>
                  <a:cubicBezTo>
                    <a:pt x="5195879" y="198270"/>
                    <a:pt x="5215994" y="199077"/>
                    <a:pt x="5232400" y="192046"/>
                  </a:cubicBezTo>
                  <a:cubicBezTo>
                    <a:pt x="5389953" y="124524"/>
                    <a:pt x="5194837" y="187224"/>
                    <a:pt x="5401734" y="141246"/>
                  </a:cubicBezTo>
                  <a:cubicBezTo>
                    <a:pt x="5464915" y="127206"/>
                    <a:pt x="5436281" y="127428"/>
                    <a:pt x="5486400" y="107380"/>
                  </a:cubicBezTo>
                  <a:cubicBezTo>
                    <a:pt x="5502973" y="100751"/>
                    <a:pt x="5520267" y="96091"/>
                    <a:pt x="5537200" y="90446"/>
                  </a:cubicBezTo>
                  <a:cubicBezTo>
                    <a:pt x="5571067" y="96091"/>
                    <a:pt x="5605491" y="99053"/>
                    <a:pt x="5638800" y="107380"/>
                  </a:cubicBezTo>
                  <a:cubicBezTo>
                    <a:pt x="5651045" y="110441"/>
                    <a:pt x="5660948" y="119626"/>
                    <a:pt x="5672667" y="124313"/>
                  </a:cubicBezTo>
                  <a:cubicBezTo>
                    <a:pt x="5689240" y="130942"/>
                    <a:pt x="5706894" y="134617"/>
                    <a:pt x="5723467" y="141246"/>
                  </a:cubicBezTo>
                  <a:cubicBezTo>
                    <a:pt x="5735186" y="145934"/>
                    <a:pt x="5744884" y="156105"/>
                    <a:pt x="5757334" y="158180"/>
                  </a:cubicBezTo>
                  <a:cubicBezTo>
                    <a:pt x="5813288" y="167506"/>
                    <a:pt x="5870223" y="169469"/>
                    <a:pt x="5926667" y="175113"/>
                  </a:cubicBezTo>
                  <a:cubicBezTo>
                    <a:pt x="5949245" y="163824"/>
                    <a:pt x="5976550" y="159095"/>
                    <a:pt x="5994400" y="141246"/>
                  </a:cubicBezTo>
                  <a:cubicBezTo>
                    <a:pt x="6000045" y="135602"/>
                    <a:pt x="6004489" y="128420"/>
                    <a:pt x="6011334" y="124313"/>
                  </a:cubicBezTo>
                  <a:cubicBezTo>
                    <a:pt x="6032979" y="111326"/>
                    <a:pt x="6056489" y="101735"/>
                    <a:pt x="6079067" y="90446"/>
                  </a:cubicBezTo>
                  <a:lnTo>
                    <a:pt x="6180667" y="39646"/>
                  </a:lnTo>
                  <a:cubicBezTo>
                    <a:pt x="6222298" y="18830"/>
                    <a:pt x="6270978" y="17069"/>
                    <a:pt x="6316134" y="5780"/>
                  </a:cubicBezTo>
                  <a:cubicBezTo>
                    <a:pt x="6368155" y="-7225"/>
                    <a:pt x="6423378" y="5780"/>
                    <a:pt x="6477000" y="5780"/>
                  </a:cubicBezTo>
                </a:path>
              </a:pathLst>
            </a:custGeom>
            <a:ln w="12700">
              <a:solidFill>
                <a:srgbClr val="FF6600"/>
              </a:solidFill>
            </a:ln>
          </p:spPr>
          <p:style>
            <a:lnRef idx="1">
              <a:schemeClr val="accent6"/>
            </a:lnRef>
            <a:fillRef idx="0">
              <a:schemeClr val="accent6"/>
            </a:fillRef>
            <a:effectRef idx="0">
              <a:schemeClr val="accent6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4" name="자유형 11">
              <a:extLst>
                <a:ext uri="{FF2B5EF4-FFF2-40B4-BE49-F238E27FC236}">
                  <a16:creationId xmlns:a16="http://schemas.microsoft.com/office/drawing/2014/main" id="{68FF87AC-294F-406A-A503-598BE40434BB}"/>
                </a:ext>
              </a:extLst>
            </p:cNvPr>
            <p:cNvSpPr/>
            <p:nvPr/>
          </p:nvSpPr>
          <p:spPr>
            <a:xfrm>
              <a:off x="1413933" y="2996952"/>
              <a:ext cx="5030275" cy="1032934"/>
            </a:xfrm>
            <a:custGeom>
              <a:avLst/>
              <a:gdLst>
                <a:gd name="connsiteX0" fmla="*/ 0 w 6502400"/>
                <a:gd name="connsiteY0" fmla="*/ 1032934 h 1032934"/>
                <a:gd name="connsiteX1" fmla="*/ 50800 w 6502400"/>
                <a:gd name="connsiteY1" fmla="*/ 999067 h 1032934"/>
                <a:gd name="connsiteX2" fmla="*/ 84667 w 6502400"/>
                <a:gd name="connsiteY2" fmla="*/ 931334 h 1032934"/>
                <a:gd name="connsiteX3" fmla="*/ 101600 w 6502400"/>
                <a:gd name="connsiteY3" fmla="*/ 914400 h 1032934"/>
                <a:gd name="connsiteX4" fmla="*/ 152400 w 6502400"/>
                <a:gd name="connsiteY4" fmla="*/ 812800 h 1032934"/>
                <a:gd name="connsiteX5" fmla="*/ 186267 w 6502400"/>
                <a:gd name="connsiteY5" fmla="*/ 728134 h 1032934"/>
                <a:gd name="connsiteX6" fmla="*/ 203200 w 6502400"/>
                <a:gd name="connsiteY6" fmla="*/ 711200 h 1032934"/>
                <a:gd name="connsiteX7" fmla="*/ 237067 w 6502400"/>
                <a:gd name="connsiteY7" fmla="*/ 609600 h 1032934"/>
                <a:gd name="connsiteX8" fmla="*/ 287867 w 6502400"/>
                <a:gd name="connsiteY8" fmla="*/ 372534 h 1032934"/>
                <a:gd name="connsiteX9" fmla="*/ 355600 w 6502400"/>
                <a:gd name="connsiteY9" fmla="*/ 406400 h 1032934"/>
                <a:gd name="connsiteX10" fmla="*/ 372534 w 6502400"/>
                <a:gd name="connsiteY10" fmla="*/ 423334 h 1032934"/>
                <a:gd name="connsiteX11" fmla="*/ 406400 w 6502400"/>
                <a:gd name="connsiteY11" fmla="*/ 440267 h 1032934"/>
                <a:gd name="connsiteX12" fmla="*/ 457200 w 6502400"/>
                <a:gd name="connsiteY12" fmla="*/ 474134 h 1032934"/>
                <a:gd name="connsiteX13" fmla="*/ 558800 w 6502400"/>
                <a:gd name="connsiteY13" fmla="*/ 491067 h 1032934"/>
                <a:gd name="connsiteX14" fmla="*/ 592667 w 6502400"/>
                <a:gd name="connsiteY14" fmla="*/ 508000 h 1032934"/>
                <a:gd name="connsiteX15" fmla="*/ 609600 w 6502400"/>
                <a:gd name="connsiteY15" fmla="*/ 524934 h 1032934"/>
                <a:gd name="connsiteX16" fmla="*/ 643467 w 6502400"/>
                <a:gd name="connsiteY16" fmla="*/ 541867 h 1032934"/>
                <a:gd name="connsiteX17" fmla="*/ 660400 w 6502400"/>
                <a:gd name="connsiteY17" fmla="*/ 575734 h 1032934"/>
                <a:gd name="connsiteX18" fmla="*/ 711200 w 6502400"/>
                <a:gd name="connsiteY18" fmla="*/ 609600 h 1032934"/>
                <a:gd name="connsiteX19" fmla="*/ 880534 w 6502400"/>
                <a:gd name="connsiteY19" fmla="*/ 575734 h 1032934"/>
                <a:gd name="connsiteX20" fmla="*/ 897467 w 6502400"/>
                <a:gd name="connsiteY20" fmla="*/ 558800 h 1032934"/>
                <a:gd name="connsiteX21" fmla="*/ 982134 w 6502400"/>
                <a:gd name="connsiteY21" fmla="*/ 508000 h 1032934"/>
                <a:gd name="connsiteX22" fmla="*/ 999067 w 6502400"/>
                <a:gd name="connsiteY22" fmla="*/ 474134 h 1032934"/>
                <a:gd name="connsiteX23" fmla="*/ 1151467 w 6502400"/>
                <a:gd name="connsiteY23" fmla="*/ 457200 h 1032934"/>
                <a:gd name="connsiteX24" fmla="*/ 1405467 w 6502400"/>
                <a:gd name="connsiteY24" fmla="*/ 457200 h 1032934"/>
                <a:gd name="connsiteX25" fmla="*/ 1490134 w 6502400"/>
                <a:gd name="connsiteY25" fmla="*/ 406400 h 1032934"/>
                <a:gd name="connsiteX26" fmla="*/ 1507067 w 6502400"/>
                <a:gd name="connsiteY26" fmla="*/ 372534 h 1032934"/>
                <a:gd name="connsiteX27" fmla="*/ 1540934 w 6502400"/>
                <a:gd name="connsiteY27" fmla="*/ 338667 h 1032934"/>
                <a:gd name="connsiteX28" fmla="*/ 1625600 w 6502400"/>
                <a:gd name="connsiteY28" fmla="*/ 220134 h 1032934"/>
                <a:gd name="connsiteX29" fmla="*/ 1642534 w 6502400"/>
                <a:gd name="connsiteY29" fmla="*/ 203200 h 1032934"/>
                <a:gd name="connsiteX30" fmla="*/ 1693334 w 6502400"/>
                <a:gd name="connsiteY30" fmla="*/ 186267 h 1032934"/>
                <a:gd name="connsiteX31" fmla="*/ 1947334 w 6502400"/>
                <a:gd name="connsiteY31" fmla="*/ 203200 h 1032934"/>
                <a:gd name="connsiteX32" fmla="*/ 1964267 w 6502400"/>
                <a:gd name="connsiteY32" fmla="*/ 220134 h 1032934"/>
                <a:gd name="connsiteX33" fmla="*/ 1981200 w 6502400"/>
                <a:gd name="connsiteY33" fmla="*/ 254000 h 1032934"/>
                <a:gd name="connsiteX34" fmla="*/ 1998134 w 6502400"/>
                <a:gd name="connsiteY34" fmla="*/ 270934 h 1032934"/>
                <a:gd name="connsiteX35" fmla="*/ 2015067 w 6502400"/>
                <a:gd name="connsiteY35" fmla="*/ 304800 h 1032934"/>
                <a:gd name="connsiteX36" fmla="*/ 2032000 w 6502400"/>
                <a:gd name="connsiteY36" fmla="*/ 321734 h 1032934"/>
                <a:gd name="connsiteX37" fmla="*/ 2099734 w 6502400"/>
                <a:gd name="connsiteY37" fmla="*/ 355600 h 1032934"/>
                <a:gd name="connsiteX38" fmla="*/ 2116667 w 6502400"/>
                <a:gd name="connsiteY38" fmla="*/ 372534 h 1032934"/>
                <a:gd name="connsiteX39" fmla="*/ 2184400 w 6502400"/>
                <a:gd name="connsiteY39" fmla="*/ 355600 h 1032934"/>
                <a:gd name="connsiteX40" fmla="*/ 2269067 w 6502400"/>
                <a:gd name="connsiteY40" fmla="*/ 321734 h 1032934"/>
                <a:gd name="connsiteX41" fmla="*/ 2319867 w 6502400"/>
                <a:gd name="connsiteY41" fmla="*/ 304800 h 1032934"/>
                <a:gd name="connsiteX42" fmla="*/ 2387600 w 6502400"/>
                <a:gd name="connsiteY42" fmla="*/ 270934 h 1032934"/>
                <a:gd name="connsiteX43" fmla="*/ 2489200 w 6502400"/>
                <a:gd name="connsiteY43" fmla="*/ 220134 h 1032934"/>
                <a:gd name="connsiteX44" fmla="*/ 2506134 w 6502400"/>
                <a:gd name="connsiteY44" fmla="*/ 203200 h 1032934"/>
                <a:gd name="connsiteX45" fmla="*/ 2540000 w 6502400"/>
                <a:gd name="connsiteY45" fmla="*/ 186267 h 1032934"/>
                <a:gd name="connsiteX46" fmla="*/ 2573867 w 6502400"/>
                <a:gd name="connsiteY46" fmla="*/ 152400 h 1032934"/>
                <a:gd name="connsiteX47" fmla="*/ 2641600 w 6502400"/>
                <a:gd name="connsiteY47" fmla="*/ 118534 h 1032934"/>
                <a:gd name="connsiteX48" fmla="*/ 2658534 w 6502400"/>
                <a:gd name="connsiteY48" fmla="*/ 101600 h 1032934"/>
                <a:gd name="connsiteX49" fmla="*/ 2777067 w 6502400"/>
                <a:gd name="connsiteY49" fmla="*/ 84667 h 1032934"/>
                <a:gd name="connsiteX50" fmla="*/ 2844800 w 6502400"/>
                <a:gd name="connsiteY50" fmla="*/ 101600 h 1032934"/>
                <a:gd name="connsiteX51" fmla="*/ 2861734 w 6502400"/>
                <a:gd name="connsiteY51" fmla="*/ 118534 h 1032934"/>
                <a:gd name="connsiteX52" fmla="*/ 2929467 w 6502400"/>
                <a:gd name="connsiteY52" fmla="*/ 152400 h 1032934"/>
                <a:gd name="connsiteX53" fmla="*/ 2963334 w 6502400"/>
                <a:gd name="connsiteY53" fmla="*/ 169334 h 1032934"/>
                <a:gd name="connsiteX54" fmla="*/ 2997200 w 6502400"/>
                <a:gd name="connsiteY54" fmla="*/ 186267 h 1032934"/>
                <a:gd name="connsiteX55" fmla="*/ 3014134 w 6502400"/>
                <a:gd name="connsiteY55" fmla="*/ 203200 h 1032934"/>
                <a:gd name="connsiteX56" fmla="*/ 3081867 w 6502400"/>
                <a:gd name="connsiteY56" fmla="*/ 220134 h 1032934"/>
                <a:gd name="connsiteX57" fmla="*/ 3437467 w 6502400"/>
                <a:gd name="connsiteY57" fmla="*/ 203200 h 1032934"/>
                <a:gd name="connsiteX58" fmla="*/ 3539067 w 6502400"/>
                <a:gd name="connsiteY58" fmla="*/ 169334 h 1032934"/>
                <a:gd name="connsiteX59" fmla="*/ 3606800 w 6502400"/>
                <a:gd name="connsiteY59" fmla="*/ 152400 h 1032934"/>
                <a:gd name="connsiteX60" fmla="*/ 3725334 w 6502400"/>
                <a:gd name="connsiteY60" fmla="*/ 118534 h 1032934"/>
                <a:gd name="connsiteX61" fmla="*/ 3860800 w 6502400"/>
                <a:gd name="connsiteY61" fmla="*/ 101600 h 1032934"/>
                <a:gd name="connsiteX62" fmla="*/ 3962400 w 6502400"/>
                <a:gd name="connsiteY62" fmla="*/ 118534 h 1032934"/>
                <a:gd name="connsiteX63" fmla="*/ 4148667 w 6502400"/>
                <a:gd name="connsiteY63" fmla="*/ 152400 h 1032934"/>
                <a:gd name="connsiteX64" fmla="*/ 4216400 w 6502400"/>
                <a:gd name="connsiteY64" fmla="*/ 203200 h 1032934"/>
                <a:gd name="connsiteX65" fmla="*/ 4233334 w 6502400"/>
                <a:gd name="connsiteY65" fmla="*/ 220134 h 1032934"/>
                <a:gd name="connsiteX66" fmla="*/ 4267200 w 6502400"/>
                <a:gd name="connsiteY66" fmla="*/ 237067 h 1032934"/>
                <a:gd name="connsiteX67" fmla="*/ 4334934 w 6502400"/>
                <a:gd name="connsiteY67" fmla="*/ 270934 h 1032934"/>
                <a:gd name="connsiteX68" fmla="*/ 4470400 w 6502400"/>
                <a:gd name="connsiteY68" fmla="*/ 304800 h 1032934"/>
                <a:gd name="connsiteX69" fmla="*/ 4605867 w 6502400"/>
                <a:gd name="connsiteY69" fmla="*/ 270934 h 1032934"/>
                <a:gd name="connsiteX70" fmla="*/ 4673600 w 6502400"/>
                <a:gd name="connsiteY70" fmla="*/ 237067 h 1032934"/>
                <a:gd name="connsiteX71" fmla="*/ 4690534 w 6502400"/>
                <a:gd name="connsiteY71" fmla="*/ 220134 h 1032934"/>
                <a:gd name="connsiteX72" fmla="*/ 4724400 w 6502400"/>
                <a:gd name="connsiteY72" fmla="*/ 203200 h 1032934"/>
                <a:gd name="connsiteX73" fmla="*/ 4741334 w 6502400"/>
                <a:gd name="connsiteY73" fmla="*/ 186267 h 1032934"/>
                <a:gd name="connsiteX74" fmla="*/ 4809067 w 6502400"/>
                <a:gd name="connsiteY74" fmla="*/ 152400 h 1032934"/>
                <a:gd name="connsiteX75" fmla="*/ 4876800 w 6502400"/>
                <a:gd name="connsiteY75" fmla="*/ 118534 h 1032934"/>
                <a:gd name="connsiteX76" fmla="*/ 4893734 w 6502400"/>
                <a:gd name="connsiteY76" fmla="*/ 101600 h 1032934"/>
                <a:gd name="connsiteX77" fmla="*/ 4927600 w 6502400"/>
                <a:gd name="connsiteY77" fmla="*/ 84667 h 1032934"/>
                <a:gd name="connsiteX78" fmla="*/ 4961467 w 6502400"/>
                <a:gd name="connsiteY78" fmla="*/ 50800 h 1032934"/>
                <a:gd name="connsiteX79" fmla="*/ 5029200 w 6502400"/>
                <a:gd name="connsiteY79" fmla="*/ 16934 h 1032934"/>
                <a:gd name="connsiteX80" fmla="*/ 5063067 w 6502400"/>
                <a:gd name="connsiteY80" fmla="*/ 0 h 1032934"/>
                <a:gd name="connsiteX81" fmla="*/ 5096934 w 6502400"/>
                <a:gd name="connsiteY81" fmla="*/ 16934 h 1032934"/>
                <a:gd name="connsiteX82" fmla="*/ 5198534 w 6502400"/>
                <a:gd name="connsiteY82" fmla="*/ 50800 h 1032934"/>
                <a:gd name="connsiteX83" fmla="*/ 5215467 w 6502400"/>
                <a:gd name="connsiteY83" fmla="*/ 67734 h 1032934"/>
                <a:gd name="connsiteX84" fmla="*/ 5249334 w 6502400"/>
                <a:gd name="connsiteY84" fmla="*/ 118534 h 1032934"/>
                <a:gd name="connsiteX85" fmla="*/ 5283200 w 6502400"/>
                <a:gd name="connsiteY85" fmla="*/ 135467 h 1032934"/>
                <a:gd name="connsiteX86" fmla="*/ 5334000 w 6502400"/>
                <a:gd name="connsiteY86" fmla="*/ 169334 h 1032934"/>
                <a:gd name="connsiteX87" fmla="*/ 5469467 w 6502400"/>
                <a:gd name="connsiteY87" fmla="*/ 203200 h 1032934"/>
                <a:gd name="connsiteX88" fmla="*/ 5520267 w 6502400"/>
                <a:gd name="connsiteY88" fmla="*/ 220134 h 1032934"/>
                <a:gd name="connsiteX89" fmla="*/ 5875867 w 6502400"/>
                <a:gd name="connsiteY89" fmla="*/ 203200 h 1032934"/>
                <a:gd name="connsiteX90" fmla="*/ 5960534 w 6502400"/>
                <a:gd name="connsiteY90" fmla="*/ 152400 h 1032934"/>
                <a:gd name="connsiteX91" fmla="*/ 5994400 w 6502400"/>
                <a:gd name="connsiteY91" fmla="*/ 135467 h 1032934"/>
                <a:gd name="connsiteX92" fmla="*/ 6096000 w 6502400"/>
                <a:gd name="connsiteY92" fmla="*/ 67734 h 1032934"/>
                <a:gd name="connsiteX93" fmla="*/ 6163734 w 6502400"/>
                <a:gd name="connsiteY93" fmla="*/ 50800 h 1032934"/>
                <a:gd name="connsiteX94" fmla="*/ 6214534 w 6502400"/>
                <a:gd name="connsiteY94" fmla="*/ 33867 h 1032934"/>
                <a:gd name="connsiteX95" fmla="*/ 6502400 w 6502400"/>
                <a:gd name="connsiteY95" fmla="*/ 16934 h 1032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6502400" h="1032934">
                  <a:moveTo>
                    <a:pt x="0" y="1032934"/>
                  </a:moveTo>
                  <a:cubicBezTo>
                    <a:pt x="16933" y="1021645"/>
                    <a:pt x="37771" y="1014701"/>
                    <a:pt x="50800" y="999067"/>
                  </a:cubicBezTo>
                  <a:cubicBezTo>
                    <a:pt x="66960" y="979675"/>
                    <a:pt x="73378" y="953912"/>
                    <a:pt x="84667" y="931334"/>
                  </a:cubicBezTo>
                  <a:cubicBezTo>
                    <a:pt x="88237" y="924194"/>
                    <a:pt x="97493" y="921245"/>
                    <a:pt x="101600" y="914400"/>
                  </a:cubicBezTo>
                  <a:cubicBezTo>
                    <a:pt x="101610" y="914383"/>
                    <a:pt x="143929" y="829742"/>
                    <a:pt x="152400" y="812800"/>
                  </a:cubicBezTo>
                  <a:cubicBezTo>
                    <a:pt x="179933" y="757731"/>
                    <a:pt x="156679" y="772517"/>
                    <a:pt x="186267" y="728134"/>
                  </a:cubicBezTo>
                  <a:cubicBezTo>
                    <a:pt x="190695" y="721492"/>
                    <a:pt x="197556" y="716845"/>
                    <a:pt x="203200" y="711200"/>
                  </a:cubicBezTo>
                  <a:cubicBezTo>
                    <a:pt x="214489" y="677333"/>
                    <a:pt x="231198" y="644813"/>
                    <a:pt x="237067" y="609600"/>
                  </a:cubicBezTo>
                  <a:cubicBezTo>
                    <a:pt x="273009" y="393951"/>
                    <a:pt x="240225" y="467818"/>
                    <a:pt x="287867" y="372534"/>
                  </a:cubicBezTo>
                  <a:cubicBezTo>
                    <a:pt x="310445" y="383823"/>
                    <a:pt x="337751" y="388551"/>
                    <a:pt x="355600" y="406400"/>
                  </a:cubicBezTo>
                  <a:cubicBezTo>
                    <a:pt x="361245" y="412045"/>
                    <a:pt x="365892" y="418906"/>
                    <a:pt x="372534" y="423334"/>
                  </a:cubicBezTo>
                  <a:cubicBezTo>
                    <a:pt x="383035" y="430335"/>
                    <a:pt x="395899" y="433266"/>
                    <a:pt x="406400" y="440267"/>
                  </a:cubicBezTo>
                  <a:cubicBezTo>
                    <a:pt x="437381" y="460920"/>
                    <a:pt x="408096" y="461858"/>
                    <a:pt x="457200" y="474134"/>
                  </a:cubicBezTo>
                  <a:cubicBezTo>
                    <a:pt x="490509" y="482461"/>
                    <a:pt x="524933" y="485423"/>
                    <a:pt x="558800" y="491067"/>
                  </a:cubicBezTo>
                  <a:cubicBezTo>
                    <a:pt x="570089" y="496711"/>
                    <a:pt x="582165" y="500999"/>
                    <a:pt x="592667" y="508000"/>
                  </a:cubicBezTo>
                  <a:cubicBezTo>
                    <a:pt x="599309" y="512428"/>
                    <a:pt x="602958" y="520506"/>
                    <a:pt x="609600" y="524934"/>
                  </a:cubicBezTo>
                  <a:cubicBezTo>
                    <a:pt x="620102" y="531935"/>
                    <a:pt x="632178" y="536223"/>
                    <a:pt x="643467" y="541867"/>
                  </a:cubicBezTo>
                  <a:cubicBezTo>
                    <a:pt x="649111" y="553156"/>
                    <a:pt x="653399" y="565232"/>
                    <a:pt x="660400" y="575734"/>
                  </a:cubicBezTo>
                  <a:cubicBezTo>
                    <a:pt x="673328" y="595126"/>
                    <a:pt x="690639" y="599319"/>
                    <a:pt x="711200" y="609600"/>
                  </a:cubicBezTo>
                  <a:cubicBezTo>
                    <a:pt x="754877" y="603361"/>
                    <a:pt x="833249" y="599377"/>
                    <a:pt x="880534" y="575734"/>
                  </a:cubicBezTo>
                  <a:cubicBezTo>
                    <a:pt x="887674" y="572164"/>
                    <a:pt x="890622" y="562907"/>
                    <a:pt x="897467" y="558800"/>
                  </a:cubicBezTo>
                  <a:cubicBezTo>
                    <a:pt x="919556" y="545546"/>
                    <a:pt x="964043" y="535136"/>
                    <a:pt x="982134" y="508000"/>
                  </a:cubicBezTo>
                  <a:cubicBezTo>
                    <a:pt x="989135" y="497499"/>
                    <a:pt x="986978" y="477761"/>
                    <a:pt x="999067" y="474134"/>
                  </a:cubicBezTo>
                  <a:cubicBezTo>
                    <a:pt x="1048024" y="459447"/>
                    <a:pt x="1100667" y="462845"/>
                    <a:pt x="1151467" y="457200"/>
                  </a:cubicBezTo>
                  <a:cubicBezTo>
                    <a:pt x="1264050" y="479717"/>
                    <a:pt x="1262106" y="487920"/>
                    <a:pt x="1405467" y="457200"/>
                  </a:cubicBezTo>
                  <a:cubicBezTo>
                    <a:pt x="1420929" y="453887"/>
                    <a:pt x="1474139" y="430392"/>
                    <a:pt x="1490134" y="406400"/>
                  </a:cubicBezTo>
                  <a:cubicBezTo>
                    <a:pt x="1497135" y="395899"/>
                    <a:pt x="1499494" y="382631"/>
                    <a:pt x="1507067" y="372534"/>
                  </a:cubicBezTo>
                  <a:cubicBezTo>
                    <a:pt x="1516646" y="359762"/>
                    <a:pt x="1540934" y="338667"/>
                    <a:pt x="1540934" y="338667"/>
                  </a:cubicBezTo>
                  <a:cubicBezTo>
                    <a:pt x="1585509" y="249515"/>
                    <a:pt x="1556951" y="288783"/>
                    <a:pt x="1625600" y="220134"/>
                  </a:cubicBezTo>
                  <a:cubicBezTo>
                    <a:pt x="1631245" y="214489"/>
                    <a:pt x="1634961" y="205724"/>
                    <a:pt x="1642534" y="203200"/>
                  </a:cubicBezTo>
                  <a:lnTo>
                    <a:pt x="1693334" y="186267"/>
                  </a:lnTo>
                  <a:cubicBezTo>
                    <a:pt x="1778001" y="191911"/>
                    <a:pt x="1863135" y="192675"/>
                    <a:pt x="1947334" y="203200"/>
                  </a:cubicBezTo>
                  <a:cubicBezTo>
                    <a:pt x="1955255" y="204190"/>
                    <a:pt x="1959839" y="213492"/>
                    <a:pt x="1964267" y="220134"/>
                  </a:cubicBezTo>
                  <a:cubicBezTo>
                    <a:pt x="1971268" y="230635"/>
                    <a:pt x="1974199" y="243499"/>
                    <a:pt x="1981200" y="254000"/>
                  </a:cubicBezTo>
                  <a:cubicBezTo>
                    <a:pt x="1985628" y="260642"/>
                    <a:pt x="1993706" y="264292"/>
                    <a:pt x="1998134" y="270934"/>
                  </a:cubicBezTo>
                  <a:cubicBezTo>
                    <a:pt x="2005135" y="281435"/>
                    <a:pt x="2008066" y="294299"/>
                    <a:pt x="2015067" y="304800"/>
                  </a:cubicBezTo>
                  <a:cubicBezTo>
                    <a:pt x="2019495" y="311442"/>
                    <a:pt x="2025155" y="317627"/>
                    <a:pt x="2032000" y="321734"/>
                  </a:cubicBezTo>
                  <a:cubicBezTo>
                    <a:pt x="2053646" y="334721"/>
                    <a:pt x="2099734" y="355600"/>
                    <a:pt x="2099734" y="355600"/>
                  </a:cubicBezTo>
                  <a:cubicBezTo>
                    <a:pt x="2105378" y="361245"/>
                    <a:pt x="2108684" y="372534"/>
                    <a:pt x="2116667" y="372534"/>
                  </a:cubicBezTo>
                  <a:cubicBezTo>
                    <a:pt x="2139940" y="372534"/>
                    <a:pt x="2162023" y="361994"/>
                    <a:pt x="2184400" y="355600"/>
                  </a:cubicBezTo>
                  <a:cubicBezTo>
                    <a:pt x="2282677" y="327521"/>
                    <a:pt x="2194130" y="351709"/>
                    <a:pt x="2269067" y="321734"/>
                  </a:cubicBezTo>
                  <a:cubicBezTo>
                    <a:pt x="2285640" y="315105"/>
                    <a:pt x="2303461" y="311831"/>
                    <a:pt x="2319867" y="304800"/>
                  </a:cubicBezTo>
                  <a:cubicBezTo>
                    <a:pt x="2343069" y="294856"/>
                    <a:pt x="2365022" y="282223"/>
                    <a:pt x="2387600" y="270934"/>
                  </a:cubicBezTo>
                  <a:lnTo>
                    <a:pt x="2489200" y="220134"/>
                  </a:lnTo>
                  <a:cubicBezTo>
                    <a:pt x="2496340" y="216564"/>
                    <a:pt x="2499492" y="207628"/>
                    <a:pt x="2506134" y="203200"/>
                  </a:cubicBezTo>
                  <a:cubicBezTo>
                    <a:pt x="2516635" y="196199"/>
                    <a:pt x="2529903" y="193840"/>
                    <a:pt x="2540000" y="186267"/>
                  </a:cubicBezTo>
                  <a:cubicBezTo>
                    <a:pt x="2552772" y="176688"/>
                    <a:pt x="2559587" y="159540"/>
                    <a:pt x="2573867" y="152400"/>
                  </a:cubicBezTo>
                  <a:cubicBezTo>
                    <a:pt x="2596445" y="141111"/>
                    <a:pt x="2623751" y="136383"/>
                    <a:pt x="2641600" y="118534"/>
                  </a:cubicBezTo>
                  <a:cubicBezTo>
                    <a:pt x="2647245" y="112889"/>
                    <a:pt x="2650790" y="103536"/>
                    <a:pt x="2658534" y="101600"/>
                  </a:cubicBezTo>
                  <a:cubicBezTo>
                    <a:pt x="2697254" y="91920"/>
                    <a:pt x="2737556" y="90311"/>
                    <a:pt x="2777067" y="84667"/>
                  </a:cubicBezTo>
                  <a:cubicBezTo>
                    <a:pt x="2799645" y="90311"/>
                    <a:pt x="2823192" y="92957"/>
                    <a:pt x="2844800" y="101600"/>
                  </a:cubicBezTo>
                  <a:cubicBezTo>
                    <a:pt x="2852212" y="104565"/>
                    <a:pt x="2854889" y="114427"/>
                    <a:pt x="2861734" y="118534"/>
                  </a:cubicBezTo>
                  <a:cubicBezTo>
                    <a:pt x="2883379" y="131521"/>
                    <a:pt x="2906889" y="141111"/>
                    <a:pt x="2929467" y="152400"/>
                  </a:cubicBezTo>
                  <a:lnTo>
                    <a:pt x="2963334" y="169334"/>
                  </a:lnTo>
                  <a:cubicBezTo>
                    <a:pt x="2974623" y="174978"/>
                    <a:pt x="2988275" y="177343"/>
                    <a:pt x="2997200" y="186267"/>
                  </a:cubicBezTo>
                  <a:cubicBezTo>
                    <a:pt x="3002845" y="191911"/>
                    <a:pt x="3006722" y="200235"/>
                    <a:pt x="3014134" y="203200"/>
                  </a:cubicBezTo>
                  <a:cubicBezTo>
                    <a:pt x="3035742" y="211843"/>
                    <a:pt x="3059289" y="214489"/>
                    <a:pt x="3081867" y="220134"/>
                  </a:cubicBezTo>
                  <a:cubicBezTo>
                    <a:pt x="3200400" y="214489"/>
                    <a:pt x="3319525" y="216305"/>
                    <a:pt x="3437467" y="203200"/>
                  </a:cubicBezTo>
                  <a:cubicBezTo>
                    <a:pt x="3472947" y="199258"/>
                    <a:pt x="3505200" y="180623"/>
                    <a:pt x="3539067" y="169334"/>
                  </a:cubicBezTo>
                  <a:cubicBezTo>
                    <a:pt x="3561145" y="161975"/>
                    <a:pt x="3584423" y="158794"/>
                    <a:pt x="3606800" y="152400"/>
                  </a:cubicBezTo>
                  <a:cubicBezTo>
                    <a:pt x="3663168" y="136295"/>
                    <a:pt x="3661811" y="129121"/>
                    <a:pt x="3725334" y="118534"/>
                  </a:cubicBezTo>
                  <a:cubicBezTo>
                    <a:pt x="3770222" y="111053"/>
                    <a:pt x="3815645" y="107245"/>
                    <a:pt x="3860800" y="101600"/>
                  </a:cubicBezTo>
                  <a:cubicBezTo>
                    <a:pt x="3894667" y="107245"/>
                    <a:pt x="3928411" y="113678"/>
                    <a:pt x="3962400" y="118534"/>
                  </a:cubicBezTo>
                  <a:cubicBezTo>
                    <a:pt x="4129943" y="142469"/>
                    <a:pt x="4049061" y="119199"/>
                    <a:pt x="4148667" y="152400"/>
                  </a:cubicBezTo>
                  <a:cubicBezTo>
                    <a:pt x="4221911" y="225644"/>
                    <a:pt x="4144180" y="155053"/>
                    <a:pt x="4216400" y="203200"/>
                  </a:cubicBezTo>
                  <a:cubicBezTo>
                    <a:pt x="4223042" y="207628"/>
                    <a:pt x="4226692" y="215706"/>
                    <a:pt x="4233334" y="220134"/>
                  </a:cubicBezTo>
                  <a:cubicBezTo>
                    <a:pt x="4243835" y="227135"/>
                    <a:pt x="4256699" y="230066"/>
                    <a:pt x="4267200" y="237067"/>
                  </a:cubicBezTo>
                  <a:cubicBezTo>
                    <a:pt x="4317745" y="270763"/>
                    <a:pt x="4229628" y="242214"/>
                    <a:pt x="4334934" y="270934"/>
                  </a:cubicBezTo>
                  <a:cubicBezTo>
                    <a:pt x="4379839" y="283181"/>
                    <a:pt x="4470400" y="304800"/>
                    <a:pt x="4470400" y="304800"/>
                  </a:cubicBezTo>
                  <a:cubicBezTo>
                    <a:pt x="4520092" y="294862"/>
                    <a:pt x="4560308" y="290459"/>
                    <a:pt x="4605867" y="270934"/>
                  </a:cubicBezTo>
                  <a:cubicBezTo>
                    <a:pt x="4629069" y="260990"/>
                    <a:pt x="4655750" y="254916"/>
                    <a:pt x="4673600" y="237067"/>
                  </a:cubicBezTo>
                  <a:cubicBezTo>
                    <a:pt x="4679245" y="231423"/>
                    <a:pt x="4683892" y="224562"/>
                    <a:pt x="4690534" y="220134"/>
                  </a:cubicBezTo>
                  <a:cubicBezTo>
                    <a:pt x="4701035" y="213133"/>
                    <a:pt x="4713899" y="210201"/>
                    <a:pt x="4724400" y="203200"/>
                  </a:cubicBezTo>
                  <a:cubicBezTo>
                    <a:pt x="4731042" y="198772"/>
                    <a:pt x="4734489" y="190374"/>
                    <a:pt x="4741334" y="186267"/>
                  </a:cubicBezTo>
                  <a:cubicBezTo>
                    <a:pt x="4762979" y="173280"/>
                    <a:pt x="4786489" y="163689"/>
                    <a:pt x="4809067" y="152400"/>
                  </a:cubicBezTo>
                  <a:lnTo>
                    <a:pt x="4876800" y="118534"/>
                  </a:lnTo>
                  <a:cubicBezTo>
                    <a:pt x="4883940" y="114964"/>
                    <a:pt x="4887092" y="106028"/>
                    <a:pt x="4893734" y="101600"/>
                  </a:cubicBezTo>
                  <a:cubicBezTo>
                    <a:pt x="4904235" y="94599"/>
                    <a:pt x="4917503" y="92240"/>
                    <a:pt x="4927600" y="84667"/>
                  </a:cubicBezTo>
                  <a:cubicBezTo>
                    <a:pt x="4940372" y="75088"/>
                    <a:pt x="4947187" y="57940"/>
                    <a:pt x="4961467" y="50800"/>
                  </a:cubicBezTo>
                  <a:lnTo>
                    <a:pt x="5029200" y="16934"/>
                  </a:lnTo>
                  <a:lnTo>
                    <a:pt x="5063067" y="0"/>
                  </a:lnTo>
                  <a:cubicBezTo>
                    <a:pt x="5074356" y="5645"/>
                    <a:pt x="5084960" y="12943"/>
                    <a:pt x="5096934" y="16934"/>
                  </a:cubicBezTo>
                  <a:cubicBezTo>
                    <a:pt x="5216908" y="56926"/>
                    <a:pt x="5122160" y="12614"/>
                    <a:pt x="5198534" y="50800"/>
                  </a:cubicBezTo>
                  <a:cubicBezTo>
                    <a:pt x="5204178" y="56445"/>
                    <a:pt x="5211039" y="61092"/>
                    <a:pt x="5215467" y="67734"/>
                  </a:cubicBezTo>
                  <a:cubicBezTo>
                    <a:pt x="5231918" y="92411"/>
                    <a:pt x="5226038" y="103003"/>
                    <a:pt x="5249334" y="118534"/>
                  </a:cubicBezTo>
                  <a:cubicBezTo>
                    <a:pt x="5259835" y="125535"/>
                    <a:pt x="5272699" y="128466"/>
                    <a:pt x="5283200" y="135467"/>
                  </a:cubicBezTo>
                  <a:cubicBezTo>
                    <a:pt x="5318416" y="158944"/>
                    <a:pt x="5278200" y="152594"/>
                    <a:pt x="5334000" y="169334"/>
                  </a:cubicBezTo>
                  <a:cubicBezTo>
                    <a:pt x="5378582" y="182709"/>
                    <a:pt x="5425310" y="188481"/>
                    <a:pt x="5469467" y="203200"/>
                  </a:cubicBezTo>
                  <a:lnTo>
                    <a:pt x="5520267" y="220134"/>
                  </a:lnTo>
                  <a:cubicBezTo>
                    <a:pt x="5638800" y="214489"/>
                    <a:pt x="5758045" y="217339"/>
                    <a:pt x="5875867" y="203200"/>
                  </a:cubicBezTo>
                  <a:cubicBezTo>
                    <a:pt x="5965760" y="192413"/>
                    <a:pt x="5921001" y="178756"/>
                    <a:pt x="5960534" y="152400"/>
                  </a:cubicBezTo>
                  <a:cubicBezTo>
                    <a:pt x="5971035" y="145399"/>
                    <a:pt x="5984303" y="143040"/>
                    <a:pt x="5994400" y="135467"/>
                  </a:cubicBezTo>
                  <a:cubicBezTo>
                    <a:pt x="6046040" y="96737"/>
                    <a:pt x="6014107" y="88208"/>
                    <a:pt x="6096000" y="67734"/>
                  </a:cubicBezTo>
                  <a:cubicBezTo>
                    <a:pt x="6118578" y="62089"/>
                    <a:pt x="6141357" y="57194"/>
                    <a:pt x="6163734" y="50800"/>
                  </a:cubicBezTo>
                  <a:cubicBezTo>
                    <a:pt x="6180896" y="45896"/>
                    <a:pt x="6196928" y="36801"/>
                    <a:pt x="6214534" y="33867"/>
                  </a:cubicBezTo>
                  <a:cubicBezTo>
                    <a:pt x="6346053" y="11948"/>
                    <a:pt x="6373917" y="16934"/>
                    <a:pt x="6502400" y="16934"/>
                  </a:cubicBezTo>
                </a:path>
              </a:pathLst>
            </a:custGeom>
            <a:noFill/>
            <a:ln w="19050">
              <a:solidFill>
                <a:srgbClr val="66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5" name="자유형 12">
              <a:extLst>
                <a:ext uri="{FF2B5EF4-FFF2-40B4-BE49-F238E27FC236}">
                  <a16:creationId xmlns:a16="http://schemas.microsoft.com/office/drawing/2014/main" id="{D2018EAB-D353-4409-A3A6-B6C3A7073673}"/>
                </a:ext>
              </a:extLst>
            </p:cNvPr>
            <p:cNvSpPr/>
            <p:nvPr/>
          </p:nvSpPr>
          <p:spPr>
            <a:xfrm>
              <a:off x="1430867" y="3068960"/>
              <a:ext cx="5013341" cy="660400"/>
            </a:xfrm>
            <a:custGeom>
              <a:avLst/>
              <a:gdLst>
                <a:gd name="connsiteX0" fmla="*/ 0 w 6502400"/>
                <a:gd name="connsiteY0" fmla="*/ 660400 h 660400"/>
                <a:gd name="connsiteX1" fmla="*/ 50800 w 6502400"/>
                <a:gd name="connsiteY1" fmla="*/ 643466 h 660400"/>
                <a:gd name="connsiteX2" fmla="*/ 84666 w 6502400"/>
                <a:gd name="connsiteY2" fmla="*/ 626533 h 660400"/>
                <a:gd name="connsiteX3" fmla="*/ 237066 w 6502400"/>
                <a:gd name="connsiteY3" fmla="*/ 643466 h 660400"/>
                <a:gd name="connsiteX4" fmla="*/ 287866 w 6502400"/>
                <a:gd name="connsiteY4" fmla="*/ 660400 h 660400"/>
                <a:gd name="connsiteX5" fmla="*/ 491066 w 6502400"/>
                <a:gd name="connsiteY5" fmla="*/ 626533 h 660400"/>
                <a:gd name="connsiteX6" fmla="*/ 541866 w 6502400"/>
                <a:gd name="connsiteY6" fmla="*/ 592666 h 660400"/>
                <a:gd name="connsiteX7" fmla="*/ 558800 w 6502400"/>
                <a:gd name="connsiteY7" fmla="*/ 575733 h 660400"/>
                <a:gd name="connsiteX8" fmla="*/ 592666 w 6502400"/>
                <a:gd name="connsiteY8" fmla="*/ 558800 h 660400"/>
                <a:gd name="connsiteX9" fmla="*/ 609600 w 6502400"/>
                <a:gd name="connsiteY9" fmla="*/ 541866 h 660400"/>
                <a:gd name="connsiteX10" fmla="*/ 643466 w 6502400"/>
                <a:gd name="connsiteY10" fmla="*/ 524933 h 660400"/>
                <a:gd name="connsiteX11" fmla="*/ 677333 w 6502400"/>
                <a:gd name="connsiteY11" fmla="*/ 491066 h 660400"/>
                <a:gd name="connsiteX12" fmla="*/ 745066 w 6502400"/>
                <a:gd name="connsiteY12" fmla="*/ 457200 h 660400"/>
                <a:gd name="connsiteX13" fmla="*/ 762000 w 6502400"/>
                <a:gd name="connsiteY13" fmla="*/ 440266 h 660400"/>
                <a:gd name="connsiteX14" fmla="*/ 795866 w 6502400"/>
                <a:gd name="connsiteY14" fmla="*/ 423333 h 660400"/>
                <a:gd name="connsiteX15" fmla="*/ 812800 w 6502400"/>
                <a:gd name="connsiteY15" fmla="*/ 406400 h 660400"/>
                <a:gd name="connsiteX16" fmla="*/ 846666 w 6502400"/>
                <a:gd name="connsiteY16" fmla="*/ 389466 h 660400"/>
                <a:gd name="connsiteX17" fmla="*/ 863600 w 6502400"/>
                <a:gd name="connsiteY17" fmla="*/ 372533 h 660400"/>
                <a:gd name="connsiteX18" fmla="*/ 931333 w 6502400"/>
                <a:gd name="connsiteY18" fmla="*/ 338666 h 660400"/>
                <a:gd name="connsiteX19" fmla="*/ 965200 w 6502400"/>
                <a:gd name="connsiteY19" fmla="*/ 321733 h 660400"/>
                <a:gd name="connsiteX20" fmla="*/ 999066 w 6502400"/>
                <a:gd name="connsiteY20" fmla="*/ 304800 h 660400"/>
                <a:gd name="connsiteX21" fmla="*/ 1066800 w 6502400"/>
                <a:gd name="connsiteY21" fmla="*/ 321733 h 660400"/>
                <a:gd name="connsiteX22" fmla="*/ 1253066 w 6502400"/>
                <a:gd name="connsiteY22" fmla="*/ 355600 h 660400"/>
                <a:gd name="connsiteX23" fmla="*/ 1320800 w 6502400"/>
                <a:gd name="connsiteY23" fmla="*/ 389466 h 660400"/>
                <a:gd name="connsiteX24" fmla="*/ 1337733 w 6502400"/>
                <a:gd name="connsiteY24" fmla="*/ 406400 h 660400"/>
                <a:gd name="connsiteX25" fmla="*/ 1405466 w 6502400"/>
                <a:gd name="connsiteY25" fmla="*/ 440266 h 660400"/>
                <a:gd name="connsiteX26" fmla="*/ 1794933 w 6502400"/>
                <a:gd name="connsiteY26" fmla="*/ 440266 h 660400"/>
                <a:gd name="connsiteX27" fmla="*/ 1828800 w 6502400"/>
                <a:gd name="connsiteY27" fmla="*/ 474133 h 660400"/>
                <a:gd name="connsiteX28" fmla="*/ 1964266 w 6502400"/>
                <a:gd name="connsiteY28" fmla="*/ 524933 h 660400"/>
                <a:gd name="connsiteX29" fmla="*/ 2048933 w 6502400"/>
                <a:gd name="connsiteY29" fmla="*/ 508000 h 660400"/>
                <a:gd name="connsiteX30" fmla="*/ 2133600 w 6502400"/>
                <a:gd name="connsiteY30" fmla="*/ 474133 h 660400"/>
                <a:gd name="connsiteX31" fmla="*/ 2201333 w 6502400"/>
                <a:gd name="connsiteY31" fmla="*/ 491066 h 660400"/>
                <a:gd name="connsiteX32" fmla="*/ 2218266 w 6502400"/>
                <a:gd name="connsiteY32" fmla="*/ 508000 h 660400"/>
                <a:gd name="connsiteX33" fmla="*/ 2269066 w 6502400"/>
                <a:gd name="connsiteY33" fmla="*/ 524933 h 660400"/>
                <a:gd name="connsiteX34" fmla="*/ 2336800 w 6502400"/>
                <a:gd name="connsiteY34" fmla="*/ 508000 h 660400"/>
                <a:gd name="connsiteX35" fmla="*/ 2421466 w 6502400"/>
                <a:gd name="connsiteY35" fmla="*/ 491066 h 660400"/>
                <a:gd name="connsiteX36" fmla="*/ 2455333 w 6502400"/>
                <a:gd name="connsiteY36" fmla="*/ 474133 h 660400"/>
                <a:gd name="connsiteX37" fmla="*/ 2624666 w 6502400"/>
                <a:gd name="connsiteY37" fmla="*/ 457200 h 660400"/>
                <a:gd name="connsiteX38" fmla="*/ 2997200 w 6502400"/>
                <a:gd name="connsiteY38" fmla="*/ 457200 h 660400"/>
                <a:gd name="connsiteX39" fmla="*/ 3064933 w 6502400"/>
                <a:gd name="connsiteY39" fmla="*/ 423333 h 660400"/>
                <a:gd name="connsiteX40" fmla="*/ 3098800 w 6502400"/>
                <a:gd name="connsiteY40" fmla="*/ 406400 h 660400"/>
                <a:gd name="connsiteX41" fmla="*/ 3149600 w 6502400"/>
                <a:gd name="connsiteY41" fmla="*/ 389466 h 660400"/>
                <a:gd name="connsiteX42" fmla="*/ 3217333 w 6502400"/>
                <a:gd name="connsiteY42" fmla="*/ 355600 h 660400"/>
                <a:gd name="connsiteX43" fmla="*/ 3234266 w 6502400"/>
                <a:gd name="connsiteY43" fmla="*/ 304800 h 660400"/>
                <a:gd name="connsiteX44" fmla="*/ 3251200 w 6502400"/>
                <a:gd name="connsiteY44" fmla="*/ 220133 h 660400"/>
                <a:gd name="connsiteX45" fmla="*/ 3268133 w 6502400"/>
                <a:gd name="connsiteY45" fmla="*/ 186266 h 660400"/>
                <a:gd name="connsiteX46" fmla="*/ 3335866 w 6502400"/>
                <a:gd name="connsiteY46" fmla="*/ 152400 h 660400"/>
                <a:gd name="connsiteX47" fmla="*/ 3386666 w 6502400"/>
                <a:gd name="connsiteY47" fmla="*/ 118533 h 660400"/>
                <a:gd name="connsiteX48" fmla="*/ 3420533 w 6502400"/>
                <a:gd name="connsiteY48" fmla="*/ 84666 h 660400"/>
                <a:gd name="connsiteX49" fmla="*/ 3505200 w 6502400"/>
                <a:gd name="connsiteY49" fmla="*/ 33866 h 660400"/>
                <a:gd name="connsiteX50" fmla="*/ 3522133 w 6502400"/>
                <a:gd name="connsiteY50" fmla="*/ 0 h 660400"/>
                <a:gd name="connsiteX51" fmla="*/ 3945466 w 6502400"/>
                <a:gd name="connsiteY51" fmla="*/ 16933 h 660400"/>
                <a:gd name="connsiteX52" fmla="*/ 3962400 w 6502400"/>
                <a:gd name="connsiteY52" fmla="*/ 50800 h 660400"/>
                <a:gd name="connsiteX53" fmla="*/ 3979333 w 6502400"/>
                <a:gd name="connsiteY53" fmla="*/ 101600 h 660400"/>
                <a:gd name="connsiteX54" fmla="*/ 4013200 w 6502400"/>
                <a:gd name="connsiteY54" fmla="*/ 169333 h 660400"/>
                <a:gd name="connsiteX55" fmla="*/ 4047066 w 6502400"/>
                <a:gd name="connsiteY55" fmla="*/ 237066 h 660400"/>
                <a:gd name="connsiteX56" fmla="*/ 4064000 w 6502400"/>
                <a:gd name="connsiteY56" fmla="*/ 254000 h 660400"/>
                <a:gd name="connsiteX57" fmla="*/ 4080933 w 6502400"/>
                <a:gd name="connsiteY57" fmla="*/ 287866 h 660400"/>
                <a:gd name="connsiteX58" fmla="*/ 4148666 w 6502400"/>
                <a:gd name="connsiteY58" fmla="*/ 338666 h 660400"/>
                <a:gd name="connsiteX59" fmla="*/ 4165600 w 6502400"/>
                <a:gd name="connsiteY59" fmla="*/ 355600 h 660400"/>
                <a:gd name="connsiteX60" fmla="*/ 4250266 w 6502400"/>
                <a:gd name="connsiteY60" fmla="*/ 389466 h 660400"/>
                <a:gd name="connsiteX61" fmla="*/ 4284133 w 6502400"/>
                <a:gd name="connsiteY61" fmla="*/ 406400 h 660400"/>
                <a:gd name="connsiteX62" fmla="*/ 4351866 w 6502400"/>
                <a:gd name="connsiteY62" fmla="*/ 423333 h 660400"/>
                <a:gd name="connsiteX63" fmla="*/ 4453466 w 6502400"/>
                <a:gd name="connsiteY63" fmla="*/ 474133 h 660400"/>
                <a:gd name="connsiteX64" fmla="*/ 4504266 w 6502400"/>
                <a:gd name="connsiteY64" fmla="*/ 491066 h 660400"/>
                <a:gd name="connsiteX65" fmla="*/ 4605866 w 6502400"/>
                <a:gd name="connsiteY65" fmla="*/ 474133 h 660400"/>
                <a:gd name="connsiteX66" fmla="*/ 4724400 w 6502400"/>
                <a:gd name="connsiteY66" fmla="*/ 457200 h 660400"/>
                <a:gd name="connsiteX67" fmla="*/ 4775200 w 6502400"/>
                <a:gd name="connsiteY67" fmla="*/ 406400 h 660400"/>
                <a:gd name="connsiteX68" fmla="*/ 4809066 w 6502400"/>
                <a:gd name="connsiteY68" fmla="*/ 389466 h 660400"/>
                <a:gd name="connsiteX69" fmla="*/ 5283200 w 6502400"/>
                <a:gd name="connsiteY69" fmla="*/ 440266 h 660400"/>
                <a:gd name="connsiteX70" fmla="*/ 5300133 w 6502400"/>
                <a:gd name="connsiteY70" fmla="*/ 457200 h 660400"/>
                <a:gd name="connsiteX71" fmla="*/ 5571066 w 6502400"/>
                <a:gd name="connsiteY71" fmla="*/ 457200 h 660400"/>
                <a:gd name="connsiteX72" fmla="*/ 6045200 w 6502400"/>
                <a:gd name="connsiteY72" fmla="*/ 440266 h 660400"/>
                <a:gd name="connsiteX73" fmla="*/ 6180666 w 6502400"/>
                <a:gd name="connsiteY73" fmla="*/ 423333 h 660400"/>
                <a:gd name="connsiteX74" fmla="*/ 6214533 w 6502400"/>
                <a:gd name="connsiteY74" fmla="*/ 389466 h 660400"/>
                <a:gd name="connsiteX75" fmla="*/ 6282266 w 6502400"/>
                <a:gd name="connsiteY75" fmla="*/ 355600 h 660400"/>
                <a:gd name="connsiteX76" fmla="*/ 6299200 w 6502400"/>
                <a:gd name="connsiteY76" fmla="*/ 338666 h 660400"/>
                <a:gd name="connsiteX77" fmla="*/ 6333066 w 6502400"/>
                <a:gd name="connsiteY77" fmla="*/ 321733 h 660400"/>
                <a:gd name="connsiteX78" fmla="*/ 6366933 w 6502400"/>
                <a:gd name="connsiteY78" fmla="*/ 287866 h 660400"/>
                <a:gd name="connsiteX79" fmla="*/ 6434666 w 6502400"/>
                <a:gd name="connsiteY79" fmla="*/ 254000 h 660400"/>
                <a:gd name="connsiteX80" fmla="*/ 6451600 w 6502400"/>
                <a:gd name="connsiteY80" fmla="*/ 203200 h 660400"/>
                <a:gd name="connsiteX81" fmla="*/ 6468533 w 6502400"/>
                <a:gd name="connsiteY81" fmla="*/ 186266 h 660400"/>
                <a:gd name="connsiteX82" fmla="*/ 6502400 w 6502400"/>
                <a:gd name="connsiteY82" fmla="*/ 67733 h 660400"/>
                <a:gd name="connsiteX83" fmla="*/ 6493933 w 6502400"/>
                <a:gd name="connsiteY83" fmla="*/ 33866 h 66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6502400" h="660400">
                  <a:moveTo>
                    <a:pt x="0" y="660400"/>
                  </a:moveTo>
                  <a:cubicBezTo>
                    <a:pt x="16933" y="654755"/>
                    <a:pt x="34227" y="650095"/>
                    <a:pt x="50800" y="643466"/>
                  </a:cubicBezTo>
                  <a:cubicBezTo>
                    <a:pt x="62518" y="638779"/>
                    <a:pt x="72045" y="626533"/>
                    <a:pt x="84666" y="626533"/>
                  </a:cubicBezTo>
                  <a:cubicBezTo>
                    <a:pt x="135779" y="626533"/>
                    <a:pt x="186266" y="637822"/>
                    <a:pt x="237066" y="643466"/>
                  </a:cubicBezTo>
                  <a:cubicBezTo>
                    <a:pt x="253999" y="649111"/>
                    <a:pt x="270017" y="660400"/>
                    <a:pt x="287866" y="660400"/>
                  </a:cubicBezTo>
                  <a:cubicBezTo>
                    <a:pt x="401289" y="660400"/>
                    <a:pt x="411582" y="653027"/>
                    <a:pt x="491066" y="626533"/>
                  </a:cubicBezTo>
                  <a:cubicBezTo>
                    <a:pt x="529893" y="587708"/>
                    <a:pt x="480356" y="633673"/>
                    <a:pt x="541866" y="592666"/>
                  </a:cubicBezTo>
                  <a:cubicBezTo>
                    <a:pt x="548508" y="588238"/>
                    <a:pt x="552158" y="580161"/>
                    <a:pt x="558800" y="575733"/>
                  </a:cubicBezTo>
                  <a:cubicBezTo>
                    <a:pt x="569301" y="568732"/>
                    <a:pt x="582165" y="565801"/>
                    <a:pt x="592666" y="558800"/>
                  </a:cubicBezTo>
                  <a:cubicBezTo>
                    <a:pt x="599308" y="554372"/>
                    <a:pt x="602958" y="546294"/>
                    <a:pt x="609600" y="541866"/>
                  </a:cubicBezTo>
                  <a:cubicBezTo>
                    <a:pt x="620101" y="534865"/>
                    <a:pt x="633369" y="532506"/>
                    <a:pt x="643466" y="524933"/>
                  </a:cubicBezTo>
                  <a:cubicBezTo>
                    <a:pt x="656238" y="515354"/>
                    <a:pt x="663053" y="498206"/>
                    <a:pt x="677333" y="491066"/>
                  </a:cubicBezTo>
                  <a:cubicBezTo>
                    <a:pt x="699911" y="479777"/>
                    <a:pt x="727217" y="475049"/>
                    <a:pt x="745066" y="457200"/>
                  </a:cubicBezTo>
                  <a:cubicBezTo>
                    <a:pt x="750711" y="451555"/>
                    <a:pt x="755358" y="444694"/>
                    <a:pt x="762000" y="440266"/>
                  </a:cubicBezTo>
                  <a:cubicBezTo>
                    <a:pt x="772501" y="433265"/>
                    <a:pt x="785365" y="430334"/>
                    <a:pt x="795866" y="423333"/>
                  </a:cubicBezTo>
                  <a:cubicBezTo>
                    <a:pt x="802508" y="418905"/>
                    <a:pt x="806158" y="410828"/>
                    <a:pt x="812800" y="406400"/>
                  </a:cubicBezTo>
                  <a:cubicBezTo>
                    <a:pt x="823301" y="399399"/>
                    <a:pt x="836165" y="396467"/>
                    <a:pt x="846666" y="389466"/>
                  </a:cubicBezTo>
                  <a:cubicBezTo>
                    <a:pt x="853308" y="385038"/>
                    <a:pt x="856755" y="376640"/>
                    <a:pt x="863600" y="372533"/>
                  </a:cubicBezTo>
                  <a:cubicBezTo>
                    <a:pt x="885245" y="359546"/>
                    <a:pt x="908755" y="349955"/>
                    <a:pt x="931333" y="338666"/>
                  </a:cubicBezTo>
                  <a:lnTo>
                    <a:pt x="965200" y="321733"/>
                  </a:lnTo>
                  <a:lnTo>
                    <a:pt x="999066" y="304800"/>
                  </a:lnTo>
                  <a:cubicBezTo>
                    <a:pt x="1021644" y="310444"/>
                    <a:pt x="1043844" y="317907"/>
                    <a:pt x="1066800" y="321733"/>
                  </a:cubicBezTo>
                  <a:cubicBezTo>
                    <a:pt x="1258267" y="353644"/>
                    <a:pt x="1144076" y="319269"/>
                    <a:pt x="1253066" y="355600"/>
                  </a:cubicBezTo>
                  <a:cubicBezTo>
                    <a:pt x="1291325" y="393857"/>
                    <a:pt x="1242965" y="350548"/>
                    <a:pt x="1320800" y="389466"/>
                  </a:cubicBezTo>
                  <a:cubicBezTo>
                    <a:pt x="1327940" y="393036"/>
                    <a:pt x="1330888" y="402293"/>
                    <a:pt x="1337733" y="406400"/>
                  </a:cubicBezTo>
                  <a:cubicBezTo>
                    <a:pt x="1359378" y="419387"/>
                    <a:pt x="1405466" y="440266"/>
                    <a:pt x="1405466" y="440266"/>
                  </a:cubicBezTo>
                  <a:cubicBezTo>
                    <a:pt x="1564457" y="408469"/>
                    <a:pt x="1551400" y="403736"/>
                    <a:pt x="1794933" y="440266"/>
                  </a:cubicBezTo>
                  <a:cubicBezTo>
                    <a:pt x="1810721" y="442634"/>
                    <a:pt x="1814520" y="466993"/>
                    <a:pt x="1828800" y="474133"/>
                  </a:cubicBezTo>
                  <a:cubicBezTo>
                    <a:pt x="1917349" y="518408"/>
                    <a:pt x="1872044" y="501878"/>
                    <a:pt x="1964266" y="524933"/>
                  </a:cubicBezTo>
                  <a:cubicBezTo>
                    <a:pt x="1992488" y="519289"/>
                    <a:pt x="2021011" y="514981"/>
                    <a:pt x="2048933" y="508000"/>
                  </a:cubicBezTo>
                  <a:cubicBezTo>
                    <a:pt x="2090778" y="497539"/>
                    <a:pt x="2098567" y="491649"/>
                    <a:pt x="2133600" y="474133"/>
                  </a:cubicBezTo>
                  <a:cubicBezTo>
                    <a:pt x="2156178" y="479777"/>
                    <a:pt x="2179725" y="482423"/>
                    <a:pt x="2201333" y="491066"/>
                  </a:cubicBezTo>
                  <a:cubicBezTo>
                    <a:pt x="2208745" y="494031"/>
                    <a:pt x="2211126" y="504430"/>
                    <a:pt x="2218266" y="508000"/>
                  </a:cubicBezTo>
                  <a:cubicBezTo>
                    <a:pt x="2234231" y="515983"/>
                    <a:pt x="2252133" y="519289"/>
                    <a:pt x="2269066" y="524933"/>
                  </a:cubicBezTo>
                  <a:cubicBezTo>
                    <a:pt x="2291644" y="519289"/>
                    <a:pt x="2314081" y="513049"/>
                    <a:pt x="2336800" y="508000"/>
                  </a:cubicBezTo>
                  <a:cubicBezTo>
                    <a:pt x="2364896" y="501756"/>
                    <a:pt x="2393792" y="498973"/>
                    <a:pt x="2421466" y="491066"/>
                  </a:cubicBezTo>
                  <a:cubicBezTo>
                    <a:pt x="2433602" y="487599"/>
                    <a:pt x="2442883" y="476208"/>
                    <a:pt x="2455333" y="474133"/>
                  </a:cubicBezTo>
                  <a:cubicBezTo>
                    <a:pt x="2511287" y="464808"/>
                    <a:pt x="2568222" y="462844"/>
                    <a:pt x="2624666" y="457200"/>
                  </a:cubicBezTo>
                  <a:cubicBezTo>
                    <a:pt x="2738089" y="463872"/>
                    <a:pt x="2879114" y="496562"/>
                    <a:pt x="2997200" y="457200"/>
                  </a:cubicBezTo>
                  <a:cubicBezTo>
                    <a:pt x="3021147" y="449218"/>
                    <a:pt x="3042355" y="434622"/>
                    <a:pt x="3064933" y="423333"/>
                  </a:cubicBezTo>
                  <a:lnTo>
                    <a:pt x="3098800" y="406400"/>
                  </a:lnTo>
                  <a:cubicBezTo>
                    <a:pt x="3114765" y="398418"/>
                    <a:pt x="3133194" y="396497"/>
                    <a:pt x="3149600" y="389466"/>
                  </a:cubicBezTo>
                  <a:cubicBezTo>
                    <a:pt x="3172802" y="379522"/>
                    <a:pt x="3217333" y="355600"/>
                    <a:pt x="3217333" y="355600"/>
                  </a:cubicBezTo>
                  <a:cubicBezTo>
                    <a:pt x="3222977" y="338667"/>
                    <a:pt x="3229937" y="322116"/>
                    <a:pt x="3234266" y="304800"/>
                  </a:cubicBezTo>
                  <a:cubicBezTo>
                    <a:pt x="3241247" y="276878"/>
                    <a:pt x="3243293" y="247807"/>
                    <a:pt x="3251200" y="220133"/>
                  </a:cubicBezTo>
                  <a:cubicBezTo>
                    <a:pt x="3254667" y="207997"/>
                    <a:pt x="3258277" y="194151"/>
                    <a:pt x="3268133" y="186266"/>
                  </a:cubicBezTo>
                  <a:cubicBezTo>
                    <a:pt x="3287844" y="170497"/>
                    <a:pt x="3318017" y="170249"/>
                    <a:pt x="3335866" y="152400"/>
                  </a:cubicBezTo>
                  <a:cubicBezTo>
                    <a:pt x="3387661" y="100605"/>
                    <a:pt x="3304653" y="180043"/>
                    <a:pt x="3386666" y="118533"/>
                  </a:cubicBezTo>
                  <a:cubicBezTo>
                    <a:pt x="3399438" y="108954"/>
                    <a:pt x="3409244" y="95955"/>
                    <a:pt x="3420533" y="84666"/>
                  </a:cubicBezTo>
                  <a:cubicBezTo>
                    <a:pt x="3460294" y="44905"/>
                    <a:pt x="3481521" y="69384"/>
                    <a:pt x="3505200" y="33866"/>
                  </a:cubicBezTo>
                  <a:cubicBezTo>
                    <a:pt x="3512201" y="23365"/>
                    <a:pt x="3516489" y="11289"/>
                    <a:pt x="3522133" y="0"/>
                  </a:cubicBezTo>
                  <a:cubicBezTo>
                    <a:pt x="3663244" y="5644"/>
                    <a:pt x="3805173" y="745"/>
                    <a:pt x="3945466" y="16933"/>
                  </a:cubicBezTo>
                  <a:cubicBezTo>
                    <a:pt x="3958004" y="18380"/>
                    <a:pt x="3957712" y="39081"/>
                    <a:pt x="3962400" y="50800"/>
                  </a:cubicBezTo>
                  <a:cubicBezTo>
                    <a:pt x="3969029" y="67373"/>
                    <a:pt x="3972302" y="85194"/>
                    <a:pt x="3979333" y="101600"/>
                  </a:cubicBezTo>
                  <a:cubicBezTo>
                    <a:pt x="3989277" y="124802"/>
                    <a:pt x="4001911" y="146755"/>
                    <a:pt x="4013200" y="169333"/>
                  </a:cubicBezTo>
                  <a:lnTo>
                    <a:pt x="4047066" y="237066"/>
                  </a:lnTo>
                  <a:cubicBezTo>
                    <a:pt x="4050636" y="244206"/>
                    <a:pt x="4059572" y="247358"/>
                    <a:pt x="4064000" y="254000"/>
                  </a:cubicBezTo>
                  <a:cubicBezTo>
                    <a:pt x="4071001" y="264501"/>
                    <a:pt x="4073360" y="277769"/>
                    <a:pt x="4080933" y="287866"/>
                  </a:cubicBezTo>
                  <a:cubicBezTo>
                    <a:pt x="4117555" y="336695"/>
                    <a:pt x="4105398" y="309820"/>
                    <a:pt x="4148666" y="338666"/>
                  </a:cubicBezTo>
                  <a:cubicBezTo>
                    <a:pt x="4155308" y="343094"/>
                    <a:pt x="4158958" y="351172"/>
                    <a:pt x="4165600" y="355600"/>
                  </a:cubicBezTo>
                  <a:cubicBezTo>
                    <a:pt x="4195384" y="375456"/>
                    <a:pt x="4215844" y="375697"/>
                    <a:pt x="4250266" y="389466"/>
                  </a:cubicBezTo>
                  <a:cubicBezTo>
                    <a:pt x="4261985" y="394154"/>
                    <a:pt x="4272159" y="402409"/>
                    <a:pt x="4284133" y="406400"/>
                  </a:cubicBezTo>
                  <a:cubicBezTo>
                    <a:pt x="4306211" y="413759"/>
                    <a:pt x="4330075" y="415161"/>
                    <a:pt x="4351866" y="423333"/>
                  </a:cubicBezTo>
                  <a:lnTo>
                    <a:pt x="4453466" y="474133"/>
                  </a:lnTo>
                  <a:cubicBezTo>
                    <a:pt x="4469431" y="482115"/>
                    <a:pt x="4487333" y="485422"/>
                    <a:pt x="4504266" y="491066"/>
                  </a:cubicBezTo>
                  <a:lnTo>
                    <a:pt x="4605866" y="474133"/>
                  </a:lnTo>
                  <a:cubicBezTo>
                    <a:pt x="4645314" y="468064"/>
                    <a:pt x="4687342" y="472023"/>
                    <a:pt x="4724400" y="457200"/>
                  </a:cubicBezTo>
                  <a:cubicBezTo>
                    <a:pt x="4746635" y="448306"/>
                    <a:pt x="4753781" y="417110"/>
                    <a:pt x="4775200" y="406400"/>
                  </a:cubicBezTo>
                  <a:lnTo>
                    <a:pt x="4809066" y="389466"/>
                  </a:lnTo>
                  <a:cubicBezTo>
                    <a:pt x="5261917" y="424301"/>
                    <a:pt x="5117682" y="357510"/>
                    <a:pt x="5283200" y="440266"/>
                  </a:cubicBezTo>
                  <a:cubicBezTo>
                    <a:pt x="5288844" y="445911"/>
                    <a:pt x="5293491" y="452772"/>
                    <a:pt x="5300133" y="457200"/>
                  </a:cubicBezTo>
                  <a:cubicBezTo>
                    <a:pt x="5381209" y="511251"/>
                    <a:pt x="5469865" y="464429"/>
                    <a:pt x="5571066" y="457200"/>
                  </a:cubicBezTo>
                  <a:cubicBezTo>
                    <a:pt x="5863522" y="408457"/>
                    <a:pt x="5705732" y="419050"/>
                    <a:pt x="6045200" y="440266"/>
                  </a:cubicBezTo>
                  <a:cubicBezTo>
                    <a:pt x="6090355" y="434622"/>
                    <a:pt x="6137078" y="436409"/>
                    <a:pt x="6180666" y="423333"/>
                  </a:cubicBezTo>
                  <a:cubicBezTo>
                    <a:pt x="6195958" y="418745"/>
                    <a:pt x="6203244" y="400755"/>
                    <a:pt x="6214533" y="389466"/>
                  </a:cubicBezTo>
                  <a:cubicBezTo>
                    <a:pt x="6232382" y="371617"/>
                    <a:pt x="6259688" y="366889"/>
                    <a:pt x="6282266" y="355600"/>
                  </a:cubicBezTo>
                  <a:cubicBezTo>
                    <a:pt x="6289406" y="352030"/>
                    <a:pt x="6292558" y="343094"/>
                    <a:pt x="6299200" y="338666"/>
                  </a:cubicBezTo>
                  <a:cubicBezTo>
                    <a:pt x="6309701" y="331665"/>
                    <a:pt x="6322969" y="329306"/>
                    <a:pt x="6333066" y="321733"/>
                  </a:cubicBezTo>
                  <a:cubicBezTo>
                    <a:pt x="6345838" y="312154"/>
                    <a:pt x="6352653" y="295006"/>
                    <a:pt x="6366933" y="287866"/>
                  </a:cubicBezTo>
                  <a:lnTo>
                    <a:pt x="6434666" y="254000"/>
                  </a:lnTo>
                  <a:cubicBezTo>
                    <a:pt x="6440311" y="237067"/>
                    <a:pt x="6443618" y="219165"/>
                    <a:pt x="6451600" y="203200"/>
                  </a:cubicBezTo>
                  <a:cubicBezTo>
                    <a:pt x="6455170" y="196060"/>
                    <a:pt x="6466009" y="193839"/>
                    <a:pt x="6468533" y="186266"/>
                  </a:cubicBezTo>
                  <a:cubicBezTo>
                    <a:pt x="6526753" y="11602"/>
                    <a:pt x="6455574" y="161382"/>
                    <a:pt x="6502400" y="67733"/>
                  </a:cubicBezTo>
                  <a:lnTo>
                    <a:pt x="6493933" y="33866"/>
                  </a:lnTo>
                </a:path>
              </a:pathLst>
            </a:custGeom>
            <a:noFill/>
            <a:ln>
              <a:solidFill>
                <a:srgbClr val="92D05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5489DC7-BAF4-4DA7-A0AE-B236E07F0FC0}"/>
              </a:ext>
            </a:extLst>
          </p:cNvPr>
          <p:cNvCxnSpPr>
            <a:cxnSpLocks/>
          </p:cNvCxnSpPr>
          <p:nvPr/>
        </p:nvCxnSpPr>
        <p:spPr>
          <a:xfrm>
            <a:off x="4007286" y="2170489"/>
            <a:ext cx="0" cy="155920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extBox 76">
            <a:extLst>
              <a:ext uri="{FF2B5EF4-FFF2-40B4-BE49-F238E27FC236}">
                <a16:creationId xmlns:a16="http://schemas.microsoft.com/office/drawing/2014/main" id="{B9981648-23E5-4008-BC0B-94E1404B2B18}"/>
              </a:ext>
            </a:extLst>
          </p:cNvPr>
          <p:cNvSpPr txBox="1"/>
          <p:nvPr/>
        </p:nvSpPr>
        <p:spPr>
          <a:xfrm>
            <a:off x="1265466" y="4723001"/>
            <a:ext cx="129924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기준부하 및 목표사용량 확인</a:t>
            </a:r>
          </a:p>
        </p:txBody>
      </p:sp>
      <p:pic>
        <p:nvPicPr>
          <p:cNvPr id="80" name="Picture 2" descr="standardì ëí ì´ë¯¸ì§ ê²ìê²°ê³¼">
            <a:extLst>
              <a:ext uri="{FF2B5EF4-FFF2-40B4-BE49-F238E27FC236}">
                <a16:creationId xmlns:a16="http://schemas.microsoft.com/office/drawing/2014/main" id="{AC5EC0E2-05B8-4431-A21D-4157002CD8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4539" y="4732085"/>
            <a:ext cx="170228" cy="1702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DEE5AE66-DE1E-4103-8EAE-44458912ABD4}"/>
              </a:ext>
            </a:extLst>
          </p:cNvPr>
          <p:cNvCxnSpPr/>
          <p:nvPr/>
        </p:nvCxnSpPr>
        <p:spPr>
          <a:xfrm>
            <a:off x="6825208" y="1990428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A32831B-C9B4-47BB-8CC9-586C2D0E968A}"/>
              </a:ext>
            </a:extLst>
          </p:cNvPr>
          <p:cNvSpPr/>
          <p:nvPr/>
        </p:nvSpPr>
        <p:spPr>
          <a:xfrm>
            <a:off x="7401272" y="186820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89" name="표 88">
            <a:extLst>
              <a:ext uri="{FF2B5EF4-FFF2-40B4-BE49-F238E27FC236}">
                <a16:creationId xmlns:a16="http://schemas.microsoft.com/office/drawing/2014/main" id="{CE3349C9-5683-45A2-8FC3-AD92144B6A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5911441"/>
              </p:ext>
            </p:extLst>
          </p:nvPr>
        </p:nvGraphicFramePr>
        <p:xfrm>
          <a:off x="278113" y="3956432"/>
          <a:ext cx="7915251" cy="1780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091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오늘 사용량</a:t>
                      </a:r>
                      <a:endParaRPr lang="en-US" altLang="ko-KR" sz="7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540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520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E40D1018-6CBC-40B7-B1F4-216BD3CE9F99}"/>
              </a:ext>
            </a:extLst>
          </p:cNvPr>
          <p:cNvGrpSpPr/>
          <p:nvPr/>
        </p:nvGrpSpPr>
        <p:grpSpPr>
          <a:xfrm>
            <a:off x="1052542" y="2637400"/>
            <a:ext cx="6957238" cy="915271"/>
            <a:chOff x="1437877" y="2825423"/>
            <a:chExt cx="7060643" cy="1532488"/>
          </a:xfrm>
        </p:grpSpPr>
        <p:sp>
          <p:nvSpPr>
            <p:cNvPr id="90" name="자유형 83">
              <a:extLst>
                <a:ext uri="{FF2B5EF4-FFF2-40B4-BE49-F238E27FC236}">
                  <a16:creationId xmlns:a16="http://schemas.microsoft.com/office/drawing/2014/main" id="{A39665F4-B5AB-4676-B20B-5419FD61ADA3}"/>
                </a:ext>
              </a:extLst>
            </p:cNvPr>
            <p:cNvSpPr/>
            <p:nvPr/>
          </p:nvSpPr>
          <p:spPr>
            <a:xfrm>
              <a:off x="1437877" y="2831156"/>
              <a:ext cx="3422156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 w="9525">
              <a:solidFill>
                <a:schemeClr val="bg1">
                  <a:lumMod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1" name="자유형 33">
              <a:extLst>
                <a:ext uri="{FF2B5EF4-FFF2-40B4-BE49-F238E27FC236}">
                  <a16:creationId xmlns:a16="http://schemas.microsoft.com/office/drawing/2014/main" id="{842C8874-7A4A-4457-AB0F-4A8403F74528}"/>
                </a:ext>
              </a:extLst>
            </p:cNvPr>
            <p:cNvSpPr/>
            <p:nvPr/>
          </p:nvSpPr>
          <p:spPr>
            <a:xfrm flipH="1">
              <a:off x="4815075" y="2825423"/>
              <a:ext cx="3683445" cy="1526755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 w="9525">
              <a:solidFill>
                <a:schemeClr val="bg1">
                  <a:lumMod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E47AF898-9415-4EAE-8FDE-58B21D29C98D}"/>
              </a:ext>
            </a:extLst>
          </p:cNvPr>
          <p:cNvSpPr txBox="1"/>
          <p:nvPr/>
        </p:nvSpPr>
        <p:spPr>
          <a:xfrm>
            <a:off x="7221250" y="4239809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FBA4C34C-4B9A-4E4A-8463-AC1E6E032FF5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5DA9481D-0EA9-465C-B030-38B46DFCFE44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9DC02225-1C17-419B-AB93-5A0A6F86EE64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793AC099-C48F-43C2-8561-1047D6E397A8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E54445F5-AB0B-4E78-992C-EE3A60B07476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ABFF3CB-F6E3-47A6-A5D1-CABC6A841DD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06" name="타원형 설명선 205"/>
          <p:cNvSpPr/>
          <p:nvPr/>
        </p:nvSpPr>
        <p:spPr>
          <a:xfrm>
            <a:off x="139394" y="4539373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1018539" y="452012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2089161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778826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973650" y="14206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197170" y="175963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14116" y="383517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6933244" y="407707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17191" y="207026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954473" y="142062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4" name="타원형 설명선 225">
            <a:extLst>
              <a:ext uri="{FF2B5EF4-FFF2-40B4-BE49-F238E27FC236}">
                <a16:creationId xmlns:a16="http://schemas.microsoft.com/office/drawing/2014/main" id="{44E0B448-54D8-47CC-B98E-7F850A8E052A}"/>
              </a:ext>
            </a:extLst>
          </p:cNvPr>
          <p:cNvSpPr/>
          <p:nvPr/>
        </p:nvSpPr>
        <p:spPr>
          <a:xfrm>
            <a:off x="5884248" y="456106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5" name="표 94">
            <a:extLst>
              <a:ext uri="{FF2B5EF4-FFF2-40B4-BE49-F238E27FC236}">
                <a16:creationId xmlns:a16="http://schemas.microsoft.com/office/drawing/2014/main" id="{96E75D4E-9467-4C4F-80B6-564E8DCFF2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1693844"/>
              </p:ext>
            </p:extLst>
          </p:nvPr>
        </p:nvGraphicFramePr>
        <p:xfrm>
          <a:off x="983500" y="5410006"/>
          <a:ext cx="3788722" cy="5438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후 추가 예정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96" name="타원형 설명선 225">
            <a:extLst>
              <a:ext uri="{FF2B5EF4-FFF2-40B4-BE49-F238E27FC236}">
                <a16:creationId xmlns:a16="http://schemas.microsoft.com/office/drawing/2014/main" id="{AEE2D941-2D5C-4384-8E8B-C7A038987EA5}"/>
              </a:ext>
            </a:extLst>
          </p:cNvPr>
          <p:cNvSpPr/>
          <p:nvPr/>
        </p:nvSpPr>
        <p:spPr>
          <a:xfrm>
            <a:off x="982832" y="5180115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57981DB3-6609-4C7B-9AC1-B099067EA557}"/>
              </a:ext>
            </a:extLst>
          </p:cNvPr>
          <p:cNvSpPr/>
          <p:nvPr/>
        </p:nvSpPr>
        <p:spPr>
          <a:xfrm>
            <a:off x="7612554" y="1564415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138040211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4510639"/>
              </p:ext>
            </p:extLst>
          </p:nvPr>
        </p:nvGraphicFramePr>
        <p:xfrm>
          <a:off x="8469313" y="276225"/>
          <a:ext cx="1404000" cy="538195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시간대별 기준부하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시간대별 기준부하 표시 기준 확인 필요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 표시 </a:t>
                      </a:r>
                      <a:r>
                        <a:rPr kumimoji="1" lang="ko-KR" altLang="en-U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항목의 정보를 표시함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기준부하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(CBL),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목표사용량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현재시간을 기준으로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툴팁을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팝업하며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마우스 이동의 영향을 받지 않고 고정 위치에 팝업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624454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기준부하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해당 시간 대의 기준 부하를 표시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해당 기준을 넘어설 경우 알람 발생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목표사용량 표시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시간 대의 목표사용량 범위를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목표사용량 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=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기준부하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(CBL)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감축용량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 정보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다음과 같은 감축 정보를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감축시간대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고객기준부하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계약용량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목표사용량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이행률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 정보 표는 하단 표 펼치기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접기의 영향을 받지 않음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감축시간대는 총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시간이므로 표는 최대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열까지만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존재함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52043"/>
            <a:ext cx="8208912" cy="476518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DR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7424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239315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297791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8513AA0-501E-41AA-A36E-386D57118C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9156857"/>
              </p:ext>
            </p:extLst>
          </p:nvPr>
        </p:nvGraphicFramePr>
        <p:xfrm>
          <a:off x="278100" y="2276872"/>
          <a:ext cx="7915258" cy="1786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44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9802655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423982244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215763484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826529500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0773476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3841944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749036958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675851017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466669195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667275161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1235731143"/>
                    </a:ext>
                  </a:extLst>
                </a:gridCol>
                <a:gridCol w="304433">
                  <a:extLst>
                    <a:ext uri="{9D8B030D-6E8A-4147-A177-3AD203B41FA5}">
                      <a16:colId xmlns:a16="http://schemas.microsoft.com/office/drawing/2014/main" val="3913681239"/>
                    </a:ext>
                  </a:extLst>
                </a:gridCol>
              </a:tblGrid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5277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00A71007-406C-4F0A-9589-C33EC6950CD4}"/>
              </a:ext>
            </a:extLst>
          </p:cNvPr>
          <p:cNvCxnSpPr>
            <a:cxnSpLocks/>
          </p:cNvCxnSpPr>
          <p:nvPr/>
        </p:nvCxnSpPr>
        <p:spPr>
          <a:xfrm>
            <a:off x="980534" y="3307055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FA8F809F-54BE-465D-850D-4493686FD5EF}"/>
              </a:ext>
            </a:extLst>
          </p:cNvPr>
          <p:cNvCxnSpPr>
            <a:cxnSpLocks/>
          </p:cNvCxnSpPr>
          <p:nvPr/>
        </p:nvCxnSpPr>
        <p:spPr>
          <a:xfrm>
            <a:off x="980534" y="2730991"/>
            <a:ext cx="7147615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D9588942-263D-40FC-BFC0-08F3E586D052}"/>
              </a:ext>
            </a:extLst>
          </p:cNvPr>
          <p:cNvGrpSpPr/>
          <p:nvPr/>
        </p:nvGrpSpPr>
        <p:grpSpPr>
          <a:xfrm>
            <a:off x="278100" y="5177936"/>
            <a:ext cx="862386" cy="211955"/>
            <a:chOff x="4861742" y="3907374"/>
            <a:chExt cx="862386" cy="211955"/>
          </a:xfrm>
        </p:grpSpPr>
        <p:pic>
          <p:nvPicPr>
            <p:cNvPr id="55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303A80C4-1726-4946-B2C9-AFB0384A81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8C76E1C6-D0C8-4686-8383-1C27793CB40A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9E138EB3-61CC-47EA-9FB4-544BC6F0C7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9525142"/>
              </p:ext>
            </p:extLst>
          </p:nvPr>
        </p:nvGraphicFramePr>
        <p:xfrm>
          <a:off x="278100" y="4292628"/>
          <a:ext cx="7915252" cy="3424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60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245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75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129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129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129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1298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451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29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감축시간대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사용량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(kW)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고객기준부하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(kW)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계약용량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(kW)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목표사용량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kW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감축량</a:t>
                      </a:r>
                      <a:r>
                        <a:rPr lang="en-US" altLang="ko-KR" sz="8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(kW)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이행률</a:t>
                      </a:r>
                      <a:endParaRPr lang="ko-KR" altLang="en-US" sz="8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2016-01-14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16:00~17:00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5,000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4,250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106.25%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2016-01-14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17:00~18:00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5,500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1,500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4,700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117.50%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8" name="직사각형 57">
            <a:extLst>
              <a:ext uri="{FF2B5EF4-FFF2-40B4-BE49-F238E27FC236}">
                <a16:creationId xmlns:a16="http://schemas.microsoft.com/office/drawing/2014/main" id="{B6A727E2-248A-436E-B72F-418234D9B063}"/>
              </a:ext>
            </a:extLst>
          </p:cNvPr>
          <p:cNvSpPr/>
          <p:nvPr/>
        </p:nvSpPr>
        <p:spPr>
          <a:xfrm>
            <a:off x="6177136" y="5009769"/>
            <a:ext cx="612068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9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현재 사용량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6851EB33-FF02-4502-AA74-0E2287D10C5B}"/>
              </a:ext>
            </a:extLst>
          </p:cNvPr>
          <p:cNvSpPr/>
          <p:nvPr/>
        </p:nvSpPr>
        <p:spPr>
          <a:xfrm>
            <a:off x="6831082" y="4937760"/>
            <a:ext cx="894226" cy="5490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850</a:t>
            </a:r>
            <a:endParaRPr lang="ko-KR" altLang="en-US" sz="32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DB27ADF9-043F-4BD2-ACC3-94559DC62950}"/>
              </a:ext>
            </a:extLst>
          </p:cNvPr>
          <p:cNvSpPr/>
          <p:nvPr/>
        </p:nvSpPr>
        <p:spPr>
          <a:xfrm>
            <a:off x="7797316" y="5009769"/>
            <a:ext cx="360040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>
              <a:lnSpc>
                <a:spcPct val="150000"/>
              </a:lnSpc>
            </a:pPr>
            <a:r>
              <a:rPr lang="en-US" altLang="ko-KR" sz="900" b="1" dirty="0">
                <a:solidFill>
                  <a:srgbClr val="FF6600"/>
                </a:solidFill>
                <a:latin typeface="맑은 고딕" pitchFamily="50" charset="-127"/>
                <a:ea typeface="맑은 고딕" pitchFamily="50" charset="-127"/>
              </a:rPr>
              <a:t>kWh</a:t>
            </a:r>
            <a:endParaRPr lang="ko-KR" altLang="en-US" sz="900" b="1" dirty="0">
              <a:solidFill>
                <a:srgbClr val="FF66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2" name="자유형 10">
            <a:extLst>
              <a:ext uri="{FF2B5EF4-FFF2-40B4-BE49-F238E27FC236}">
                <a16:creationId xmlns:a16="http://schemas.microsoft.com/office/drawing/2014/main" id="{1414ED20-0E3B-4642-9AE6-452F5986E6D0}"/>
              </a:ext>
            </a:extLst>
          </p:cNvPr>
          <p:cNvSpPr/>
          <p:nvPr/>
        </p:nvSpPr>
        <p:spPr>
          <a:xfrm>
            <a:off x="1052542" y="2735517"/>
            <a:ext cx="2949900" cy="907078"/>
          </a:xfrm>
          <a:custGeom>
            <a:avLst/>
            <a:gdLst>
              <a:gd name="connsiteX0" fmla="*/ 0 w 6477000"/>
              <a:gd name="connsiteY0" fmla="*/ 1208046 h 1208046"/>
              <a:gd name="connsiteX1" fmla="*/ 33867 w 6477000"/>
              <a:gd name="connsiteY1" fmla="*/ 1157246 h 1208046"/>
              <a:gd name="connsiteX2" fmla="*/ 67734 w 6477000"/>
              <a:gd name="connsiteY2" fmla="*/ 1140313 h 1208046"/>
              <a:gd name="connsiteX3" fmla="*/ 101600 w 6477000"/>
              <a:gd name="connsiteY3" fmla="*/ 1072580 h 1208046"/>
              <a:gd name="connsiteX4" fmla="*/ 118534 w 6477000"/>
              <a:gd name="connsiteY4" fmla="*/ 1055646 h 1208046"/>
              <a:gd name="connsiteX5" fmla="*/ 152400 w 6477000"/>
              <a:gd name="connsiteY5" fmla="*/ 937113 h 1208046"/>
              <a:gd name="connsiteX6" fmla="*/ 169334 w 6477000"/>
              <a:gd name="connsiteY6" fmla="*/ 903246 h 1208046"/>
              <a:gd name="connsiteX7" fmla="*/ 203200 w 6477000"/>
              <a:gd name="connsiteY7" fmla="*/ 818580 h 1208046"/>
              <a:gd name="connsiteX8" fmla="*/ 220134 w 6477000"/>
              <a:gd name="connsiteY8" fmla="*/ 801646 h 1208046"/>
              <a:gd name="connsiteX9" fmla="*/ 237067 w 6477000"/>
              <a:gd name="connsiteY9" fmla="*/ 750846 h 1208046"/>
              <a:gd name="connsiteX10" fmla="*/ 304800 w 6477000"/>
              <a:gd name="connsiteY10" fmla="*/ 750846 h 1208046"/>
              <a:gd name="connsiteX11" fmla="*/ 321734 w 6477000"/>
              <a:gd name="connsiteY11" fmla="*/ 767780 h 1208046"/>
              <a:gd name="connsiteX12" fmla="*/ 355600 w 6477000"/>
              <a:gd name="connsiteY12" fmla="*/ 784713 h 1208046"/>
              <a:gd name="connsiteX13" fmla="*/ 508000 w 6477000"/>
              <a:gd name="connsiteY13" fmla="*/ 750846 h 1208046"/>
              <a:gd name="connsiteX14" fmla="*/ 575734 w 6477000"/>
              <a:gd name="connsiteY14" fmla="*/ 716980 h 1208046"/>
              <a:gd name="connsiteX15" fmla="*/ 643467 w 6477000"/>
              <a:gd name="connsiteY15" fmla="*/ 683113 h 1208046"/>
              <a:gd name="connsiteX16" fmla="*/ 677334 w 6477000"/>
              <a:gd name="connsiteY16" fmla="*/ 666180 h 1208046"/>
              <a:gd name="connsiteX17" fmla="*/ 762000 w 6477000"/>
              <a:gd name="connsiteY17" fmla="*/ 615380 h 1208046"/>
              <a:gd name="connsiteX18" fmla="*/ 778934 w 6477000"/>
              <a:gd name="connsiteY18" fmla="*/ 598446 h 1208046"/>
              <a:gd name="connsiteX19" fmla="*/ 812800 w 6477000"/>
              <a:gd name="connsiteY19" fmla="*/ 581513 h 1208046"/>
              <a:gd name="connsiteX20" fmla="*/ 965200 w 6477000"/>
              <a:gd name="connsiteY20" fmla="*/ 598446 h 1208046"/>
              <a:gd name="connsiteX21" fmla="*/ 1032934 w 6477000"/>
              <a:gd name="connsiteY21" fmla="*/ 615380 h 1208046"/>
              <a:gd name="connsiteX22" fmla="*/ 1202267 w 6477000"/>
              <a:gd name="connsiteY22" fmla="*/ 598446 h 1208046"/>
              <a:gd name="connsiteX23" fmla="*/ 1270000 w 6477000"/>
              <a:gd name="connsiteY23" fmla="*/ 564580 h 1208046"/>
              <a:gd name="connsiteX24" fmla="*/ 1303867 w 6477000"/>
              <a:gd name="connsiteY24" fmla="*/ 547646 h 1208046"/>
              <a:gd name="connsiteX25" fmla="*/ 1354667 w 6477000"/>
              <a:gd name="connsiteY25" fmla="*/ 530713 h 1208046"/>
              <a:gd name="connsiteX26" fmla="*/ 1388534 w 6477000"/>
              <a:gd name="connsiteY26" fmla="*/ 513780 h 1208046"/>
              <a:gd name="connsiteX27" fmla="*/ 1557867 w 6477000"/>
              <a:gd name="connsiteY27" fmla="*/ 496846 h 1208046"/>
              <a:gd name="connsiteX28" fmla="*/ 1964267 w 6477000"/>
              <a:gd name="connsiteY28" fmla="*/ 462980 h 1208046"/>
              <a:gd name="connsiteX29" fmla="*/ 2082800 w 6477000"/>
              <a:gd name="connsiteY29" fmla="*/ 412180 h 1208046"/>
              <a:gd name="connsiteX30" fmla="*/ 2133600 w 6477000"/>
              <a:gd name="connsiteY30" fmla="*/ 361380 h 1208046"/>
              <a:gd name="connsiteX31" fmla="*/ 2150534 w 6477000"/>
              <a:gd name="connsiteY31" fmla="*/ 344446 h 1208046"/>
              <a:gd name="connsiteX32" fmla="*/ 2201334 w 6477000"/>
              <a:gd name="connsiteY32" fmla="*/ 310580 h 1208046"/>
              <a:gd name="connsiteX33" fmla="*/ 2455334 w 6477000"/>
              <a:gd name="connsiteY33" fmla="*/ 327513 h 1208046"/>
              <a:gd name="connsiteX34" fmla="*/ 2489200 w 6477000"/>
              <a:gd name="connsiteY34" fmla="*/ 361380 h 1208046"/>
              <a:gd name="connsiteX35" fmla="*/ 2624667 w 6477000"/>
              <a:gd name="connsiteY35" fmla="*/ 378313 h 1208046"/>
              <a:gd name="connsiteX36" fmla="*/ 2726267 w 6477000"/>
              <a:gd name="connsiteY36" fmla="*/ 395246 h 1208046"/>
              <a:gd name="connsiteX37" fmla="*/ 2980267 w 6477000"/>
              <a:gd name="connsiteY37" fmla="*/ 378313 h 1208046"/>
              <a:gd name="connsiteX38" fmla="*/ 3149600 w 6477000"/>
              <a:gd name="connsiteY38" fmla="*/ 344446 h 1208046"/>
              <a:gd name="connsiteX39" fmla="*/ 3183467 w 6477000"/>
              <a:gd name="connsiteY39" fmla="*/ 327513 h 1208046"/>
              <a:gd name="connsiteX40" fmla="*/ 3420534 w 6477000"/>
              <a:gd name="connsiteY40" fmla="*/ 344446 h 1208046"/>
              <a:gd name="connsiteX41" fmla="*/ 3589867 w 6477000"/>
              <a:gd name="connsiteY41" fmla="*/ 378313 h 1208046"/>
              <a:gd name="connsiteX42" fmla="*/ 3674534 w 6477000"/>
              <a:gd name="connsiteY42" fmla="*/ 395246 h 1208046"/>
              <a:gd name="connsiteX43" fmla="*/ 3877734 w 6477000"/>
              <a:gd name="connsiteY43" fmla="*/ 429113 h 1208046"/>
              <a:gd name="connsiteX44" fmla="*/ 4047067 w 6477000"/>
              <a:gd name="connsiteY44" fmla="*/ 462980 h 1208046"/>
              <a:gd name="connsiteX45" fmla="*/ 4284134 w 6477000"/>
              <a:gd name="connsiteY45" fmla="*/ 446046 h 1208046"/>
              <a:gd name="connsiteX46" fmla="*/ 4402667 w 6477000"/>
              <a:gd name="connsiteY46" fmla="*/ 412180 h 1208046"/>
              <a:gd name="connsiteX47" fmla="*/ 4436534 w 6477000"/>
              <a:gd name="connsiteY47" fmla="*/ 395246 h 1208046"/>
              <a:gd name="connsiteX48" fmla="*/ 4521200 w 6477000"/>
              <a:gd name="connsiteY48" fmla="*/ 378313 h 1208046"/>
              <a:gd name="connsiteX49" fmla="*/ 4605867 w 6477000"/>
              <a:gd name="connsiteY49" fmla="*/ 395246 h 1208046"/>
              <a:gd name="connsiteX50" fmla="*/ 4673600 w 6477000"/>
              <a:gd name="connsiteY50" fmla="*/ 412180 h 1208046"/>
              <a:gd name="connsiteX51" fmla="*/ 4859867 w 6477000"/>
              <a:gd name="connsiteY51" fmla="*/ 395246 h 1208046"/>
              <a:gd name="connsiteX52" fmla="*/ 4978400 w 6477000"/>
              <a:gd name="connsiteY52" fmla="*/ 361380 h 1208046"/>
              <a:gd name="connsiteX53" fmla="*/ 5080000 w 6477000"/>
              <a:gd name="connsiteY53" fmla="*/ 310580 h 1208046"/>
              <a:gd name="connsiteX54" fmla="*/ 5096934 w 6477000"/>
              <a:gd name="connsiteY54" fmla="*/ 293646 h 1208046"/>
              <a:gd name="connsiteX55" fmla="*/ 5130800 w 6477000"/>
              <a:gd name="connsiteY55" fmla="*/ 276713 h 1208046"/>
              <a:gd name="connsiteX56" fmla="*/ 5164667 w 6477000"/>
              <a:gd name="connsiteY56" fmla="*/ 242846 h 1208046"/>
              <a:gd name="connsiteX57" fmla="*/ 5181600 w 6477000"/>
              <a:gd name="connsiteY57" fmla="*/ 208980 h 1208046"/>
              <a:gd name="connsiteX58" fmla="*/ 5232400 w 6477000"/>
              <a:gd name="connsiteY58" fmla="*/ 192046 h 1208046"/>
              <a:gd name="connsiteX59" fmla="*/ 5401734 w 6477000"/>
              <a:gd name="connsiteY59" fmla="*/ 141246 h 1208046"/>
              <a:gd name="connsiteX60" fmla="*/ 5486400 w 6477000"/>
              <a:gd name="connsiteY60" fmla="*/ 107380 h 1208046"/>
              <a:gd name="connsiteX61" fmla="*/ 5537200 w 6477000"/>
              <a:gd name="connsiteY61" fmla="*/ 90446 h 1208046"/>
              <a:gd name="connsiteX62" fmla="*/ 5638800 w 6477000"/>
              <a:gd name="connsiteY62" fmla="*/ 107380 h 1208046"/>
              <a:gd name="connsiteX63" fmla="*/ 5672667 w 6477000"/>
              <a:gd name="connsiteY63" fmla="*/ 124313 h 1208046"/>
              <a:gd name="connsiteX64" fmla="*/ 5723467 w 6477000"/>
              <a:gd name="connsiteY64" fmla="*/ 141246 h 1208046"/>
              <a:gd name="connsiteX65" fmla="*/ 5757334 w 6477000"/>
              <a:gd name="connsiteY65" fmla="*/ 158180 h 1208046"/>
              <a:gd name="connsiteX66" fmla="*/ 5926667 w 6477000"/>
              <a:gd name="connsiteY66" fmla="*/ 175113 h 1208046"/>
              <a:gd name="connsiteX67" fmla="*/ 5994400 w 6477000"/>
              <a:gd name="connsiteY67" fmla="*/ 141246 h 1208046"/>
              <a:gd name="connsiteX68" fmla="*/ 6011334 w 6477000"/>
              <a:gd name="connsiteY68" fmla="*/ 124313 h 1208046"/>
              <a:gd name="connsiteX69" fmla="*/ 6079067 w 6477000"/>
              <a:gd name="connsiteY69" fmla="*/ 90446 h 1208046"/>
              <a:gd name="connsiteX70" fmla="*/ 6180667 w 6477000"/>
              <a:gd name="connsiteY70" fmla="*/ 39646 h 1208046"/>
              <a:gd name="connsiteX71" fmla="*/ 6316134 w 6477000"/>
              <a:gd name="connsiteY71" fmla="*/ 5780 h 1208046"/>
              <a:gd name="connsiteX72" fmla="*/ 6477000 w 6477000"/>
              <a:gd name="connsiteY72" fmla="*/ 5780 h 1208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6477000" h="1208046">
                <a:moveTo>
                  <a:pt x="0" y="1208046"/>
                </a:moveTo>
                <a:cubicBezTo>
                  <a:pt x="11289" y="1191113"/>
                  <a:pt x="19476" y="1171637"/>
                  <a:pt x="33867" y="1157246"/>
                </a:cubicBezTo>
                <a:cubicBezTo>
                  <a:pt x="42792" y="1148321"/>
                  <a:pt x="59849" y="1150169"/>
                  <a:pt x="67734" y="1140313"/>
                </a:cubicBezTo>
                <a:cubicBezTo>
                  <a:pt x="83503" y="1120602"/>
                  <a:pt x="83751" y="1090429"/>
                  <a:pt x="101600" y="1072580"/>
                </a:cubicBezTo>
                <a:lnTo>
                  <a:pt x="118534" y="1055646"/>
                </a:lnTo>
                <a:cubicBezTo>
                  <a:pt x="129237" y="1012832"/>
                  <a:pt x="136206" y="977598"/>
                  <a:pt x="152400" y="937113"/>
                </a:cubicBezTo>
                <a:cubicBezTo>
                  <a:pt x="157088" y="925394"/>
                  <a:pt x="164646" y="914965"/>
                  <a:pt x="169334" y="903246"/>
                </a:cubicBezTo>
                <a:cubicBezTo>
                  <a:pt x="183103" y="868824"/>
                  <a:pt x="183344" y="848364"/>
                  <a:pt x="203200" y="818580"/>
                </a:cubicBezTo>
                <a:cubicBezTo>
                  <a:pt x="207628" y="811938"/>
                  <a:pt x="214489" y="807291"/>
                  <a:pt x="220134" y="801646"/>
                </a:cubicBezTo>
                <a:cubicBezTo>
                  <a:pt x="225778" y="784713"/>
                  <a:pt x="226357" y="765125"/>
                  <a:pt x="237067" y="750846"/>
                </a:cubicBezTo>
                <a:cubicBezTo>
                  <a:pt x="259645" y="720743"/>
                  <a:pt x="282223" y="735794"/>
                  <a:pt x="304800" y="750846"/>
                </a:cubicBezTo>
                <a:cubicBezTo>
                  <a:pt x="311442" y="755274"/>
                  <a:pt x="315092" y="763352"/>
                  <a:pt x="321734" y="767780"/>
                </a:cubicBezTo>
                <a:cubicBezTo>
                  <a:pt x="332235" y="774781"/>
                  <a:pt x="344311" y="779069"/>
                  <a:pt x="355600" y="784713"/>
                </a:cubicBezTo>
                <a:cubicBezTo>
                  <a:pt x="378600" y="780113"/>
                  <a:pt x="480662" y="761098"/>
                  <a:pt x="508000" y="750846"/>
                </a:cubicBezTo>
                <a:cubicBezTo>
                  <a:pt x="531636" y="741983"/>
                  <a:pt x="553156" y="728269"/>
                  <a:pt x="575734" y="716980"/>
                </a:cubicBezTo>
                <a:lnTo>
                  <a:pt x="643467" y="683113"/>
                </a:lnTo>
                <a:lnTo>
                  <a:pt x="677334" y="666180"/>
                </a:lnTo>
                <a:cubicBezTo>
                  <a:pt x="712116" y="631396"/>
                  <a:pt x="687127" y="652816"/>
                  <a:pt x="762000" y="615380"/>
                </a:cubicBezTo>
                <a:cubicBezTo>
                  <a:pt x="769140" y="611810"/>
                  <a:pt x="772292" y="602874"/>
                  <a:pt x="778934" y="598446"/>
                </a:cubicBezTo>
                <a:cubicBezTo>
                  <a:pt x="789435" y="591445"/>
                  <a:pt x="801511" y="587157"/>
                  <a:pt x="812800" y="581513"/>
                </a:cubicBezTo>
                <a:cubicBezTo>
                  <a:pt x="863600" y="587157"/>
                  <a:pt x="914682" y="590674"/>
                  <a:pt x="965200" y="598446"/>
                </a:cubicBezTo>
                <a:cubicBezTo>
                  <a:pt x="988202" y="601985"/>
                  <a:pt x="1009661" y="615380"/>
                  <a:pt x="1032934" y="615380"/>
                </a:cubicBezTo>
                <a:cubicBezTo>
                  <a:pt x="1089660" y="615380"/>
                  <a:pt x="1145823" y="604091"/>
                  <a:pt x="1202267" y="598446"/>
                </a:cubicBezTo>
                <a:lnTo>
                  <a:pt x="1270000" y="564580"/>
                </a:lnTo>
                <a:cubicBezTo>
                  <a:pt x="1281289" y="558935"/>
                  <a:pt x="1291893" y="551637"/>
                  <a:pt x="1303867" y="547646"/>
                </a:cubicBezTo>
                <a:cubicBezTo>
                  <a:pt x="1320800" y="542002"/>
                  <a:pt x="1338094" y="537342"/>
                  <a:pt x="1354667" y="530713"/>
                </a:cubicBezTo>
                <a:cubicBezTo>
                  <a:pt x="1366386" y="526026"/>
                  <a:pt x="1376084" y="515855"/>
                  <a:pt x="1388534" y="513780"/>
                </a:cubicBezTo>
                <a:cubicBezTo>
                  <a:pt x="1444488" y="504454"/>
                  <a:pt x="1501488" y="503110"/>
                  <a:pt x="1557867" y="496846"/>
                </a:cubicBezTo>
                <a:cubicBezTo>
                  <a:pt x="1847460" y="464669"/>
                  <a:pt x="1519985" y="490747"/>
                  <a:pt x="1964267" y="462980"/>
                </a:cubicBezTo>
                <a:cubicBezTo>
                  <a:pt x="1994624" y="452860"/>
                  <a:pt x="2061878" y="433102"/>
                  <a:pt x="2082800" y="412180"/>
                </a:cubicBezTo>
                <a:lnTo>
                  <a:pt x="2133600" y="361380"/>
                </a:lnTo>
                <a:cubicBezTo>
                  <a:pt x="2139245" y="355735"/>
                  <a:pt x="2143394" y="348016"/>
                  <a:pt x="2150534" y="344446"/>
                </a:cubicBezTo>
                <a:cubicBezTo>
                  <a:pt x="2191540" y="323943"/>
                  <a:pt x="2175475" y="336437"/>
                  <a:pt x="2201334" y="310580"/>
                </a:cubicBezTo>
                <a:cubicBezTo>
                  <a:pt x="2286001" y="316224"/>
                  <a:pt x="2371771" y="312766"/>
                  <a:pt x="2455334" y="327513"/>
                </a:cubicBezTo>
                <a:cubicBezTo>
                  <a:pt x="2471056" y="330287"/>
                  <a:pt x="2473908" y="356793"/>
                  <a:pt x="2489200" y="361380"/>
                </a:cubicBezTo>
                <a:cubicBezTo>
                  <a:pt x="2532788" y="374456"/>
                  <a:pt x="2579617" y="371877"/>
                  <a:pt x="2624667" y="378313"/>
                </a:cubicBezTo>
                <a:cubicBezTo>
                  <a:pt x="2658656" y="383168"/>
                  <a:pt x="2692400" y="389602"/>
                  <a:pt x="2726267" y="395246"/>
                </a:cubicBezTo>
                <a:cubicBezTo>
                  <a:pt x="2810934" y="389602"/>
                  <a:pt x="2895761" y="385995"/>
                  <a:pt x="2980267" y="378313"/>
                </a:cubicBezTo>
                <a:cubicBezTo>
                  <a:pt x="3050826" y="371899"/>
                  <a:pt x="3090293" y="368169"/>
                  <a:pt x="3149600" y="344446"/>
                </a:cubicBezTo>
                <a:cubicBezTo>
                  <a:pt x="3161319" y="339759"/>
                  <a:pt x="3172178" y="333157"/>
                  <a:pt x="3183467" y="327513"/>
                </a:cubicBezTo>
                <a:cubicBezTo>
                  <a:pt x="3262489" y="333157"/>
                  <a:pt x="3341922" y="334620"/>
                  <a:pt x="3420534" y="344446"/>
                </a:cubicBezTo>
                <a:cubicBezTo>
                  <a:pt x="3477652" y="351586"/>
                  <a:pt x="3533423" y="367024"/>
                  <a:pt x="3589867" y="378313"/>
                </a:cubicBezTo>
                <a:lnTo>
                  <a:pt x="3674534" y="395246"/>
                </a:lnTo>
                <a:cubicBezTo>
                  <a:pt x="3741868" y="408713"/>
                  <a:pt x="3812590" y="407399"/>
                  <a:pt x="3877734" y="429113"/>
                </a:cubicBezTo>
                <a:cubicBezTo>
                  <a:pt x="3966398" y="458667"/>
                  <a:pt x="3910864" y="443522"/>
                  <a:pt x="4047067" y="462980"/>
                </a:cubicBezTo>
                <a:cubicBezTo>
                  <a:pt x="4126089" y="457335"/>
                  <a:pt x="4205395" y="454795"/>
                  <a:pt x="4284134" y="446046"/>
                </a:cubicBezTo>
                <a:cubicBezTo>
                  <a:pt x="4306365" y="443576"/>
                  <a:pt x="4377968" y="422060"/>
                  <a:pt x="4402667" y="412180"/>
                </a:cubicBezTo>
                <a:cubicBezTo>
                  <a:pt x="4414386" y="407492"/>
                  <a:pt x="4424398" y="398713"/>
                  <a:pt x="4436534" y="395246"/>
                </a:cubicBezTo>
                <a:cubicBezTo>
                  <a:pt x="4464207" y="387339"/>
                  <a:pt x="4492978" y="383957"/>
                  <a:pt x="4521200" y="378313"/>
                </a:cubicBezTo>
                <a:cubicBezTo>
                  <a:pt x="4549422" y="383957"/>
                  <a:pt x="4577771" y="389002"/>
                  <a:pt x="4605867" y="395246"/>
                </a:cubicBezTo>
                <a:cubicBezTo>
                  <a:pt x="4628585" y="400295"/>
                  <a:pt x="4650327" y="412180"/>
                  <a:pt x="4673600" y="412180"/>
                </a:cubicBezTo>
                <a:cubicBezTo>
                  <a:pt x="4735945" y="412180"/>
                  <a:pt x="4797778" y="400891"/>
                  <a:pt x="4859867" y="395246"/>
                </a:cubicBezTo>
                <a:cubicBezTo>
                  <a:pt x="4894236" y="386654"/>
                  <a:pt x="4944392" y="375955"/>
                  <a:pt x="4978400" y="361380"/>
                </a:cubicBezTo>
                <a:lnTo>
                  <a:pt x="5080000" y="310580"/>
                </a:lnTo>
                <a:cubicBezTo>
                  <a:pt x="5087140" y="307010"/>
                  <a:pt x="5090292" y="298074"/>
                  <a:pt x="5096934" y="293646"/>
                </a:cubicBezTo>
                <a:cubicBezTo>
                  <a:pt x="5107435" y="286645"/>
                  <a:pt x="5120703" y="284286"/>
                  <a:pt x="5130800" y="276713"/>
                </a:cubicBezTo>
                <a:cubicBezTo>
                  <a:pt x="5143572" y="267134"/>
                  <a:pt x="5157527" y="257126"/>
                  <a:pt x="5164667" y="242846"/>
                </a:cubicBezTo>
                <a:cubicBezTo>
                  <a:pt x="5170311" y="231557"/>
                  <a:pt x="5171503" y="216553"/>
                  <a:pt x="5181600" y="208980"/>
                </a:cubicBezTo>
                <a:cubicBezTo>
                  <a:pt x="5195879" y="198270"/>
                  <a:pt x="5215994" y="199077"/>
                  <a:pt x="5232400" y="192046"/>
                </a:cubicBezTo>
                <a:cubicBezTo>
                  <a:pt x="5389953" y="124524"/>
                  <a:pt x="5194837" y="187224"/>
                  <a:pt x="5401734" y="141246"/>
                </a:cubicBezTo>
                <a:cubicBezTo>
                  <a:pt x="5464915" y="127206"/>
                  <a:pt x="5436281" y="127428"/>
                  <a:pt x="5486400" y="107380"/>
                </a:cubicBezTo>
                <a:cubicBezTo>
                  <a:pt x="5502973" y="100751"/>
                  <a:pt x="5520267" y="96091"/>
                  <a:pt x="5537200" y="90446"/>
                </a:cubicBezTo>
                <a:cubicBezTo>
                  <a:pt x="5571067" y="96091"/>
                  <a:pt x="5605491" y="99053"/>
                  <a:pt x="5638800" y="107380"/>
                </a:cubicBezTo>
                <a:cubicBezTo>
                  <a:pt x="5651045" y="110441"/>
                  <a:pt x="5660948" y="119626"/>
                  <a:pt x="5672667" y="124313"/>
                </a:cubicBezTo>
                <a:cubicBezTo>
                  <a:pt x="5689240" y="130942"/>
                  <a:pt x="5706894" y="134617"/>
                  <a:pt x="5723467" y="141246"/>
                </a:cubicBezTo>
                <a:cubicBezTo>
                  <a:pt x="5735186" y="145934"/>
                  <a:pt x="5744884" y="156105"/>
                  <a:pt x="5757334" y="158180"/>
                </a:cubicBezTo>
                <a:cubicBezTo>
                  <a:pt x="5813288" y="167506"/>
                  <a:pt x="5870223" y="169469"/>
                  <a:pt x="5926667" y="175113"/>
                </a:cubicBezTo>
                <a:cubicBezTo>
                  <a:pt x="5949245" y="163824"/>
                  <a:pt x="5976550" y="159095"/>
                  <a:pt x="5994400" y="141246"/>
                </a:cubicBezTo>
                <a:cubicBezTo>
                  <a:pt x="6000045" y="135602"/>
                  <a:pt x="6004489" y="128420"/>
                  <a:pt x="6011334" y="124313"/>
                </a:cubicBezTo>
                <a:cubicBezTo>
                  <a:pt x="6032979" y="111326"/>
                  <a:pt x="6056489" y="101735"/>
                  <a:pt x="6079067" y="90446"/>
                </a:cubicBezTo>
                <a:lnTo>
                  <a:pt x="6180667" y="39646"/>
                </a:lnTo>
                <a:cubicBezTo>
                  <a:pt x="6222298" y="18830"/>
                  <a:pt x="6270978" y="17069"/>
                  <a:pt x="6316134" y="5780"/>
                </a:cubicBezTo>
                <a:cubicBezTo>
                  <a:pt x="6368155" y="-7225"/>
                  <a:pt x="6423378" y="5780"/>
                  <a:pt x="6477000" y="5780"/>
                </a:cubicBezTo>
              </a:path>
            </a:pathLst>
          </a:custGeom>
          <a:ln w="12700">
            <a:solidFill>
              <a:srgbClr val="FF6600"/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5489DC7-BAF4-4DA7-A0AE-B236E07F0FC0}"/>
              </a:ext>
            </a:extLst>
          </p:cNvPr>
          <p:cNvCxnSpPr>
            <a:cxnSpLocks/>
          </p:cNvCxnSpPr>
          <p:nvPr/>
        </p:nvCxnSpPr>
        <p:spPr>
          <a:xfrm>
            <a:off x="4007286" y="2291128"/>
            <a:ext cx="0" cy="155920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E6EC6BFA-C663-4EFD-99CE-E77ADF02A19D}"/>
              </a:ext>
            </a:extLst>
          </p:cNvPr>
          <p:cNvGrpSpPr/>
          <p:nvPr/>
        </p:nvGrpSpPr>
        <p:grpSpPr>
          <a:xfrm>
            <a:off x="3601656" y="2397511"/>
            <a:ext cx="1433726" cy="136922"/>
            <a:chOff x="3784893" y="2295519"/>
            <a:chExt cx="1433726" cy="136922"/>
          </a:xfrm>
        </p:grpSpPr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F30D91AE-0067-4C3F-B995-BE8E24D6A18B}"/>
                </a:ext>
              </a:extLst>
            </p:cNvPr>
            <p:cNvCxnSpPr/>
            <p:nvPr/>
          </p:nvCxnSpPr>
          <p:spPr>
            <a:xfrm>
              <a:off x="3784893" y="2405058"/>
              <a:ext cx="720000" cy="1588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26D44C9D-27D0-429C-8CE0-895755DD829D}"/>
                </a:ext>
              </a:extLst>
            </p:cNvPr>
            <p:cNvCxnSpPr/>
            <p:nvPr/>
          </p:nvCxnSpPr>
          <p:spPr>
            <a:xfrm>
              <a:off x="4498619" y="2295519"/>
              <a:ext cx="720000" cy="1588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098E4E0F-A653-45AB-9FF9-C6DFA0F4354A}"/>
                </a:ext>
              </a:extLst>
            </p:cNvPr>
            <p:cNvCxnSpPr/>
            <p:nvPr/>
          </p:nvCxnSpPr>
          <p:spPr>
            <a:xfrm rot="5400000">
              <a:off x="4443826" y="2350264"/>
              <a:ext cx="108000" cy="1588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타원 74">
              <a:extLst>
                <a:ext uri="{FF2B5EF4-FFF2-40B4-BE49-F238E27FC236}">
                  <a16:creationId xmlns:a16="http://schemas.microsoft.com/office/drawing/2014/main" id="{F82D103E-A527-4B67-89E0-77FADF6EBD9E}"/>
                </a:ext>
              </a:extLst>
            </p:cNvPr>
            <p:cNvSpPr/>
            <p:nvPr/>
          </p:nvSpPr>
          <p:spPr>
            <a:xfrm>
              <a:off x="4161335" y="2360441"/>
              <a:ext cx="72000" cy="72000"/>
            </a:xfrm>
            <a:prstGeom prst="ellipse">
              <a:avLst/>
            </a:prstGeom>
            <a:solidFill>
              <a:srgbClr val="FF99CC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B9981648-23E5-4008-BC0B-94E1404B2B18}"/>
              </a:ext>
            </a:extLst>
          </p:cNvPr>
          <p:cNvSpPr txBox="1"/>
          <p:nvPr/>
        </p:nvSpPr>
        <p:spPr>
          <a:xfrm>
            <a:off x="1265466" y="5184584"/>
            <a:ext cx="129924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기준부하 및 목표사용량 확인</a:t>
            </a:r>
          </a:p>
        </p:txBody>
      </p:sp>
      <p:pic>
        <p:nvPicPr>
          <p:cNvPr id="80" name="Picture 2" descr="standardì ëí ì´ë¯¸ì§ ê²ìê²°ê³¼">
            <a:extLst>
              <a:ext uri="{FF2B5EF4-FFF2-40B4-BE49-F238E27FC236}">
                <a16:creationId xmlns:a16="http://schemas.microsoft.com/office/drawing/2014/main" id="{AC5EC0E2-05B8-4431-A21D-4157002CD8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4539" y="5193668"/>
            <a:ext cx="170228" cy="1702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DEE5AE66-DE1E-4103-8EAE-44458912ABD4}"/>
              </a:ext>
            </a:extLst>
          </p:cNvPr>
          <p:cNvCxnSpPr/>
          <p:nvPr/>
        </p:nvCxnSpPr>
        <p:spPr>
          <a:xfrm>
            <a:off x="4304928" y="2047011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A32831B-C9B4-47BB-8CC9-586C2D0E968A}"/>
              </a:ext>
            </a:extLst>
          </p:cNvPr>
          <p:cNvSpPr/>
          <p:nvPr/>
        </p:nvSpPr>
        <p:spPr>
          <a:xfrm>
            <a:off x="4808984" y="1924783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오늘</a:t>
            </a: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58C35C8D-60DA-42FD-B7FD-CEBEEA7BBCB9}"/>
              </a:ext>
            </a:extLst>
          </p:cNvPr>
          <p:cNvCxnSpPr/>
          <p:nvPr/>
        </p:nvCxnSpPr>
        <p:spPr>
          <a:xfrm>
            <a:off x="5385048" y="2047011"/>
            <a:ext cx="504056" cy="0"/>
          </a:xfrm>
          <a:prstGeom prst="line">
            <a:avLst/>
          </a:prstGeom>
          <a:noFill/>
          <a:ln w="19050">
            <a:solidFill>
              <a:srgbClr val="6699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87C51044-92D6-42B6-AC71-52C72F6E94E2}"/>
              </a:ext>
            </a:extLst>
          </p:cNvPr>
          <p:cNvSpPr/>
          <p:nvPr/>
        </p:nvSpPr>
        <p:spPr>
          <a:xfrm>
            <a:off x="5889104" y="1924783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목표사용량</a:t>
            </a:r>
          </a:p>
        </p:txBody>
      </p: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107957F2-F200-4E88-A939-B15AEBD60152}"/>
              </a:ext>
            </a:extLst>
          </p:cNvPr>
          <p:cNvCxnSpPr/>
          <p:nvPr/>
        </p:nvCxnSpPr>
        <p:spPr>
          <a:xfrm>
            <a:off x="6753200" y="2047011"/>
            <a:ext cx="504056" cy="0"/>
          </a:xfrm>
          <a:prstGeom prst="line">
            <a:avLst/>
          </a:prstGeom>
          <a:noFill/>
          <a:ln w="1905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51A1D4FE-BA50-4908-8A7B-E924AA132EAC}"/>
              </a:ext>
            </a:extLst>
          </p:cNvPr>
          <p:cNvSpPr/>
          <p:nvPr/>
        </p:nvSpPr>
        <p:spPr>
          <a:xfrm>
            <a:off x="7257256" y="1924783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기준부하</a:t>
            </a: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(CBL)</a:t>
            </a:r>
            <a:endParaRPr lang="ko-KR" altLang="en-US" sz="8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89" name="표 88">
            <a:extLst>
              <a:ext uri="{FF2B5EF4-FFF2-40B4-BE49-F238E27FC236}">
                <a16:creationId xmlns:a16="http://schemas.microsoft.com/office/drawing/2014/main" id="{CE3349C9-5683-45A2-8FC3-AD92144B6A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1530870"/>
              </p:ext>
            </p:extLst>
          </p:nvPr>
        </p:nvGraphicFramePr>
        <p:xfrm>
          <a:off x="278113" y="4077071"/>
          <a:ext cx="7915251" cy="1780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091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04420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오늘 사용량</a:t>
                      </a:r>
                      <a:endParaRPr lang="en-US" altLang="ko-KR" sz="7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540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520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530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FF66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66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</a:tbl>
          </a:graphicData>
        </a:graphic>
      </p:graphicFrame>
      <p:sp>
        <p:nvSpPr>
          <p:cNvPr id="70" name="직사각형 69">
            <a:extLst>
              <a:ext uri="{FF2B5EF4-FFF2-40B4-BE49-F238E27FC236}">
                <a16:creationId xmlns:a16="http://schemas.microsoft.com/office/drawing/2014/main" id="{4FBCB987-45D7-4CC2-B35C-2807364A8C71}"/>
              </a:ext>
            </a:extLst>
          </p:cNvPr>
          <p:cNvSpPr/>
          <p:nvPr/>
        </p:nvSpPr>
        <p:spPr>
          <a:xfrm>
            <a:off x="5089128" y="2546259"/>
            <a:ext cx="1088968" cy="590204"/>
          </a:xfrm>
          <a:prstGeom prst="rect">
            <a:avLst/>
          </a:prstGeom>
          <a:solidFill>
            <a:schemeClr val="bg1"/>
          </a:solidFill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</a:rPr>
              <a:t>1</a:t>
            </a:r>
            <a:r>
              <a:rPr lang="ko-KR" altLang="en-US" sz="600" dirty="0">
                <a:solidFill>
                  <a:schemeClr val="tx1"/>
                </a:solidFill>
              </a:rPr>
              <a:t>월</a:t>
            </a:r>
            <a:r>
              <a:rPr lang="en-US" altLang="ko-KR" sz="600" dirty="0">
                <a:solidFill>
                  <a:schemeClr val="tx1"/>
                </a:solidFill>
              </a:rPr>
              <a:t>14</a:t>
            </a:r>
            <a:r>
              <a:rPr lang="ko-KR" altLang="en-US" sz="600" dirty="0">
                <a:solidFill>
                  <a:schemeClr val="tx1"/>
                </a:solidFill>
              </a:rPr>
              <a:t>일 목요일</a:t>
            </a:r>
            <a:r>
              <a:rPr lang="en-US" altLang="ko-KR" sz="600" dirty="0">
                <a:solidFill>
                  <a:schemeClr val="tx1"/>
                </a:solidFill>
              </a:rPr>
              <a:t>,</a:t>
            </a:r>
            <a:r>
              <a:rPr lang="ko-KR" altLang="en-US" sz="600" dirty="0">
                <a:solidFill>
                  <a:schemeClr val="tx1"/>
                </a:solidFill>
              </a:rPr>
              <a:t> </a:t>
            </a:r>
            <a:r>
              <a:rPr lang="en-US" altLang="ko-KR" sz="600" dirty="0">
                <a:solidFill>
                  <a:schemeClr val="tx1"/>
                </a:solidFill>
              </a:rPr>
              <a:t>17:42</a:t>
            </a:r>
            <a:endParaRPr lang="en-US" altLang="ko-KR" sz="600" dirty="0">
              <a:solidFill>
                <a:srgbClr val="FF0000"/>
              </a:solidFill>
            </a:endParaRPr>
          </a:p>
          <a:p>
            <a:r>
              <a:rPr lang="en-US" altLang="ko-KR" sz="600" dirty="0">
                <a:solidFill>
                  <a:srgbClr val="FF0000"/>
                </a:solidFill>
              </a:rPr>
              <a:t>- </a:t>
            </a:r>
            <a:r>
              <a:rPr lang="ko-KR" altLang="en-US" sz="600" dirty="0">
                <a:solidFill>
                  <a:srgbClr val="FF0000"/>
                </a:solidFill>
              </a:rPr>
              <a:t>기준부하</a:t>
            </a:r>
            <a:r>
              <a:rPr lang="en-US" altLang="ko-KR" sz="600" dirty="0">
                <a:solidFill>
                  <a:srgbClr val="FF0000"/>
                </a:solidFill>
              </a:rPr>
              <a:t>(CBL) :</a:t>
            </a:r>
            <a:r>
              <a:rPr lang="en-US" altLang="ko-KR" sz="600" dirty="0">
                <a:solidFill>
                  <a:schemeClr val="tx1"/>
                </a:solidFill>
              </a:rPr>
              <a:t> </a:t>
            </a:r>
            <a:r>
              <a:rPr lang="en-US" altLang="ko-KR" sz="600" b="1" dirty="0">
                <a:solidFill>
                  <a:schemeClr val="tx1"/>
                </a:solidFill>
              </a:rPr>
              <a:t>5,500kW</a:t>
            </a:r>
          </a:p>
          <a:p>
            <a:r>
              <a:rPr lang="en-US" altLang="ko-KR" sz="600" dirty="0">
                <a:solidFill>
                  <a:schemeClr val="accent6">
                    <a:lumMod val="75000"/>
                  </a:schemeClr>
                </a:solidFill>
              </a:rPr>
              <a:t>- </a:t>
            </a:r>
            <a:r>
              <a:rPr lang="ko-KR" altLang="en-US" sz="600" dirty="0">
                <a:solidFill>
                  <a:schemeClr val="accent6">
                    <a:lumMod val="75000"/>
                  </a:schemeClr>
                </a:solidFill>
              </a:rPr>
              <a:t>현재 사용량 </a:t>
            </a:r>
            <a:r>
              <a:rPr lang="en-US" altLang="ko-KR" sz="600" dirty="0">
                <a:solidFill>
                  <a:schemeClr val="accent6">
                    <a:lumMod val="75000"/>
                  </a:schemeClr>
                </a:solidFill>
              </a:rPr>
              <a:t>: </a:t>
            </a:r>
            <a:r>
              <a:rPr lang="en-US" altLang="ko-KR" sz="600" b="1" dirty="0">
                <a:solidFill>
                  <a:schemeClr val="tx1"/>
                </a:solidFill>
              </a:rPr>
              <a:t>800kW</a:t>
            </a:r>
          </a:p>
          <a:p>
            <a:r>
              <a:rPr lang="en-US" altLang="ko-KR" sz="600" dirty="0">
                <a:solidFill>
                  <a:srgbClr val="0070C0"/>
                </a:solidFill>
              </a:rPr>
              <a:t>- </a:t>
            </a:r>
            <a:r>
              <a:rPr lang="ko-KR" altLang="en-US" sz="600" dirty="0" err="1">
                <a:solidFill>
                  <a:srgbClr val="0070C0"/>
                </a:solidFill>
              </a:rPr>
              <a:t>감축량</a:t>
            </a:r>
            <a:r>
              <a:rPr lang="ko-KR" altLang="en-US" sz="600" dirty="0">
                <a:solidFill>
                  <a:srgbClr val="0070C0"/>
                </a:solidFill>
              </a:rPr>
              <a:t> </a:t>
            </a:r>
            <a:r>
              <a:rPr lang="en-US" altLang="ko-KR" sz="600" dirty="0">
                <a:solidFill>
                  <a:srgbClr val="0070C0"/>
                </a:solidFill>
              </a:rPr>
              <a:t>:</a:t>
            </a:r>
            <a:r>
              <a:rPr lang="en-US" altLang="ko-KR" sz="600" dirty="0">
                <a:solidFill>
                  <a:schemeClr val="tx1"/>
                </a:solidFill>
              </a:rPr>
              <a:t> </a:t>
            </a:r>
            <a:r>
              <a:rPr lang="en-US" altLang="ko-KR" sz="600" b="1" dirty="0">
                <a:solidFill>
                  <a:schemeClr val="tx1"/>
                </a:solidFill>
              </a:rPr>
              <a:t>4,700kW</a:t>
            </a:r>
          </a:p>
          <a:p>
            <a:r>
              <a:rPr lang="en-US" altLang="ko-KR" sz="600" dirty="0">
                <a:solidFill>
                  <a:srgbClr val="A3CFE5"/>
                </a:solidFill>
              </a:rPr>
              <a:t>- </a:t>
            </a:r>
            <a:r>
              <a:rPr lang="ko-KR" altLang="en-US" sz="600" dirty="0">
                <a:solidFill>
                  <a:srgbClr val="A3CFE5"/>
                </a:solidFill>
              </a:rPr>
              <a:t>목표사용량</a:t>
            </a:r>
            <a:r>
              <a:rPr lang="en-US" altLang="ko-KR" sz="600" dirty="0">
                <a:solidFill>
                  <a:srgbClr val="A3CFE5"/>
                </a:solidFill>
              </a:rPr>
              <a:t> :</a:t>
            </a:r>
            <a:r>
              <a:rPr lang="en-US" altLang="ko-KR" sz="600" dirty="0">
                <a:solidFill>
                  <a:schemeClr val="tx1"/>
                </a:solidFill>
              </a:rPr>
              <a:t> </a:t>
            </a:r>
            <a:r>
              <a:rPr lang="en-US" altLang="ko-KR" sz="600" b="1" dirty="0">
                <a:solidFill>
                  <a:schemeClr val="tx1"/>
                </a:solidFill>
              </a:rPr>
              <a:t>1,500kW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229230CD-EC53-464E-A4AE-67DF62552194}"/>
              </a:ext>
            </a:extLst>
          </p:cNvPr>
          <p:cNvSpPr txBox="1"/>
          <p:nvPr/>
        </p:nvSpPr>
        <p:spPr>
          <a:xfrm>
            <a:off x="7205161" y="4701767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02943C33-7FE1-47AA-B313-9EF338B083FC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20F0EFC9-4136-42F7-907B-03280F7ECBE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20BEAA34-A433-47B3-B7DE-265D38915BE4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B15F2BB0-B8FE-468B-8759-07AE4FA713A0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6A885597-8D4C-4CFC-A59B-6596DD47C015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EE831A03-8B93-4EEE-8B9A-7F574C7FACCA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4908402" y="231534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556685" y="24166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48495" y="412570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B36FC2D-2041-4930-A784-C3AFF4E4A95C}"/>
              </a:ext>
            </a:extLst>
          </p:cNvPr>
          <p:cNvSpPr/>
          <p:nvPr/>
        </p:nvSpPr>
        <p:spPr>
          <a:xfrm>
            <a:off x="1158864" y="5092793"/>
            <a:ext cx="1299244" cy="342413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E714883-77F8-4DEA-A5CD-8C67844EBA25}"/>
              </a:ext>
            </a:extLst>
          </p:cNvPr>
          <p:cNvGrpSpPr/>
          <p:nvPr/>
        </p:nvGrpSpPr>
        <p:grpSpPr>
          <a:xfrm>
            <a:off x="3605178" y="2549478"/>
            <a:ext cx="1438800" cy="1100254"/>
            <a:chOff x="3605178" y="2428839"/>
            <a:chExt cx="1438800" cy="1100254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69B0EEB3-AAF8-430A-9DA1-86083AE710D4}"/>
                </a:ext>
              </a:extLst>
            </p:cNvPr>
            <p:cNvSpPr/>
            <p:nvPr/>
          </p:nvSpPr>
          <p:spPr>
            <a:xfrm>
              <a:off x="3605178" y="2611403"/>
              <a:ext cx="720000" cy="914648"/>
            </a:xfrm>
            <a:prstGeom prst="rect">
              <a:avLst/>
            </a:prstGeom>
            <a:solidFill>
              <a:srgbClr val="CCECFF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CF4AF1CC-37FC-4770-81A6-BAA84F0FEA7E}"/>
                </a:ext>
              </a:extLst>
            </p:cNvPr>
            <p:cNvSpPr/>
            <p:nvPr/>
          </p:nvSpPr>
          <p:spPr>
            <a:xfrm>
              <a:off x="4323303" y="2428839"/>
              <a:ext cx="720000" cy="1100254"/>
            </a:xfrm>
            <a:prstGeom prst="rect">
              <a:avLst/>
            </a:prstGeom>
            <a:solidFill>
              <a:srgbClr val="CCECFF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D2591E96-DF62-404A-9C37-E705080FC0B0}"/>
                </a:ext>
              </a:extLst>
            </p:cNvPr>
            <p:cNvCxnSpPr/>
            <p:nvPr/>
          </p:nvCxnSpPr>
          <p:spPr>
            <a:xfrm>
              <a:off x="3611855" y="2617155"/>
              <a:ext cx="720000" cy="1588"/>
            </a:xfrm>
            <a:prstGeom prst="line">
              <a:avLst/>
            </a:prstGeom>
            <a:ln w="1270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970D8717-86A9-44C4-BD41-1BB8F9CF4072}"/>
                </a:ext>
              </a:extLst>
            </p:cNvPr>
            <p:cNvCxnSpPr/>
            <p:nvPr/>
          </p:nvCxnSpPr>
          <p:spPr>
            <a:xfrm>
              <a:off x="4323978" y="2433593"/>
              <a:ext cx="720000" cy="1588"/>
            </a:xfrm>
            <a:prstGeom prst="line">
              <a:avLst/>
            </a:prstGeom>
            <a:ln w="1270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ADA4AFE2-5676-4FE7-8B06-30D2D993F7CE}"/>
                </a:ext>
              </a:extLst>
            </p:cNvPr>
            <p:cNvCxnSpPr/>
            <p:nvPr/>
          </p:nvCxnSpPr>
          <p:spPr>
            <a:xfrm rot="5400000">
              <a:off x="4241061" y="2522141"/>
              <a:ext cx="180000" cy="1588"/>
            </a:xfrm>
            <a:prstGeom prst="line">
              <a:avLst/>
            </a:prstGeom>
            <a:ln w="1270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6" name="타원 75">
            <a:extLst>
              <a:ext uri="{FF2B5EF4-FFF2-40B4-BE49-F238E27FC236}">
                <a16:creationId xmlns:a16="http://schemas.microsoft.com/office/drawing/2014/main" id="{08FC866C-1B9B-4C1A-9ECD-20094FF73D0B}"/>
              </a:ext>
            </a:extLst>
          </p:cNvPr>
          <p:cNvSpPr/>
          <p:nvPr/>
        </p:nvSpPr>
        <p:spPr>
          <a:xfrm>
            <a:off x="3978098" y="2703943"/>
            <a:ext cx="72000" cy="72000"/>
          </a:xfrm>
          <a:prstGeom prst="ellipse">
            <a:avLst/>
          </a:prstGeom>
          <a:solidFill>
            <a:srgbClr val="FF99CC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44" name="타원형 설명선 243"/>
          <p:cNvSpPr/>
          <p:nvPr/>
        </p:nvSpPr>
        <p:spPr>
          <a:xfrm>
            <a:off x="4013958" y="251499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68B7CB2F-6A9C-49A4-9420-CEC4BA6017FE}"/>
              </a:ext>
            </a:extLst>
          </p:cNvPr>
          <p:cNvSpPr/>
          <p:nvPr/>
        </p:nvSpPr>
        <p:spPr>
          <a:xfrm>
            <a:off x="2967765" y="1940829"/>
            <a:ext cx="374384" cy="240037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tx1"/>
                </a:solidFill>
              </a:rPr>
              <a:t>10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F71B1F94-7A40-4805-BE00-55F18628B1F5}"/>
              </a:ext>
            </a:extLst>
          </p:cNvPr>
          <p:cNvSpPr/>
          <p:nvPr/>
        </p:nvSpPr>
        <p:spPr>
          <a:xfrm>
            <a:off x="1780736" y="1916831"/>
            <a:ext cx="1187028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시간대별 기준 부하</a:t>
            </a:r>
          </a:p>
        </p:txBody>
      </p:sp>
      <p:sp>
        <p:nvSpPr>
          <p:cNvPr id="113" name="사각형: 둥근 모서리 112">
            <a:extLst>
              <a:ext uri="{FF2B5EF4-FFF2-40B4-BE49-F238E27FC236}">
                <a16:creationId xmlns:a16="http://schemas.microsoft.com/office/drawing/2014/main" id="{96C986ED-AD63-44B4-B904-2CE62A275E91}"/>
              </a:ext>
            </a:extLst>
          </p:cNvPr>
          <p:cNvSpPr/>
          <p:nvPr/>
        </p:nvSpPr>
        <p:spPr>
          <a:xfrm>
            <a:off x="3536310" y="1940829"/>
            <a:ext cx="374384" cy="240037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69E573AD-A269-4165-922F-F99550D52A22}"/>
              </a:ext>
            </a:extLst>
          </p:cNvPr>
          <p:cNvSpPr/>
          <p:nvPr/>
        </p:nvSpPr>
        <p:spPr>
          <a:xfrm>
            <a:off x="3314522" y="1916831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5" name="타원형 설명선 244">
            <a:extLst>
              <a:ext uri="{FF2B5EF4-FFF2-40B4-BE49-F238E27FC236}">
                <a16:creationId xmlns:a16="http://schemas.microsoft.com/office/drawing/2014/main" id="{1AAF1D52-CF54-4EA6-B93B-D2BE754712D6}"/>
              </a:ext>
            </a:extLst>
          </p:cNvPr>
          <p:cNvSpPr/>
          <p:nvPr/>
        </p:nvSpPr>
        <p:spPr>
          <a:xfrm>
            <a:off x="1568648" y="176460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E51FA8BF-4130-45B2-BDF3-CCBC2E3925D0}"/>
              </a:ext>
            </a:extLst>
          </p:cNvPr>
          <p:cNvSpPr/>
          <p:nvPr/>
        </p:nvSpPr>
        <p:spPr>
          <a:xfrm>
            <a:off x="1852850" y="1880788"/>
            <a:ext cx="2092037" cy="342413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5BE38F8-592B-406A-AFBE-3C236FA906C2}"/>
              </a:ext>
            </a:extLst>
          </p:cNvPr>
          <p:cNvSpPr/>
          <p:nvPr/>
        </p:nvSpPr>
        <p:spPr>
          <a:xfrm>
            <a:off x="7676716" y="1569874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52458289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28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8391060"/>
              </p:ext>
            </p:extLst>
          </p:nvPr>
        </p:nvGraphicFramePr>
        <p:xfrm>
          <a:off x="8469313" y="276225"/>
          <a:ext cx="1404000" cy="523564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기간의 시작과 끝 시점을 설정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시간은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 설정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번에서 지정된 기간 내 데이터의 조회 간격을 설정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간격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30</a:t>
                      </a:r>
                      <a:r>
                        <a:rPr kumimoji="1" lang="ko-KR" altLang="en-US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</a:t>
                      </a:r>
                      <a:r>
                        <a:rPr kumimoji="1" lang="en-US" altLang="ko-KR" sz="800" b="0" i="0" u="none" strike="sng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별 선택 가능한 조회 간격은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일이 선택된 경우에는 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~24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시로 조회하고 표시하며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 외의 경우 지금 시간부터 지정된 과거의 기간만큼 조회하고 표시한다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시작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시작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 종료 설정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 기간의 종료 날짜를 직접 입력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시간은 현재시간으로 고정되며 날짜만 지정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지정된 설정에 따라 조회가 진행된 시간표시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75644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 구성 </a:t>
            </a: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(DER)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356604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415080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EAC2534-4E33-4882-8982-978DDCA53E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2530678"/>
              </p:ext>
            </p:extLst>
          </p:nvPr>
        </p:nvGraphicFramePr>
        <p:xfrm>
          <a:off x="272476" y="2206916"/>
          <a:ext cx="7920881" cy="179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9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5C20E19C-7454-4EC0-9C86-5F347C7627D6}"/>
              </a:ext>
            </a:extLst>
          </p:cNvPr>
          <p:cNvCxnSpPr/>
          <p:nvPr/>
        </p:nvCxnSpPr>
        <p:spPr>
          <a:xfrm>
            <a:off x="2648744" y="2038073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F880CC0-6B95-477F-B1C4-F0BCF8B81CE2}"/>
              </a:ext>
            </a:extLst>
          </p:cNvPr>
          <p:cNvSpPr/>
          <p:nvPr/>
        </p:nvSpPr>
        <p:spPr>
          <a:xfrm>
            <a:off x="3224808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실제 사용량</a:t>
            </a:r>
          </a:p>
        </p:txBody>
      </p: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36861E16-9296-407F-8126-97D481425A31}"/>
              </a:ext>
            </a:extLst>
          </p:cNvPr>
          <p:cNvCxnSpPr/>
          <p:nvPr/>
        </p:nvCxnSpPr>
        <p:spPr>
          <a:xfrm>
            <a:off x="4160912" y="2038073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D220AED-9C76-4FB8-8705-8B7E2CCE94F6}"/>
              </a:ext>
            </a:extLst>
          </p:cNvPr>
          <p:cNvSpPr/>
          <p:nvPr/>
        </p:nvSpPr>
        <p:spPr>
          <a:xfrm>
            <a:off x="4736976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8B1AF60-D5AC-410E-BAC7-B5797A3E3446}"/>
              </a:ext>
            </a:extLst>
          </p:cNvPr>
          <p:cNvCxnSpPr>
            <a:cxnSpLocks/>
          </p:cNvCxnSpPr>
          <p:nvPr/>
        </p:nvCxnSpPr>
        <p:spPr>
          <a:xfrm>
            <a:off x="992556" y="2483520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EB278F43-7B49-41F4-9B7A-35CA40CF1699}"/>
              </a:ext>
            </a:extLst>
          </p:cNvPr>
          <p:cNvCxnSpPr>
            <a:cxnSpLocks/>
          </p:cNvCxnSpPr>
          <p:nvPr/>
        </p:nvCxnSpPr>
        <p:spPr>
          <a:xfrm>
            <a:off x="992556" y="3004354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66EF2A03-8418-49D2-8E46-E6B944559F30}"/>
              </a:ext>
            </a:extLst>
          </p:cNvPr>
          <p:cNvCxnSpPr/>
          <p:nvPr/>
        </p:nvCxnSpPr>
        <p:spPr>
          <a:xfrm>
            <a:off x="5595569" y="2038073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90612CA-6C8A-4FCC-A491-EB373BF1E363}"/>
              </a:ext>
            </a:extLst>
          </p:cNvPr>
          <p:cNvSpPr/>
          <p:nvPr/>
        </p:nvSpPr>
        <p:spPr>
          <a:xfrm>
            <a:off x="6171633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  <p:sp>
        <p:nvSpPr>
          <p:cNvPr id="61" name="자유형 5">
            <a:extLst>
              <a:ext uri="{FF2B5EF4-FFF2-40B4-BE49-F238E27FC236}">
                <a16:creationId xmlns:a16="http://schemas.microsoft.com/office/drawing/2014/main" id="{0AB13E76-0E1C-4F2E-A66A-8EB7B4F5BEC3}"/>
              </a:ext>
            </a:extLst>
          </p:cNvPr>
          <p:cNvSpPr/>
          <p:nvPr/>
        </p:nvSpPr>
        <p:spPr>
          <a:xfrm>
            <a:off x="2022704" y="3198306"/>
            <a:ext cx="1659512" cy="361173"/>
          </a:xfrm>
          <a:custGeom>
            <a:avLst/>
            <a:gdLst>
              <a:gd name="connsiteX0" fmla="*/ 0 w 1733550"/>
              <a:gd name="connsiteY0" fmla="*/ 171450 h 453390"/>
              <a:gd name="connsiteX1" fmla="*/ 582930 w 1733550"/>
              <a:gd name="connsiteY1" fmla="*/ 430530 h 453390"/>
              <a:gd name="connsiteX2" fmla="*/ 864870 w 1733550"/>
              <a:gd name="connsiteY2" fmla="*/ 453390 h 453390"/>
              <a:gd name="connsiteX3" fmla="*/ 1165860 w 1733550"/>
              <a:gd name="connsiteY3" fmla="*/ 419100 h 453390"/>
              <a:gd name="connsiteX4" fmla="*/ 1482090 w 1733550"/>
              <a:gd name="connsiteY4" fmla="*/ 106680 h 453390"/>
              <a:gd name="connsiteX5" fmla="*/ 1733550 w 1733550"/>
              <a:gd name="connsiteY5" fmla="*/ 0 h 453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550" h="453390">
                <a:moveTo>
                  <a:pt x="0" y="171450"/>
                </a:moveTo>
                <a:lnTo>
                  <a:pt x="582930" y="430530"/>
                </a:lnTo>
                <a:lnTo>
                  <a:pt x="864870" y="453390"/>
                </a:lnTo>
                <a:lnTo>
                  <a:pt x="1165860" y="419100"/>
                </a:lnTo>
                <a:lnTo>
                  <a:pt x="1482090" y="106680"/>
                </a:lnTo>
                <a:lnTo>
                  <a:pt x="1733550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2" name="자유형 4">
            <a:extLst>
              <a:ext uri="{FF2B5EF4-FFF2-40B4-BE49-F238E27FC236}">
                <a16:creationId xmlns:a16="http://schemas.microsoft.com/office/drawing/2014/main" id="{1757BB11-8C88-4DEA-AD52-5538892811EB}"/>
              </a:ext>
            </a:extLst>
          </p:cNvPr>
          <p:cNvSpPr/>
          <p:nvPr/>
        </p:nvSpPr>
        <p:spPr>
          <a:xfrm rot="10615747">
            <a:off x="1998520" y="3235964"/>
            <a:ext cx="1682591" cy="71825"/>
          </a:xfrm>
          <a:custGeom>
            <a:avLst/>
            <a:gdLst>
              <a:gd name="connsiteX0" fmla="*/ 0 w 1761066"/>
              <a:gd name="connsiteY0" fmla="*/ 177800 h 228600"/>
              <a:gd name="connsiteX1" fmla="*/ 601133 w 1761066"/>
              <a:gd name="connsiteY1" fmla="*/ 228600 h 228600"/>
              <a:gd name="connsiteX2" fmla="*/ 905933 w 1761066"/>
              <a:gd name="connsiteY2" fmla="*/ 177800 h 228600"/>
              <a:gd name="connsiteX3" fmla="*/ 1159933 w 1761066"/>
              <a:gd name="connsiteY3" fmla="*/ 127000 h 228600"/>
              <a:gd name="connsiteX4" fmla="*/ 1498600 w 1761066"/>
              <a:gd name="connsiteY4" fmla="*/ 59267 h 228600"/>
              <a:gd name="connsiteX5" fmla="*/ 1761066 w 1761066"/>
              <a:gd name="connsiteY5" fmla="*/ 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1066" h="228600">
                <a:moveTo>
                  <a:pt x="0" y="177800"/>
                </a:moveTo>
                <a:lnTo>
                  <a:pt x="601133" y="228600"/>
                </a:lnTo>
                <a:lnTo>
                  <a:pt x="905933" y="177800"/>
                </a:lnTo>
                <a:lnTo>
                  <a:pt x="1159933" y="127000"/>
                </a:lnTo>
                <a:lnTo>
                  <a:pt x="1498600" y="59267"/>
                </a:lnTo>
                <a:lnTo>
                  <a:pt x="1761066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4" name="자유형 7">
            <a:extLst>
              <a:ext uri="{FF2B5EF4-FFF2-40B4-BE49-F238E27FC236}">
                <a16:creationId xmlns:a16="http://schemas.microsoft.com/office/drawing/2014/main" id="{59930D6E-325D-4483-A815-E78A4C03D69A}"/>
              </a:ext>
            </a:extLst>
          </p:cNvPr>
          <p:cNvSpPr/>
          <p:nvPr/>
        </p:nvSpPr>
        <p:spPr>
          <a:xfrm>
            <a:off x="3685862" y="3213481"/>
            <a:ext cx="1962236" cy="452225"/>
          </a:xfrm>
          <a:custGeom>
            <a:avLst/>
            <a:gdLst>
              <a:gd name="connsiteX0" fmla="*/ 0 w 2049780"/>
              <a:gd name="connsiteY0" fmla="*/ 0 h 567690"/>
              <a:gd name="connsiteX1" fmla="*/ 331470 w 2049780"/>
              <a:gd name="connsiteY1" fmla="*/ 60960 h 567690"/>
              <a:gd name="connsiteX2" fmla="*/ 640080 w 2049780"/>
              <a:gd name="connsiteY2" fmla="*/ 220980 h 567690"/>
              <a:gd name="connsiteX3" fmla="*/ 1242060 w 2049780"/>
              <a:gd name="connsiteY3" fmla="*/ 236220 h 567690"/>
              <a:gd name="connsiteX4" fmla="*/ 1684020 w 2049780"/>
              <a:gd name="connsiteY4" fmla="*/ 144780 h 567690"/>
              <a:gd name="connsiteX5" fmla="*/ 2049780 w 2049780"/>
              <a:gd name="connsiteY5" fmla="*/ 19050 h 567690"/>
              <a:gd name="connsiteX6" fmla="*/ 1779270 w 2049780"/>
              <a:gd name="connsiteY6" fmla="*/ 346710 h 567690"/>
              <a:gd name="connsiteX7" fmla="*/ 1249680 w 2049780"/>
              <a:gd name="connsiteY7" fmla="*/ 567690 h 567690"/>
              <a:gd name="connsiteX8" fmla="*/ 621030 w 2049780"/>
              <a:gd name="connsiteY8" fmla="*/ 563880 h 567690"/>
              <a:gd name="connsiteX9" fmla="*/ 308610 w 2049780"/>
              <a:gd name="connsiteY9" fmla="*/ 419100 h 567690"/>
              <a:gd name="connsiteX10" fmla="*/ 0 w 2049780"/>
              <a:gd name="connsiteY10" fmla="*/ 0 h 5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49780" h="567690">
                <a:moveTo>
                  <a:pt x="0" y="0"/>
                </a:moveTo>
                <a:lnTo>
                  <a:pt x="331470" y="60960"/>
                </a:lnTo>
                <a:lnTo>
                  <a:pt x="640080" y="220980"/>
                </a:lnTo>
                <a:lnTo>
                  <a:pt x="1242060" y="236220"/>
                </a:lnTo>
                <a:lnTo>
                  <a:pt x="1684020" y="144780"/>
                </a:lnTo>
                <a:lnTo>
                  <a:pt x="2049780" y="19050"/>
                </a:lnTo>
                <a:lnTo>
                  <a:pt x="1779270" y="346710"/>
                </a:lnTo>
                <a:lnTo>
                  <a:pt x="1249680" y="567690"/>
                </a:lnTo>
                <a:lnTo>
                  <a:pt x="621030" y="563880"/>
                </a:lnTo>
                <a:lnTo>
                  <a:pt x="308610" y="4191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5" name="자유형 1">
            <a:extLst>
              <a:ext uri="{FF2B5EF4-FFF2-40B4-BE49-F238E27FC236}">
                <a16:creationId xmlns:a16="http://schemas.microsoft.com/office/drawing/2014/main" id="{B36E7C33-7AB4-48E5-BE60-9221C84A5A15}"/>
              </a:ext>
            </a:extLst>
          </p:cNvPr>
          <p:cNvSpPr/>
          <p:nvPr/>
        </p:nvSpPr>
        <p:spPr>
          <a:xfrm>
            <a:off x="1131147" y="3200329"/>
            <a:ext cx="4530729" cy="465377"/>
          </a:xfrm>
          <a:custGeom>
            <a:avLst/>
            <a:gdLst>
              <a:gd name="connsiteX0" fmla="*/ 0 w 4732866"/>
              <a:gd name="connsiteY0" fmla="*/ 330200 h 584200"/>
              <a:gd name="connsiteX1" fmla="*/ 262466 w 4732866"/>
              <a:gd name="connsiteY1" fmla="*/ 169333 h 584200"/>
              <a:gd name="connsiteX2" fmla="*/ 575733 w 4732866"/>
              <a:gd name="connsiteY2" fmla="*/ 279400 h 584200"/>
              <a:gd name="connsiteX3" fmla="*/ 905933 w 4732866"/>
              <a:gd name="connsiteY3" fmla="*/ 169333 h 584200"/>
              <a:gd name="connsiteX4" fmla="*/ 1193800 w 4732866"/>
              <a:gd name="connsiteY4" fmla="*/ 296333 h 584200"/>
              <a:gd name="connsiteX5" fmla="*/ 1507066 w 4732866"/>
              <a:gd name="connsiteY5" fmla="*/ 431800 h 584200"/>
              <a:gd name="connsiteX6" fmla="*/ 1794933 w 4732866"/>
              <a:gd name="connsiteY6" fmla="*/ 457200 h 584200"/>
              <a:gd name="connsiteX7" fmla="*/ 2091266 w 4732866"/>
              <a:gd name="connsiteY7" fmla="*/ 423333 h 584200"/>
              <a:gd name="connsiteX8" fmla="*/ 2413000 w 4732866"/>
              <a:gd name="connsiteY8" fmla="*/ 101600 h 584200"/>
              <a:gd name="connsiteX9" fmla="*/ 2667000 w 4732866"/>
              <a:gd name="connsiteY9" fmla="*/ 0 h 584200"/>
              <a:gd name="connsiteX10" fmla="*/ 2971800 w 4732866"/>
              <a:gd name="connsiteY10" fmla="*/ 431800 h 584200"/>
              <a:gd name="connsiteX11" fmla="*/ 3293533 w 4732866"/>
              <a:gd name="connsiteY11" fmla="*/ 567267 h 584200"/>
              <a:gd name="connsiteX12" fmla="*/ 3615266 w 4732866"/>
              <a:gd name="connsiteY12" fmla="*/ 558800 h 584200"/>
              <a:gd name="connsiteX13" fmla="*/ 3911600 w 4732866"/>
              <a:gd name="connsiteY13" fmla="*/ 584200 h 584200"/>
              <a:gd name="connsiteX14" fmla="*/ 4199466 w 4732866"/>
              <a:gd name="connsiteY14" fmla="*/ 440267 h 584200"/>
              <a:gd name="connsiteX15" fmla="*/ 4453466 w 4732866"/>
              <a:gd name="connsiteY15" fmla="*/ 364067 h 584200"/>
              <a:gd name="connsiteX16" fmla="*/ 4732866 w 4732866"/>
              <a:gd name="connsiteY16" fmla="*/ 16933 h 58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732866" h="584200">
                <a:moveTo>
                  <a:pt x="0" y="330200"/>
                </a:moveTo>
                <a:lnTo>
                  <a:pt x="262466" y="169333"/>
                </a:lnTo>
                <a:lnTo>
                  <a:pt x="575733" y="279400"/>
                </a:lnTo>
                <a:lnTo>
                  <a:pt x="905933" y="169333"/>
                </a:lnTo>
                <a:lnTo>
                  <a:pt x="1193800" y="296333"/>
                </a:lnTo>
                <a:lnTo>
                  <a:pt x="1507066" y="431800"/>
                </a:lnTo>
                <a:lnTo>
                  <a:pt x="1794933" y="457200"/>
                </a:lnTo>
                <a:lnTo>
                  <a:pt x="2091266" y="423333"/>
                </a:lnTo>
                <a:lnTo>
                  <a:pt x="2413000" y="101600"/>
                </a:lnTo>
                <a:lnTo>
                  <a:pt x="2667000" y="0"/>
                </a:lnTo>
                <a:lnTo>
                  <a:pt x="2971800" y="431800"/>
                </a:lnTo>
                <a:lnTo>
                  <a:pt x="3293533" y="567267"/>
                </a:lnTo>
                <a:lnTo>
                  <a:pt x="3615266" y="558800"/>
                </a:lnTo>
                <a:lnTo>
                  <a:pt x="3911600" y="584200"/>
                </a:lnTo>
                <a:lnTo>
                  <a:pt x="4199466" y="440267"/>
                </a:lnTo>
                <a:lnTo>
                  <a:pt x="4453466" y="364067"/>
                </a:lnTo>
                <a:lnTo>
                  <a:pt x="4732866" y="16933"/>
                </a:lnTo>
              </a:path>
            </a:pathLst>
          </a:custGeom>
          <a:ln w="3810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3CA53D57-8072-4362-AC52-4AFBC788E95F}"/>
              </a:ext>
            </a:extLst>
          </p:cNvPr>
          <p:cNvGrpSpPr/>
          <p:nvPr/>
        </p:nvGrpSpPr>
        <p:grpSpPr>
          <a:xfrm>
            <a:off x="1208606" y="2753026"/>
            <a:ext cx="6850068" cy="898348"/>
            <a:chOff x="1208606" y="2668356"/>
            <a:chExt cx="6850068" cy="898348"/>
          </a:xfrm>
        </p:grpSpPr>
        <p:sp>
          <p:nvSpPr>
            <p:cNvPr id="66" name="자유형 83">
              <a:extLst>
                <a:ext uri="{FF2B5EF4-FFF2-40B4-BE49-F238E27FC236}">
                  <a16:creationId xmlns:a16="http://schemas.microsoft.com/office/drawing/2014/main" id="{0BD672CD-0503-4722-8932-AB85ACCAD1CB}"/>
                </a:ext>
              </a:extLst>
            </p:cNvPr>
            <p:cNvSpPr/>
            <p:nvPr/>
          </p:nvSpPr>
          <p:spPr>
            <a:xfrm>
              <a:off x="1208606" y="2673533"/>
              <a:ext cx="3366980" cy="89317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 w="9525">
              <a:solidFill>
                <a:srgbClr val="00808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8080"/>
                </a:solidFill>
              </a:endParaRPr>
            </a:p>
          </p:txBody>
        </p:sp>
        <p:sp>
          <p:nvSpPr>
            <p:cNvPr id="67" name="자유형 33">
              <a:extLst>
                <a:ext uri="{FF2B5EF4-FFF2-40B4-BE49-F238E27FC236}">
                  <a16:creationId xmlns:a16="http://schemas.microsoft.com/office/drawing/2014/main" id="{62515397-8F34-41BD-BCDD-481D30329AB6}"/>
                </a:ext>
              </a:extLst>
            </p:cNvPr>
            <p:cNvSpPr/>
            <p:nvPr/>
          </p:nvSpPr>
          <p:spPr>
            <a:xfrm flipH="1">
              <a:off x="4532546" y="2668356"/>
              <a:ext cx="3526128" cy="89317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 w="9525">
              <a:solidFill>
                <a:srgbClr val="00808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8080"/>
                </a:solidFill>
              </a:endParaRPr>
            </a:p>
          </p:txBody>
        </p:sp>
      </p:grp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41F58617-D855-4850-AB4E-7148BB807B69}"/>
              </a:ext>
            </a:extLst>
          </p:cNvPr>
          <p:cNvCxnSpPr/>
          <p:nvPr/>
        </p:nvCxnSpPr>
        <p:spPr>
          <a:xfrm>
            <a:off x="6915396" y="2038073"/>
            <a:ext cx="504056" cy="0"/>
          </a:xfrm>
          <a:prstGeom prst="line">
            <a:avLst/>
          </a:prstGeom>
          <a:ln w="9525">
            <a:solidFill>
              <a:srgbClr val="00808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0235101-F814-4041-979C-4B88786E2826}"/>
              </a:ext>
            </a:extLst>
          </p:cNvPr>
          <p:cNvSpPr/>
          <p:nvPr/>
        </p:nvSpPr>
        <p:spPr>
          <a:xfrm>
            <a:off x="7491460" y="1915845"/>
            <a:ext cx="917924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 사용량</a:t>
            </a: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C7DEDF49-6D21-4BF0-AE0B-2D8D6C649C94}"/>
              </a:ext>
            </a:extLst>
          </p:cNvPr>
          <p:cNvGrpSpPr/>
          <p:nvPr/>
        </p:nvGrpSpPr>
        <p:grpSpPr>
          <a:xfrm>
            <a:off x="290122" y="4864252"/>
            <a:ext cx="7975246" cy="656892"/>
            <a:chOff x="485190" y="5010937"/>
            <a:chExt cx="8335282" cy="656892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8F5F969A-4B23-48DD-89A3-3A772BB48961}"/>
                </a:ext>
              </a:extLst>
            </p:cNvPr>
            <p:cNvSpPr/>
            <p:nvPr/>
          </p:nvSpPr>
          <p:spPr>
            <a:xfrm>
              <a:off x="7236296" y="5118157"/>
              <a:ext cx="612068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ko-KR" altLang="en-US" sz="700" b="1" dirty="0">
                  <a:solidFill>
                    <a:srgbClr val="FF9933"/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9E800569-4F5F-4B25-BFFA-5CB3E65CC159}"/>
                </a:ext>
              </a:extLst>
            </p:cNvPr>
            <p:cNvSpPr/>
            <p:nvPr/>
          </p:nvSpPr>
          <p:spPr>
            <a:xfrm>
              <a:off x="7710222" y="5010937"/>
              <a:ext cx="894226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900</a:t>
              </a:r>
              <a:endParaRPr lang="ko-KR" altLang="en-US" sz="2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080A9CCA-92EA-4209-A0C2-4768F756CC32}"/>
                </a:ext>
              </a:extLst>
            </p:cNvPr>
            <p:cNvSpPr/>
            <p:nvPr/>
          </p:nvSpPr>
          <p:spPr>
            <a:xfrm>
              <a:off x="8460432" y="5118157"/>
              <a:ext cx="36004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b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rgbClr val="FF9933"/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700" b="1" dirty="0">
                <a:solidFill>
                  <a:srgbClr val="FF9933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8142ADFB-F117-45C9-B310-ECEEFD09F7B4}"/>
                </a:ext>
              </a:extLst>
            </p:cNvPr>
            <p:cNvSpPr/>
            <p:nvPr/>
          </p:nvSpPr>
          <p:spPr>
            <a:xfrm>
              <a:off x="2699792" y="5118740"/>
              <a:ext cx="612068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sz="900" b="1" dirty="0">
                  <a:solidFill>
                    <a:srgbClr val="92D050"/>
                  </a:solidFill>
                  <a:latin typeface="맑은 고딕" pitchFamily="50" charset="-127"/>
                  <a:ea typeface="맑은 고딕" pitchFamily="50" charset="-127"/>
                </a:rPr>
                <a:t>ESS </a:t>
              </a:r>
              <a:r>
                <a:rPr lang="ko-KR" altLang="en-US" sz="900" b="1" dirty="0">
                  <a:solidFill>
                    <a:srgbClr val="92D050"/>
                  </a:solidFill>
                  <a:latin typeface="맑은 고딕" pitchFamily="50" charset="-127"/>
                  <a:ea typeface="맑은 고딕" pitchFamily="50" charset="-127"/>
                </a:rPr>
                <a:t>사용</a:t>
              </a:r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6C66FC3D-872A-42A6-B43B-0ED4240E654F}"/>
                </a:ext>
              </a:extLst>
            </p:cNvPr>
            <p:cNvSpPr/>
            <p:nvPr/>
          </p:nvSpPr>
          <p:spPr>
            <a:xfrm>
              <a:off x="3260790" y="5118740"/>
              <a:ext cx="807154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10%</a:t>
              </a:r>
              <a:endParaRPr lang="ko-KR" altLang="en-US" sz="2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B80211FC-22EC-452E-ACBF-4E80B174DC82}"/>
                </a:ext>
              </a:extLst>
            </p:cNvPr>
            <p:cNvSpPr/>
            <p:nvPr/>
          </p:nvSpPr>
          <p:spPr>
            <a:xfrm>
              <a:off x="3959932" y="5118740"/>
              <a:ext cx="612068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sz="9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PV </a:t>
              </a:r>
              <a:r>
                <a:rPr lang="ko-KR" altLang="en-US" sz="9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사용</a:t>
              </a:r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5C012F2F-1731-47D6-B56E-1122F6EE577D}"/>
                </a:ext>
              </a:extLst>
            </p:cNvPr>
            <p:cNvSpPr/>
            <p:nvPr/>
          </p:nvSpPr>
          <p:spPr>
            <a:xfrm>
              <a:off x="4484926" y="5118740"/>
              <a:ext cx="807154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9%</a:t>
              </a:r>
              <a:endParaRPr lang="ko-KR" altLang="en-US" sz="2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C8F08A98-018D-496D-8433-664C861F34A5}"/>
                </a:ext>
              </a:extLst>
            </p:cNvPr>
            <p:cNvSpPr/>
            <p:nvPr/>
          </p:nvSpPr>
          <p:spPr>
            <a:xfrm>
              <a:off x="1298007" y="5118740"/>
              <a:ext cx="612068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ko-KR" altLang="en-US" sz="900" b="1" dirty="0">
                  <a:solidFill>
                    <a:srgbClr val="FF6600"/>
                  </a:solidFill>
                  <a:latin typeface="맑은 고딕" pitchFamily="50" charset="-127"/>
                  <a:ea typeface="맑은 고딕" pitchFamily="50" charset="-127"/>
                </a:rPr>
                <a:t>한전 사용</a:t>
              </a: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75B12FAA-B475-47B2-B4C3-9F32D716CE6F}"/>
                </a:ext>
              </a:extLst>
            </p:cNvPr>
            <p:cNvSpPr/>
            <p:nvPr/>
          </p:nvSpPr>
          <p:spPr>
            <a:xfrm>
              <a:off x="1892638" y="5118740"/>
              <a:ext cx="807154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81%</a:t>
              </a:r>
              <a:endParaRPr lang="ko-KR" altLang="en-US" sz="2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82" name="그룹 81">
              <a:extLst>
                <a:ext uri="{FF2B5EF4-FFF2-40B4-BE49-F238E27FC236}">
                  <a16:creationId xmlns:a16="http://schemas.microsoft.com/office/drawing/2014/main" id="{D64CF4B5-D0BE-4F75-AAC0-306BD9FD9FDF}"/>
                </a:ext>
              </a:extLst>
            </p:cNvPr>
            <p:cNvGrpSpPr/>
            <p:nvPr/>
          </p:nvGrpSpPr>
          <p:grpSpPr>
            <a:xfrm>
              <a:off x="485190" y="5308182"/>
              <a:ext cx="862386" cy="211955"/>
              <a:chOff x="4861742" y="3907374"/>
              <a:chExt cx="862386" cy="211955"/>
            </a:xfrm>
          </p:grpSpPr>
          <p:pic>
            <p:nvPicPr>
              <p:cNvPr id="86" name="Picture 6" descr="ìì ë¤ì´ë¡ëì ëí ì´ë¯¸ì§ ê²ìê²°ê³¼">
                <a:extLst>
                  <a:ext uri="{FF2B5EF4-FFF2-40B4-BE49-F238E27FC236}">
                    <a16:creationId xmlns:a16="http://schemas.microsoft.com/office/drawing/2014/main" id="{BDA9FA1F-33EE-4ADB-B177-0845FED1BE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1742" y="3907374"/>
                <a:ext cx="211955" cy="21195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D968C67B-BC12-4BCF-A736-2F8E1AA8A624}"/>
                  </a:ext>
                </a:extLst>
              </p:cNvPr>
              <p:cNvSpPr txBox="1"/>
              <p:nvPr/>
            </p:nvSpPr>
            <p:spPr>
              <a:xfrm>
                <a:off x="4949189" y="3921018"/>
                <a:ext cx="774939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600" b="1" dirty="0">
                    <a:solidFill>
                      <a:schemeClr val="bg1"/>
                    </a:solidFill>
                  </a:rPr>
                  <a:t>데이터 저장하기</a:t>
                </a:r>
              </a:p>
            </p:txBody>
          </p:sp>
        </p:grp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950B4070-CDAD-4DC6-958A-11CB166E406F}"/>
                </a:ext>
              </a:extLst>
            </p:cNvPr>
            <p:cNvSpPr/>
            <p:nvPr/>
          </p:nvSpPr>
          <p:spPr>
            <a:xfrm>
              <a:off x="5735316" y="5118157"/>
              <a:ext cx="612068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ko-KR" altLang="en-US" sz="700" b="1" dirty="0">
                  <a:solidFill>
                    <a:srgbClr val="008080"/>
                  </a:solidFill>
                  <a:latin typeface="맑은 고딕" pitchFamily="50" charset="-127"/>
                  <a:ea typeface="맑은 고딕" pitchFamily="50" charset="-127"/>
                </a:rPr>
                <a:t>예측 사용량</a:t>
              </a:r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398CC14E-5712-44CF-AE5A-6D6F88F81527}"/>
                </a:ext>
              </a:extLst>
            </p:cNvPr>
            <p:cNvSpPr/>
            <p:nvPr/>
          </p:nvSpPr>
          <p:spPr>
            <a:xfrm>
              <a:off x="6209242" y="5010937"/>
              <a:ext cx="894226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800</a:t>
              </a:r>
              <a:endParaRPr lang="ko-KR" altLang="en-US" sz="2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C8F7D011-D246-4F01-873E-7031C2897B2A}"/>
                </a:ext>
              </a:extLst>
            </p:cNvPr>
            <p:cNvSpPr/>
            <p:nvPr/>
          </p:nvSpPr>
          <p:spPr>
            <a:xfrm>
              <a:off x="6948264" y="5118157"/>
              <a:ext cx="36004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b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rgbClr val="008080"/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700" b="1" dirty="0">
                <a:solidFill>
                  <a:srgbClr val="00808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D09438D2-686F-40B9-83F1-E010DAC7BF55}"/>
              </a:ext>
            </a:extLst>
          </p:cNvPr>
          <p:cNvCxnSpPr>
            <a:cxnSpLocks/>
          </p:cNvCxnSpPr>
          <p:nvPr/>
        </p:nvCxnSpPr>
        <p:spPr>
          <a:xfrm>
            <a:off x="5666307" y="2275885"/>
            <a:ext cx="0" cy="1512168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9" name="표 88">
            <a:extLst>
              <a:ext uri="{FF2B5EF4-FFF2-40B4-BE49-F238E27FC236}">
                <a16:creationId xmlns:a16="http://schemas.microsoft.com/office/drawing/2014/main" id="{DD5827D8-9BA5-48C0-BBD6-BAE467CBB7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1890171"/>
              </p:ext>
            </p:extLst>
          </p:nvPr>
        </p:nvGraphicFramePr>
        <p:xfrm>
          <a:off x="272476" y="4017362"/>
          <a:ext cx="7920880" cy="7123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642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사용량</a:t>
                      </a:r>
                      <a:endParaRPr kumimoji="0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</a:t>
                      </a:r>
                      <a:r>
                        <a:rPr lang="ko-KR" altLang="en-US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PV</a:t>
                      </a:r>
                      <a:r>
                        <a:rPr lang="ko-KR" altLang="en-US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rgbClr val="00808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620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350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7434425"/>
                  </a:ext>
                </a:extLst>
              </a:tr>
            </a:tbl>
          </a:graphicData>
        </a:graphic>
      </p:graphicFrame>
      <p:sp>
        <p:nvSpPr>
          <p:cNvPr id="90" name="TextBox 89">
            <a:extLst>
              <a:ext uri="{FF2B5EF4-FFF2-40B4-BE49-F238E27FC236}">
                <a16:creationId xmlns:a16="http://schemas.microsoft.com/office/drawing/2014/main" id="{155C0B41-5113-412A-A152-C1099181C7B6}"/>
              </a:ext>
            </a:extLst>
          </p:cNvPr>
          <p:cNvSpPr txBox="1"/>
          <p:nvPr/>
        </p:nvSpPr>
        <p:spPr>
          <a:xfrm>
            <a:off x="7221248" y="480164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35904C03-817C-42D9-94EA-786F5645322F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56AB5430-9CCB-4A6E-BA4F-104F043EE3F3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1F988DDC-0123-46C2-9638-D66ABC0996EC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C50AEF8D-CD88-4D17-ABFB-36C1B8497119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4DBADC3F-2232-447B-9F19-DA6784650BFF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43E5E890-9952-4730-97C2-88F7D606379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2168784" y="144681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829229" y="144681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022959" y="144681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168601" y="176866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093505" y="1446811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93749AD8-4D0D-4506-B707-AB447E1A20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7704422"/>
              </p:ext>
            </p:extLst>
          </p:nvPr>
        </p:nvGraphicFramePr>
        <p:xfrm>
          <a:off x="350067" y="5910331"/>
          <a:ext cx="4114985" cy="7219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8191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29542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온도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15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시간 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00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~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현재시간</a:t>
                      </a: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 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전</a:t>
                      </a: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~ 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시작일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962852"/>
                  </a:ext>
                </a:extLst>
              </a:tr>
            </a:tbl>
          </a:graphicData>
        </a:graphic>
      </p:graphicFrame>
      <p:sp>
        <p:nvSpPr>
          <p:cNvPr id="98" name="타원형 설명선 225">
            <a:extLst>
              <a:ext uri="{FF2B5EF4-FFF2-40B4-BE49-F238E27FC236}">
                <a16:creationId xmlns:a16="http://schemas.microsoft.com/office/drawing/2014/main" id="{BDF3B240-A365-4974-870E-48B883F2DE9B}"/>
              </a:ext>
            </a:extLst>
          </p:cNvPr>
          <p:cNvSpPr/>
          <p:nvPr/>
        </p:nvSpPr>
        <p:spPr>
          <a:xfrm>
            <a:off x="53242" y="589430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9" name="표 98">
            <a:extLst>
              <a:ext uri="{FF2B5EF4-FFF2-40B4-BE49-F238E27FC236}">
                <a16:creationId xmlns:a16="http://schemas.microsoft.com/office/drawing/2014/main" id="{9ED491D6-3D31-4C20-AEF3-ABF51E0A7D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5349644"/>
              </p:ext>
            </p:extLst>
          </p:nvPr>
        </p:nvGraphicFramePr>
        <p:xfrm>
          <a:off x="4622269" y="5947288"/>
          <a:ext cx="3788722" cy="6657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  <a:endParaRPr lang="en-US" altLang="ko-KR" sz="800" b="0" strike="no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100" name="타원형 설명선 225">
            <a:extLst>
              <a:ext uri="{FF2B5EF4-FFF2-40B4-BE49-F238E27FC236}">
                <a16:creationId xmlns:a16="http://schemas.microsoft.com/office/drawing/2014/main" id="{229E47A8-BA85-4C5F-9865-5314BB185786}"/>
              </a:ext>
            </a:extLst>
          </p:cNvPr>
          <p:cNvSpPr/>
          <p:nvPr/>
        </p:nvSpPr>
        <p:spPr>
          <a:xfrm>
            <a:off x="4327284" y="591600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97EB0B3-8B1F-4542-A210-8D3607E87380}"/>
              </a:ext>
            </a:extLst>
          </p:cNvPr>
          <p:cNvSpPr/>
          <p:nvPr/>
        </p:nvSpPr>
        <p:spPr>
          <a:xfrm>
            <a:off x="7680268" y="1563619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251758548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4005851"/>
              </p:ext>
            </p:extLst>
          </p:nvPr>
        </p:nvGraphicFramePr>
        <p:xfrm>
          <a:off x="8469313" y="276225"/>
          <a:ext cx="1404000" cy="564902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그래프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꺽은선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그래프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실제사용량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ESS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PV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예측사용량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Y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KWh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전력량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X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축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간격 표시 기준은 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데이터 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조회된 데이터의 그래프 표시 항목을 표로 표현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특정 개수가 넘어 표가 좌우로 넓어질 경우에는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브라우저 크기를 조정하여 폭이 좁아질 경우에도 하단으로 표 확장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 안에 부하는 다음 기준으로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MW : 9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kW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이상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W : 6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자리 미만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ESS 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사용 수익 영역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ESS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사용량으로 인한 실제 사용량 수익을 그래프 상의 영역으로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17959787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9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PV 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사용 수익 영역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PV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사용량으로 인한 실제 사용량 수익을 그래프 상의 영역으로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989373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10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표 접기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그래프 하단 표 영역 표시의 </a:t>
                      </a:r>
                      <a:r>
                        <a:rPr lang="ko-KR" altLang="en-US" sz="800" b="0" u="none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토글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버튼</a:t>
                      </a:r>
                      <a:endParaRPr lang="en-US" altLang="ko-KR" sz="800" b="0" u="none" kern="120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 저장하기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조회된 데이터를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형태의 파일로 저장한다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75644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 구성 </a:t>
            </a: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(DER)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84848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3049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5676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855713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105128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367881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356604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415080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EAC2534-4E33-4882-8982-978DDCA53E5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2476" y="2206916"/>
          <a:ext cx="7920881" cy="179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9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5C20E19C-7454-4EC0-9C86-5F347C7627D6}"/>
              </a:ext>
            </a:extLst>
          </p:cNvPr>
          <p:cNvCxnSpPr/>
          <p:nvPr/>
        </p:nvCxnSpPr>
        <p:spPr>
          <a:xfrm>
            <a:off x="2648744" y="2038073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F880CC0-6B95-477F-B1C4-F0BCF8B81CE2}"/>
              </a:ext>
            </a:extLst>
          </p:cNvPr>
          <p:cNvSpPr/>
          <p:nvPr/>
        </p:nvSpPr>
        <p:spPr>
          <a:xfrm>
            <a:off x="3224808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실제 사용량</a:t>
            </a:r>
          </a:p>
        </p:txBody>
      </p: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36861E16-9296-407F-8126-97D481425A31}"/>
              </a:ext>
            </a:extLst>
          </p:cNvPr>
          <p:cNvCxnSpPr/>
          <p:nvPr/>
        </p:nvCxnSpPr>
        <p:spPr>
          <a:xfrm>
            <a:off x="4160912" y="2038073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D220AED-9C76-4FB8-8705-8B7E2CCE94F6}"/>
              </a:ext>
            </a:extLst>
          </p:cNvPr>
          <p:cNvSpPr/>
          <p:nvPr/>
        </p:nvSpPr>
        <p:spPr>
          <a:xfrm>
            <a:off x="4736976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8B1AF60-D5AC-410E-BAC7-B5797A3E3446}"/>
              </a:ext>
            </a:extLst>
          </p:cNvPr>
          <p:cNvCxnSpPr>
            <a:cxnSpLocks/>
          </p:cNvCxnSpPr>
          <p:nvPr/>
        </p:nvCxnSpPr>
        <p:spPr>
          <a:xfrm>
            <a:off x="992556" y="2483520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EB278F43-7B49-41F4-9B7A-35CA40CF1699}"/>
              </a:ext>
            </a:extLst>
          </p:cNvPr>
          <p:cNvCxnSpPr>
            <a:cxnSpLocks/>
          </p:cNvCxnSpPr>
          <p:nvPr/>
        </p:nvCxnSpPr>
        <p:spPr>
          <a:xfrm>
            <a:off x="992556" y="3004354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66EF2A03-8418-49D2-8E46-E6B944559F30}"/>
              </a:ext>
            </a:extLst>
          </p:cNvPr>
          <p:cNvCxnSpPr/>
          <p:nvPr/>
        </p:nvCxnSpPr>
        <p:spPr>
          <a:xfrm>
            <a:off x="5595569" y="2038073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90612CA-6C8A-4FCC-A491-EB373BF1E363}"/>
              </a:ext>
            </a:extLst>
          </p:cNvPr>
          <p:cNvSpPr/>
          <p:nvPr/>
        </p:nvSpPr>
        <p:spPr>
          <a:xfrm>
            <a:off x="6171633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  <p:sp>
        <p:nvSpPr>
          <p:cNvPr id="61" name="자유형 5">
            <a:extLst>
              <a:ext uri="{FF2B5EF4-FFF2-40B4-BE49-F238E27FC236}">
                <a16:creationId xmlns:a16="http://schemas.microsoft.com/office/drawing/2014/main" id="{0AB13E76-0E1C-4F2E-A66A-8EB7B4F5BEC3}"/>
              </a:ext>
            </a:extLst>
          </p:cNvPr>
          <p:cNvSpPr/>
          <p:nvPr/>
        </p:nvSpPr>
        <p:spPr>
          <a:xfrm>
            <a:off x="2022704" y="3198306"/>
            <a:ext cx="1659512" cy="361173"/>
          </a:xfrm>
          <a:custGeom>
            <a:avLst/>
            <a:gdLst>
              <a:gd name="connsiteX0" fmla="*/ 0 w 1733550"/>
              <a:gd name="connsiteY0" fmla="*/ 171450 h 453390"/>
              <a:gd name="connsiteX1" fmla="*/ 582930 w 1733550"/>
              <a:gd name="connsiteY1" fmla="*/ 430530 h 453390"/>
              <a:gd name="connsiteX2" fmla="*/ 864870 w 1733550"/>
              <a:gd name="connsiteY2" fmla="*/ 453390 h 453390"/>
              <a:gd name="connsiteX3" fmla="*/ 1165860 w 1733550"/>
              <a:gd name="connsiteY3" fmla="*/ 419100 h 453390"/>
              <a:gd name="connsiteX4" fmla="*/ 1482090 w 1733550"/>
              <a:gd name="connsiteY4" fmla="*/ 106680 h 453390"/>
              <a:gd name="connsiteX5" fmla="*/ 1733550 w 1733550"/>
              <a:gd name="connsiteY5" fmla="*/ 0 h 453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550" h="453390">
                <a:moveTo>
                  <a:pt x="0" y="171450"/>
                </a:moveTo>
                <a:lnTo>
                  <a:pt x="582930" y="430530"/>
                </a:lnTo>
                <a:lnTo>
                  <a:pt x="864870" y="453390"/>
                </a:lnTo>
                <a:lnTo>
                  <a:pt x="1165860" y="419100"/>
                </a:lnTo>
                <a:lnTo>
                  <a:pt x="1482090" y="106680"/>
                </a:lnTo>
                <a:lnTo>
                  <a:pt x="1733550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2" name="자유형 4">
            <a:extLst>
              <a:ext uri="{FF2B5EF4-FFF2-40B4-BE49-F238E27FC236}">
                <a16:creationId xmlns:a16="http://schemas.microsoft.com/office/drawing/2014/main" id="{1757BB11-8C88-4DEA-AD52-5538892811EB}"/>
              </a:ext>
            </a:extLst>
          </p:cNvPr>
          <p:cNvSpPr/>
          <p:nvPr/>
        </p:nvSpPr>
        <p:spPr>
          <a:xfrm rot="10615747">
            <a:off x="1998520" y="3235964"/>
            <a:ext cx="1682591" cy="71825"/>
          </a:xfrm>
          <a:custGeom>
            <a:avLst/>
            <a:gdLst>
              <a:gd name="connsiteX0" fmla="*/ 0 w 1761066"/>
              <a:gd name="connsiteY0" fmla="*/ 177800 h 228600"/>
              <a:gd name="connsiteX1" fmla="*/ 601133 w 1761066"/>
              <a:gd name="connsiteY1" fmla="*/ 228600 h 228600"/>
              <a:gd name="connsiteX2" fmla="*/ 905933 w 1761066"/>
              <a:gd name="connsiteY2" fmla="*/ 177800 h 228600"/>
              <a:gd name="connsiteX3" fmla="*/ 1159933 w 1761066"/>
              <a:gd name="connsiteY3" fmla="*/ 127000 h 228600"/>
              <a:gd name="connsiteX4" fmla="*/ 1498600 w 1761066"/>
              <a:gd name="connsiteY4" fmla="*/ 59267 h 228600"/>
              <a:gd name="connsiteX5" fmla="*/ 1761066 w 1761066"/>
              <a:gd name="connsiteY5" fmla="*/ 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1066" h="228600">
                <a:moveTo>
                  <a:pt x="0" y="177800"/>
                </a:moveTo>
                <a:lnTo>
                  <a:pt x="601133" y="228600"/>
                </a:lnTo>
                <a:lnTo>
                  <a:pt x="905933" y="177800"/>
                </a:lnTo>
                <a:lnTo>
                  <a:pt x="1159933" y="127000"/>
                </a:lnTo>
                <a:lnTo>
                  <a:pt x="1498600" y="59267"/>
                </a:lnTo>
                <a:lnTo>
                  <a:pt x="1761066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4" name="자유형 7">
            <a:extLst>
              <a:ext uri="{FF2B5EF4-FFF2-40B4-BE49-F238E27FC236}">
                <a16:creationId xmlns:a16="http://schemas.microsoft.com/office/drawing/2014/main" id="{59930D6E-325D-4483-A815-E78A4C03D69A}"/>
              </a:ext>
            </a:extLst>
          </p:cNvPr>
          <p:cNvSpPr/>
          <p:nvPr/>
        </p:nvSpPr>
        <p:spPr>
          <a:xfrm>
            <a:off x="3685862" y="3213481"/>
            <a:ext cx="1962236" cy="452225"/>
          </a:xfrm>
          <a:custGeom>
            <a:avLst/>
            <a:gdLst>
              <a:gd name="connsiteX0" fmla="*/ 0 w 2049780"/>
              <a:gd name="connsiteY0" fmla="*/ 0 h 567690"/>
              <a:gd name="connsiteX1" fmla="*/ 331470 w 2049780"/>
              <a:gd name="connsiteY1" fmla="*/ 60960 h 567690"/>
              <a:gd name="connsiteX2" fmla="*/ 640080 w 2049780"/>
              <a:gd name="connsiteY2" fmla="*/ 220980 h 567690"/>
              <a:gd name="connsiteX3" fmla="*/ 1242060 w 2049780"/>
              <a:gd name="connsiteY3" fmla="*/ 236220 h 567690"/>
              <a:gd name="connsiteX4" fmla="*/ 1684020 w 2049780"/>
              <a:gd name="connsiteY4" fmla="*/ 144780 h 567690"/>
              <a:gd name="connsiteX5" fmla="*/ 2049780 w 2049780"/>
              <a:gd name="connsiteY5" fmla="*/ 19050 h 567690"/>
              <a:gd name="connsiteX6" fmla="*/ 1779270 w 2049780"/>
              <a:gd name="connsiteY6" fmla="*/ 346710 h 567690"/>
              <a:gd name="connsiteX7" fmla="*/ 1249680 w 2049780"/>
              <a:gd name="connsiteY7" fmla="*/ 567690 h 567690"/>
              <a:gd name="connsiteX8" fmla="*/ 621030 w 2049780"/>
              <a:gd name="connsiteY8" fmla="*/ 563880 h 567690"/>
              <a:gd name="connsiteX9" fmla="*/ 308610 w 2049780"/>
              <a:gd name="connsiteY9" fmla="*/ 419100 h 567690"/>
              <a:gd name="connsiteX10" fmla="*/ 0 w 2049780"/>
              <a:gd name="connsiteY10" fmla="*/ 0 h 5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49780" h="567690">
                <a:moveTo>
                  <a:pt x="0" y="0"/>
                </a:moveTo>
                <a:lnTo>
                  <a:pt x="331470" y="60960"/>
                </a:lnTo>
                <a:lnTo>
                  <a:pt x="640080" y="220980"/>
                </a:lnTo>
                <a:lnTo>
                  <a:pt x="1242060" y="236220"/>
                </a:lnTo>
                <a:lnTo>
                  <a:pt x="1684020" y="144780"/>
                </a:lnTo>
                <a:lnTo>
                  <a:pt x="2049780" y="19050"/>
                </a:lnTo>
                <a:lnTo>
                  <a:pt x="1779270" y="346710"/>
                </a:lnTo>
                <a:lnTo>
                  <a:pt x="1249680" y="567690"/>
                </a:lnTo>
                <a:lnTo>
                  <a:pt x="621030" y="563880"/>
                </a:lnTo>
                <a:lnTo>
                  <a:pt x="308610" y="4191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5" name="자유형 1">
            <a:extLst>
              <a:ext uri="{FF2B5EF4-FFF2-40B4-BE49-F238E27FC236}">
                <a16:creationId xmlns:a16="http://schemas.microsoft.com/office/drawing/2014/main" id="{B36E7C33-7AB4-48E5-BE60-9221C84A5A15}"/>
              </a:ext>
            </a:extLst>
          </p:cNvPr>
          <p:cNvSpPr/>
          <p:nvPr/>
        </p:nvSpPr>
        <p:spPr>
          <a:xfrm>
            <a:off x="1131147" y="3200329"/>
            <a:ext cx="4530729" cy="465377"/>
          </a:xfrm>
          <a:custGeom>
            <a:avLst/>
            <a:gdLst>
              <a:gd name="connsiteX0" fmla="*/ 0 w 4732866"/>
              <a:gd name="connsiteY0" fmla="*/ 330200 h 584200"/>
              <a:gd name="connsiteX1" fmla="*/ 262466 w 4732866"/>
              <a:gd name="connsiteY1" fmla="*/ 169333 h 584200"/>
              <a:gd name="connsiteX2" fmla="*/ 575733 w 4732866"/>
              <a:gd name="connsiteY2" fmla="*/ 279400 h 584200"/>
              <a:gd name="connsiteX3" fmla="*/ 905933 w 4732866"/>
              <a:gd name="connsiteY3" fmla="*/ 169333 h 584200"/>
              <a:gd name="connsiteX4" fmla="*/ 1193800 w 4732866"/>
              <a:gd name="connsiteY4" fmla="*/ 296333 h 584200"/>
              <a:gd name="connsiteX5" fmla="*/ 1507066 w 4732866"/>
              <a:gd name="connsiteY5" fmla="*/ 431800 h 584200"/>
              <a:gd name="connsiteX6" fmla="*/ 1794933 w 4732866"/>
              <a:gd name="connsiteY6" fmla="*/ 457200 h 584200"/>
              <a:gd name="connsiteX7" fmla="*/ 2091266 w 4732866"/>
              <a:gd name="connsiteY7" fmla="*/ 423333 h 584200"/>
              <a:gd name="connsiteX8" fmla="*/ 2413000 w 4732866"/>
              <a:gd name="connsiteY8" fmla="*/ 101600 h 584200"/>
              <a:gd name="connsiteX9" fmla="*/ 2667000 w 4732866"/>
              <a:gd name="connsiteY9" fmla="*/ 0 h 584200"/>
              <a:gd name="connsiteX10" fmla="*/ 2971800 w 4732866"/>
              <a:gd name="connsiteY10" fmla="*/ 431800 h 584200"/>
              <a:gd name="connsiteX11" fmla="*/ 3293533 w 4732866"/>
              <a:gd name="connsiteY11" fmla="*/ 567267 h 584200"/>
              <a:gd name="connsiteX12" fmla="*/ 3615266 w 4732866"/>
              <a:gd name="connsiteY12" fmla="*/ 558800 h 584200"/>
              <a:gd name="connsiteX13" fmla="*/ 3911600 w 4732866"/>
              <a:gd name="connsiteY13" fmla="*/ 584200 h 584200"/>
              <a:gd name="connsiteX14" fmla="*/ 4199466 w 4732866"/>
              <a:gd name="connsiteY14" fmla="*/ 440267 h 584200"/>
              <a:gd name="connsiteX15" fmla="*/ 4453466 w 4732866"/>
              <a:gd name="connsiteY15" fmla="*/ 364067 h 584200"/>
              <a:gd name="connsiteX16" fmla="*/ 4732866 w 4732866"/>
              <a:gd name="connsiteY16" fmla="*/ 16933 h 58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732866" h="584200">
                <a:moveTo>
                  <a:pt x="0" y="330200"/>
                </a:moveTo>
                <a:lnTo>
                  <a:pt x="262466" y="169333"/>
                </a:lnTo>
                <a:lnTo>
                  <a:pt x="575733" y="279400"/>
                </a:lnTo>
                <a:lnTo>
                  <a:pt x="905933" y="169333"/>
                </a:lnTo>
                <a:lnTo>
                  <a:pt x="1193800" y="296333"/>
                </a:lnTo>
                <a:lnTo>
                  <a:pt x="1507066" y="431800"/>
                </a:lnTo>
                <a:lnTo>
                  <a:pt x="1794933" y="457200"/>
                </a:lnTo>
                <a:lnTo>
                  <a:pt x="2091266" y="423333"/>
                </a:lnTo>
                <a:lnTo>
                  <a:pt x="2413000" y="101600"/>
                </a:lnTo>
                <a:lnTo>
                  <a:pt x="2667000" y="0"/>
                </a:lnTo>
                <a:lnTo>
                  <a:pt x="2971800" y="431800"/>
                </a:lnTo>
                <a:lnTo>
                  <a:pt x="3293533" y="567267"/>
                </a:lnTo>
                <a:lnTo>
                  <a:pt x="3615266" y="558800"/>
                </a:lnTo>
                <a:lnTo>
                  <a:pt x="3911600" y="584200"/>
                </a:lnTo>
                <a:lnTo>
                  <a:pt x="4199466" y="440267"/>
                </a:lnTo>
                <a:lnTo>
                  <a:pt x="4453466" y="364067"/>
                </a:lnTo>
                <a:lnTo>
                  <a:pt x="4732866" y="16933"/>
                </a:lnTo>
              </a:path>
            </a:pathLst>
          </a:custGeom>
          <a:ln w="3810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3CA53D57-8072-4362-AC52-4AFBC788E95F}"/>
              </a:ext>
            </a:extLst>
          </p:cNvPr>
          <p:cNvGrpSpPr/>
          <p:nvPr/>
        </p:nvGrpSpPr>
        <p:grpSpPr>
          <a:xfrm>
            <a:off x="1208606" y="2753026"/>
            <a:ext cx="6850068" cy="898348"/>
            <a:chOff x="1208606" y="2668356"/>
            <a:chExt cx="6850068" cy="898348"/>
          </a:xfrm>
        </p:grpSpPr>
        <p:sp>
          <p:nvSpPr>
            <p:cNvPr id="66" name="자유형 83">
              <a:extLst>
                <a:ext uri="{FF2B5EF4-FFF2-40B4-BE49-F238E27FC236}">
                  <a16:creationId xmlns:a16="http://schemas.microsoft.com/office/drawing/2014/main" id="{0BD672CD-0503-4722-8932-AB85ACCAD1CB}"/>
                </a:ext>
              </a:extLst>
            </p:cNvPr>
            <p:cNvSpPr/>
            <p:nvPr/>
          </p:nvSpPr>
          <p:spPr>
            <a:xfrm>
              <a:off x="1208606" y="2673533"/>
              <a:ext cx="3366980" cy="89317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 w="9525">
              <a:solidFill>
                <a:srgbClr val="00808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8080"/>
                </a:solidFill>
              </a:endParaRPr>
            </a:p>
          </p:txBody>
        </p:sp>
        <p:sp>
          <p:nvSpPr>
            <p:cNvPr id="67" name="자유형 33">
              <a:extLst>
                <a:ext uri="{FF2B5EF4-FFF2-40B4-BE49-F238E27FC236}">
                  <a16:creationId xmlns:a16="http://schemas.microsoft.com/office/drawing/2014/main" id="{62515397-8F34-41BD-BCDD-481D30329AB6}"/>
                </a:ext>
              </a:extLst>
            </p:cNvPr>
            <p:cNvSpPr/>
            <p:nvPr/>
          </p:nvSpPr>
          <p:spPr>
            <a:xfrm flipH="1">
              <a:off x="4532546" y="2668356"/>
              <a:ext cx="3526128" cy="89317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 w="9525">
              <a:solidFill>
                <a:srgbClr val="00808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8080"/>
                </a:solidFill>
              </a:endParaRPr>
            </a:p>
          </p:txBody>
        </p:sp>
      </p:grp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41F58617-D855-4850-AB4E-7148BB807B69}"/>
              </a:ext>
            </a:extLst>
          </p:cNvPr>
          <p:cNvCxnSpPr/>
          <p:nvPr/>
        </p:nvCxnSpPr>
        <p:spPr>
          <a:xfrm>
            <a:off x="6915396" y="2038073"/>
            <a:ext cx="504056" cy="0"/>
          </a:xfrm>
          <a:prstGeom prst="line">
            <a:avLst/>
          </a:prstGeom>
          <a:ln w="9525">
            <a:solidFill>
              <a:srgbClr val="00808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0235101-F814-4041-979C-4B88786E2826}"/>
              </a:ext>
            </a:extLst>
          </p:cNvPr>
          <p:cNvSpPr/>
          <p:nvPr/>
        </p:nvSpPr>
        <p:spPr>
          <a:xfrm>
            <a:off x="7491460" y="1915845"/>
            <a:ext cx="917924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 사용량</a:t>
            </a: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C7DEDF49-6D21-4BF0-AE0B-2D8D6C649C94}"/>
              </a:ext>
            </a:extLst>
          </p:cNvPr>
          <p:cNvGrpSpPr/>
          <p:nvPr/>
        </p:nvGrpSpPr>
        <p:grpSpPr>
          <a:xfrm>
            <a:off x="290122" y="4864252"/>
            <a:ext cx="7975246" cy="656892"/>
            <a:chOff x="485190" y="5010937"/>
            <a:chExt cx="8335282" cy="656892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8F5F969A-4B23-48DD-89A3-3A772BB48961}"/>
                </a:ext>
              </a:extLst>
            </p:cNvPr>
            <p:cNvSpPr/>
            <p:nvPr/>
          </p:nvSpPr>
          <p:spPr>
            <a:xfrm>
              <a:off x="7236296" y="5118157"/>
              <a:ext cx="612068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ko-KR" altLang="en-US" sz="700" b="1" dirty="0">
                  <a:solidFill>
                    <a:srgbClr val="FF9933"/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9E800569-4F5F-4B25-BFFA-5CB3E65CC159}"/>
                </a:ext>
              </a:extLst>
            </p:cNvPr>
            <p:cNvSpPr/>
            <p:nvPr/>
          </p:nvSpPr>
          <p:spPr>
            <a:xfrm>
              <a:off x="7710222" y="5010937"/>
              <a:ext cx="894226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900</a:t>
              </a:r>
              <a:endParaRPr lang="ko-KR" altLang="en-US" sz="2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080A9CCA-92EA-4209-A0C2-4768F756CC32}"/>
                </a:ext>
              </a:extLst>
            </p:cNvPr>
            <p:cNvSpPr/>
            <p:nvPr/>
          </p:nvSpPr>
          <p:spPr>
            <a:xfrm>
              <a:off x="8460432" y="5118157"/>
              <a:ext cx="36004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b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rgbClr val="FF9933"/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700" b="1" dirty="0">
                <a:solidFill>
                  <a:srgbClr val="FF9933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8142ADFB-F117-45C9-B310-ECEEFD09F7B4}"/>
                </a:ext>
              </a:extLst>
            </p:cNvPr>
            <p:cNvSpPr/>
            <p:nvPr/>
          </p:nvSpPr>
          <p:spPr>
            <a:xfrm>
              <a:off x="2699792" y="5118740"/>
              <a:ext cx="612068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sz="900" b="1" dirty="0">
                  <a:solidFill>
                    <a:srgbClr val="92D050"/>
                  </a:solidFill>
                  <a:latin typeface="맑은 고딕" pitchFamily="50" charset="-127"/>
                  <a:ea typeface="맑은 고딕" pitchFamily="50" charset="-127"/>
                </a:rPr>
                <a:t>ESS </a:t>
              </a:r>
              <a:r>
                <a:rPr lang="ko-KR" altLang="en-US" sz="900" b="1" dirty="0">
                  <a:solidFill>
                    <a:srgbClr val="92D050"/>
                  </a:solidFill>
                  <a:latin typeface="맑은 고딕" pitchFamily="50" charset="-127"/>
                  <a:ea typeface="맑은 고딕" pitchFamily="50" charset="-127"/>
                </a:rPr>
                <a:t>사용</a:t>
              </a:r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6C66FC3D-872A-42A6-B43B-0ED4240E654F}"/>
                </a:ext>
              </a:extLst>
            </p:cNvPr>
            <p:cNvSpPr/>
            <p:nvPr/>
          </p:nvSpPr>
          <p:spPr>
            <a:xfrm>
              <a:off x="3260790" y="5118740"/>
              <a:ext cx="807154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10%</a:t>
              </a:r>
              <a:endParaRPr lang="ko-KR" altLang="en-US" sz="2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B80211FC-22EC-452E-ACBF-4E80B174DC82}"/>
                </a:ext>
              </a:extLst>
            </p:cNvPr>
            <p:cNvSpPr/>
            <p:nvPr/>
          </p:nvSpPr>
          <p:spPr>
            <a:xfrm>
              <a:off x="3959932" y="5118740"/>
              <a:ext cx="612068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sz="9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PV </a:t>
              </a:r>
              <a:r>
                <a:rPr lang="ko-KR" altLang="en-US" sz="9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사용</a:t>
              </a:r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5C012F2F-1731-47D6-B56E-1122F6EE577D}"/>
                </a:ext>
              </a:extLst>
            </p:cNvPr>
            <p:cNvSpPr/>
            <p:nvPr/>
          </p:nvSpPr>
          <p:spPr>
            <a:xfrm>
              <a:off x="4484926" y="5118740"/>
              <a:ext cx="807154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9%</a:t>
              </a:r>
              <a:endParaRPr lang="ko-KR" altLang="en-US" sz="2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C8F08A98-018D-496D-8433-664C861F34A5}"/>
                </a:ext>
              </a:extLst>
            </p:cNvPr>
            <p:cNvSpPr/>
            <p:nvPr/>
          </p:nvSpPr>
          <p:spPr>
            <a:xfrm>
              <a:off x="1298007" y="5118740"/>
              <a:ext cx="612068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ko-KR" altLang="en-US" sz="900" b="1" dirty="0">
                  <a:solidFill>
                    <a:srgbClr val="FF6600"/>
                  </a:solidFill>
                  <a:latin typeface="맑은 고딕" pitchFamily="50" charset="-127"/>
                  <a:ea typeface="맑은 고딕" pitchFamily="50" charset="-127"/>
                </a:rPr>
                <a:t>한전 사용</a:t>
              </a: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75B12FAA-B475-47B2-B4C3-9F32D716CE6F}"/>
                </a:ext>
              </a:extLst>
            </p:cNvPr>
            <p:cNvSpPr/>
            <p:nvPr/>
          </p:nvSpPr>
          <p:spPr>
            <a:xfrm>
              <a:off x="1892638" y="5118740"/>
              <a:ext cx="807154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81%</a:t>
              </a:r>
              <a:endParaRPr lang="ko-KR" altLang="en-US" sz="2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82" name="그룹 81">
              <a:extLst>
                <a:ext uri="{FF2B5EF4-FFF2-40B4-BE49-F238E27FC236}">
                  <a16:creationId xmlns:a16="http://schemas.microsoft.com/office/drawing/2014/main" id="{D64CF4B5-D0BE-4F75-AAC0-306BD9FD9FDF}"/>
                </a:ext>
              </a:extLst>
            </p:cNvPr>
            <p:cNvGrpSpPr/>
            <p:nvPr/>
          </p:nvGrpSpPr>
          <p:grpSpPr>
            <a:xfrm>
              <a:off x="485190" y="5308182"/>
              <a:ext cx="862386" cy="211955"/>
              <a:chOff x="4861742" y="3907374"/>
              <a:chExt cx="862386" cy="211955"/>
            </a:xfrm>
          </p:grpSpPr>
          <p:pic>
            <p:nvPicPr>
              <p:cNvPr id="86" name="Picture 6" descr="ìì ë¤ì´ë¡ëì ëí ì´ë¯¸ì§ ê²ìê²°ê³¼">
                <a:extLst>
                  <a:ext uri="{FF2B5EF4-FFF2-40B4-BE49-F238E27FC236}">
                    <a16:creationId xmlns:a16="http://schemas.microsoft.com/office/drawing/2014/main" id="{BDA9FA1F-33EE-4ADB-B177-0845FED1BE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1742" y="3907374"/>
                <a:ext cx="211955" cy="21195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D968C67B-BC12-4BCF-A736-2F8E1AA8A624}"/>
                  </a:ext>
                </a:extLst>
              </p:cNvPr>
              <p:cNvSpPr txBox="1"/>
              <p:nvPr/>
            </p:nvSpPr>
            <p:spPr>
              <a:xfrm>
                <a:off x="4949189" y="3921018"/>
                <a:ext cx="774939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600" b="1" dirty="0">
                    <a:solidFill>
                      <a:schemeClr val="bg1"/>
                    </a:solidFill>
                  </a:rPr>
                  <a:t>데이터 저장하기</a:t>
                </a:r>
              </a:p>
            </p:txBody>
          </p:sp>
        </p:grp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950B4070-CDAD-4DC6-958A-11CB166E406F}"/>
                </a:ext>
              </a:extLst>
            </p:cNvPr>
            <p:cNvSpPr/>
            <p:nvPr/>
          </p:nvSpPr>
          <p:spPr>
            <a:xfrm>
              <a:off x="5735316" y="5118157"/>
              <a:ext cx="612068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ko-KR" altLang="en-US" sz="700" b="1" dirty="0">
                  <a:solidFill>
                    <a:srgbClr val="008080"/>
                  </a:solidFill>
                  <a:latin typeface="맑은 고딕" pitchFamily="50" charset="-127"/>
                  <a:ea typeface="맑은 고딕" pitchFamily="50" charset="-127"/>
                </a:rPr>
                <a:t>예측 사용량</a:t>
              </a:r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398CC14E-5712-44CF-AE5A-6D6F88F81527}"/>
                </a:ext>
              </a:extLst>
            </p:cNvPr>
            <p:cNvSpPr/>
            <p:nvPr/>
          </p:nvSpPr>
          <p:spPr>
            <a:xfrm>
              <a:off x="6209242" y="5010937"/>
              <a:ext cx="894226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800</a:t>
              </a:r>
              <a:endParaRPr lang="ko-KR" altLang="en-US" sz="2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C8F7D011-D246-4F01-873E-7031C2897B2A}"/>
                </a:ext>
              </a:extLst>
            </p:cNvPr>
            <p:cNvSpPr/>
            <p:nvPr/>
          </p:nvSpPr>
          <p:spPr>
            <a:xfrm>
              <a:off x="6948264" y="5118157"/>
              <a:ext cx="36004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b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rgbClr val="008080"/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700" b="1" dirty="0">
                <a:solidFill>
                  <a:srgbClr val="00808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D09438D2-686F-40B9-83F1-E010DAC7BF55}"/>
              </a:ext>
            </a:extLst>
          </p:cNvPr>
          <p:cNvCxnSpPr>
            <a:cxnSpLocks/>
          </p:cNvCxnSpPr>
          <p:nvPr/>
        </p:nvCxnSpPr>
        <p:spPr>
          <a:xfrm>
            <a:off x="5666307" y="2275885"/>
            <a:ext cx="0" cy="1512168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9" name="표 88">
            <a:extLst>
              <a:ext uri="{FF2B5EF4-FFF2-40B4-BE49-F238E27FC236}">
                <a16:creationId xmlns:a16="http://schemas.microsoft.com/office/drawing/2014/main" id="{DD5827D8-9BA5-48C0-BBD6-BAE467CBB71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2476" y="4017362"/>
          <a:ext cx="7920880" cy="7123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642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사용량</a:t>
                      </a:r>
                      <a:endParaRPr kumimoji="0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</a:t>
                      </a:r>
                      <a:r>
                        <a:rPr lang="ko-KR" altLang="en-US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PV</a:t>
                      </a:r>
                      <a:r>
                        <a:rPr lang="ko-KR" altLang="en-US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rgbClr val="00808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620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350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7434425"/>
                  </a:ext>
                </a:extLst>
              </a:tr>
            </a:tbl>
          </a:graphicData>
        </a:graphic>
      </p:graphicFrame>
      <p:sp>
        <p:nvSpPr>
          <p:cNvPr id="90" name="TextBox 89">
            <a:extLst>
              <a:ext uri="{FF2B5EF4-FFF2-40B4-BE49-F238E27FC236}">
                <a16:creationId xmlns:a16="http://schemas.microsoft.com/office/drawing/2014/main" id="{155C0B41-5113-412A-A152-C1099181C7B6}"/>
              </a:ext>
            </a:extLst>
          </p:cNvPr>
          <p:cNvSpPr txBox="1"/>
          <p:nvPr/>
        </p:nvSpPr>
        <p:spPr>
          <a:xfrm>
            <a:off x="7221248" y="480164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35904C03-817C-42D9-94EA-786F5645322F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56AB5430-9CCB-4A6E-BA4F-104F043EE3F3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1F988DDC-0123-46C2-9638-D66ABC0996EC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C50AEF8D-CD88-4D17-ABFB-36C1B8497119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4DBADC3F-2232-447B-9F19-DA6784650BFF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43E5E890-9952-4730-97C2-88F7D606379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06" name="타원형 설명선 205"/>
          <p:cNvSpPr/>
          <p:nvPr/>
        </p:nvSpPr>
        <p:spPr>
          <a:xfrm>
            <a:off x="116575" y="5029698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11</a:t>
            </a:r>
            <a:endParaRPr lang="ko-KR" altLang="en-US" sz="900" b="1" dirty="0"/>
          </a:p>
        </p:txBody>
      </p:sp>
      <p:sp>
        <p:nvSpPr>
          <p:cNvPr id="247" name="타원형 설명선 246"/>
          <p:cNvSpPr/>
          <p:nvPr/>
        </p:nvSpPr>
        <p:spPr>
          <a:xfrm>
            <a:off x="2505350" y="319452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4153130" y="332737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5644" y="21538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1" name="표 100">
            <a:extLst>
              <a:ext uri="{FF2B5EF4-FFF2-40B4-BE49-F238E27FC236}">
                <a16:creationId xmlns:a16="http://schemas.microsoft.com/office/drawing/2014/main" id="{306AC4CC-ED21-420E-8AC1-00D9BD31AB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736626"/>
              </p:ext>
            </p:extLst>
          </p:nvPr>
        </p:nvGraphicFramePr>
        <p:xfrm>
          <a:off x="983500" y="5914634"/>
          <a:ext cx="3788722" cy="5438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1864">
                  <a:extLst>
                    <a:ext uri="{9D8B030D-6E8A-4147-A177-3AD203B41FA5}">
                      <a16:colId xmlns:a16="http://schemas.microsoft.com/office/drawing/2014/main" val="621667645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248332737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899356341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787753370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75509663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2371680936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1293287838"/>
                    </a:ext>
                  </a:extLst>
                </a:gridCol>
                <a:gridCol w="446694">
                  <a:extLst>
                    <a:ext uri="{9D8B030D-6E8A-4147-A177-3AD203B41FA5}">
                      <a16:colId xmlns:a16="http://schemas.microsoft.com/office/drawing/2014/main" val="346575581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조회기간</a:t>
                      </a:r>
                      <a:endParaRPr lang="en-US" altLang="ko-KR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lang="ko-KR" altLang="en-US" sz="800" b="1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1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기간설정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581190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 간격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strike="sng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  <a:endParaRPr lang="en-US" altLang="ko-KR" sz="800" b="0" strike="sngStrik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후 추가 예정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lang="ko-KR" altLang="en-US" sz="800" b="0" strike="noStrik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지정된 기간에 따라 판단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9881618"/>
                  </a:ext>
                </a:extLst>
              </a:tr>
            </a:tbl>
          </a:graphicData>
        </a:graphic>
      </p:graphicFrame>
      <p:sp>
        <p:nvSpPr>
          <p:cNvPr id="103" name="타원형 설명선 225">
            <a:extLst>
              <a:ext uri="{FF2B5EF4-FFF2-40B4-BE49-F238E27FC236}">
                <a16:creationId xmlns:a16="http://schemas.microsoft.com/office/drawing/2014/main" id="{F0E6173F-30EB-4963-AC11-3DC9C5E5A4DD}"/>
              </a:ext>
            </a:extLst>
          </p:cNvPr>
          <p:cNvSpPr/>
          <p:nvPr/>
        </p:nvSpPr>
        <p:spPr>
          <a:xfrm>
            <a:off x="982832" y="568474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</a:t>
            </a:r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5" name="타원형 설명선 225">
            <a:extLst>
              <a:ext uri="{FF2B5EF4-FFF2-40B4-BE49-F238E27FC236}">
                <a16:creationId xmlns:a16="http://schemas.microsoft.com/office/drawing/2014/main" id="{CF597FC0-18BC-4464-81B7-3787C73C21D3}"/>
              </a:ext>
            </a:extLst>
          </p:cNvPr>
          <p:cNvSpPr/>
          <p:nvPr/>
        </p:nvSpPr>
        <p:spPr>
          <a:xfrm>
            <a:off x="6930926" y="466784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타원형 설명선 225">
            <a:extLst>
              <a:ext uri="{FF2B5EF4-FFF2-40B4-BE49-F238E27FC236}">
                <a16:creationId xmlns:a16="http://schemas.microsoft.com/office/drawing/2014/main" id="{E9DC1823-2444-4D88-BA9B-A43DF0887DD6}"/>
              </a:ext>
            </a:extLst>
          </p:cNvPr>
          <p:cNvSpPr/>
          <p:nvPr/>
        </p:nvSpPr>
        <p:spPr>
          <a:xfrm>
            <a:off x="-9501" y="388914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9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73EFD49-63CE-4ADC-8DDA-257A87F647AF}"/>
              </a:ext>
            </a:extLst>
          </p:cNvPr>
          <p:cNvSpPr/>
          <p:nvPr/>
        </p:nvSpPr>
        <p:spPr>
          <a:xfrm>
            <a:off x="7680269" y="1568304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208043209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794946"/>
              </p:ext>
            </p:extLst>
          </p:nvPr>
        </p:nvGraphicFramePr>
        <p:xfrm>
          <a:off x="8469313" y="276225"/>
          <a:ext cx="1404000" cy="163027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사용량 비율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항목 별 사용량 비율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사용량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시점의 각 사용량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기간이 오늘이 아닐 경우에는 기간 內 총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누적량이며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누적 사용량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으로 변경하여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8000761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75644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 구성 </a:t>
            </a: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(DER)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512840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232920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495673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5783705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033120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295873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119FCE8B-C633-47C3-A0BD-44AD20643BCC}"/>
              </a:ext>
            </a:extLst>
          </p:cNvPr>
          <p:cNvSpPr/>
          <p:nvPr/>
        </p:nvSpPr>
        <p:spPr>
          <a:xfrm>
            <a:off x="1356604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948F9D44-B814-4AF5-882E-A35193F2E22A}"/>
              </a:ext>
            </a:extLst>
          </p:cNvPr>
          <p:cNvSpPr/>
          <p:nvPr/>
        </p:nvSpPr>
        <p:spPr>
          <a:xfrm>
            <a:off x="2415080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EAC2534-4E33-4882-8982-978DDCA53E5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2476" y="2206916"/>
          <a:ext cx="7920881" cy="179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9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5C20E19C-7454-4EC0-9C86-5F347C7627D6}"/>
              </a:ext>
            </a:extLst>
          </p:cNvPr>
          <p:cNvCxnSpPr/>
          <p:nvPr/>
        </p:nvCxnSpPr>
        <p:spPr>
          <a:xfrm>
            <a:off x="2648744" y="2038073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F880CC0-6B95-477F-B1C4-F0BCF8B81CE2}"/>
              </a:ext>
            </a:extLst>
          </p:cNvPr>
          <p:cNvSpPr/>
          <p:nvPr/>
        </p:nvSpPr>
        <p:spPr>
          <a:xfrm>
            <a:off x="3224808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실제 사용량</a:t>
            </a:r>
          </a:p>
        </p:txBody>
      </p: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36861E16-9296-407F-8126-97D481425A31}"/>
              </a:ext>
            </a:extLst>
          </p:cNvPr>
          <p:cNvCxnSpPr/>
          <p:nvPr/>
        </p:nvCxnSpPr>
        <p:spPr>
          <a:xfrm>
            <a:off x="4160912" y="2038073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D220AED-9C76-4FB8-8705-8B7E2CCE94F6}"/>
              </a:ext>
            </a:extLst>
          </p:cNvPr>
          <p:cNvSpPr/>
          <p:nvPr/>
        </p:nvSpPr>
        <p:spPr>
          <a:xfrm>
            <a:off x="4736976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8B1AF60-D5AC-410E-BAC7-B5797A3E3446}"/>
              </a:ext>
            </a:extLst>
          </p:cNvPr>
          <p:cNvCxnSpPr>
            <a:cxnSpLocks/>
          </p:cNvCxnSpPr>
          <p:nvPr/>
        </p:nvCxnSpPr>
        <p:spPr>
          <a:xfrm>
            <a:off x="992556" y="2483520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EB278F43-7B49-41F4-9B7A-35CA40CF1699}"/>
              </a:ext>
            </a:extLst>
          </p:cNvPr>
          <p:cNvCxnSpPr>
            <a:cxnSpLocks/>
          </p:cNvCxnSpPr>
          <p:nvPr/>
        </p:nvCxnSpPr>
        <p:spPr>
          <a:xfrm>
            <a:off x="992556" y="3004354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66EF2A03-8418-49D2-8E46-E6B944559F30}"/>
              </a:ext>
            </a:extLst>
          </p:cNvPr>
          <p:cNvCxnSpPr/>
          <p:nvPr/>
        </p:nvCxnSpPr>
        <p:spPr>
          <a:xfrm>
            <a:off x="5595569" y="2038073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90612CA-6C8A-4FCC-A491-EB373BF1E363}"/>
              </a:ext>
            </a:extLst>
          </p:cNvPr>
          <p:cNvSpPr/>
          <p:nvPr/>
        </p:nvSpPr>
        <p:spPr>
          <a:xfrm>
            <a:off x="6171633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  <p:sp>
        <p:nvSpPr>
          <p:cNvPr id="61" name="자유형 5">
            <a:extLst>
              <a:ext uri="{FF2B5EF4-FFF2-40B4-BE49-F238E27FC236}">
                <a16:creationId xmlns:a16="http://schemas.microsoft.com/office/drawing/2014/main" id="{0AB13E76-0E1C-4F2E-A66A-8EB7B4F5BEC3}"/>
              </a:ext>
            </a:extLst>
          </p:cNvPr>
          <p:cNvSpPr/>
          <p:nvPr/>
        </p:nvSpPr>
        <p:spPr>
          <a:xfrm>
            <a:off x="2022704" y="3198306"/>
            <a:ext cx="1659512" cy="361173"/>
          </a:xfrm>
          <a:custGeom>
            <a:avLst/>
            <a:gdLst>
              <a:gd name="connsiteX0" fmla="*/ 0 w 1733550"/>
              <a:gd name="connsiteY0" fmla="*/ 171450 h 453390"/>
              <a:gd name="connsiteX1" fmla="*/ 582930 w 1733550"/>
              <a:gd name="connsiteY1" fmla="*/ 430530 h 453390"/>
              <a:gd name="connsiteX2" fmla="*/ 864870 w 1733550"/>
              <a:gd name="connsiteY2" fmla="*/ 453390 h 453390"/>
              <a:gd name="connsiteX3" fmla="*/ 1165860 w 1733550"/>
              <a:gd name="connsiteY3" fmla="*/ 419100 h 453390"/>
              <a:gd name="connsiteX4" fmla="*/ 1482090 w 1733550"/>
              <a:gd name="connsiteY4" fmla="*/ 106680 h 453390"/>
              <a:gd name="connsiteX5" fmla="*/ 1733550 w 1733550"/>
              <a:gd name="connsiteY5" fmla="*/ 0 h 453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550" h="453390">
                <a:moveTo>
                  <a:pt x="0" y="171450"/>
                </a:moveTo>
                <a:lnTo>
                  <a:pt x="582930" y="430530"/>
                </a:lnTo>
                <a:lnTo>
                  <a:pt x="864870" y="453390"/>
                </a:lnTo>
                <a:lnTo>
                  <a:pt x="1165860" y="419100"/>
                </a:lnTo>
                <a:lnTo>
                  <a:pt x="1482090" y="106680"/>
                </a:lnTo>
                <a:lnTo>
                  <a:pt x="1733550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2" name="자유형 4">
            <a:extLst>
              <a:ext uri="{FF2B5EF4-FFF2-40B4-BE49-F238E27FC236}">
                <a16:creationId xmlns:a16="http://schemas.microsoft.com/office/drawing/2014/main" id="{1757BB11-8C88-4DEA-AD52-5538892811EB}"/>
              </a:ext>
            </a:extLst>
          </p:cNvPr>
          <p:cNvSpPr/>
          <p:nvPr/>
        </p:nvSpPr>
        <p:spPr>
          <a:xfrm rot="10615747">
            <a:off x="1998520" y="3235964"/>
            <a:ext cx="1682591" cy="71825"/>
          </a:xfrm>
          <a:custGeom>
            <a:avLst/>
            <a:gdLst>
              <a:gd name="connsiteX0" fmla="*/ 0 w 1761066"/>
              <a:gd name="connsiteY0" fmla="*/ 177800 h 228600"/>
              <a:gd name="connsiteX1" fmla="*/ 601133 w 1761066"/>
              <a:gd name="connsiteY1" fmla="*/ 228600 h 228600"/>
              <a:gd name="connsiteX2" fmla="*/ 905933 w 1761066"/>
              <a:gd name="connsiteY2" fmla="*/ 177800 h 228600"/>
              <a:gd name="connsiteX3" fmla="*/ 1159933 w 1761066"/>
              <a:gd name="connsiteY3" fmla="*/ 127000 h 228600"/>
              <a:gd name="connsiteX4" fmla="*/ 1498600 w 1761066"/>
              <a:gd name="connsiteY4" fmla="*/ 59267 h 228600"/>
              <a:gd name="connsiteX5" fmla="*/ 1761066 w 1761066"/>
              <a:gd name="connsiteY5" fmla="*/ 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1066" h="228600">
                <a:moveTo>
                  <a:pt x="0" y="177800"/>
                </a:moveTo>
                <a:lnTo>
                  <a:pt x="601133" y="228600"/>
                </a:lnTo>
                <a:lnTo>
                  <a:pt x="905933" y="177800"/>
                </a:lnTo>
                <a:lnTo>
                  <a:pt x="1159933" y="127000"/>
                </a:lnTo>
                <a:lnTo>
                  <a:pt x="1498600" y="59267"/>
                </a:lnTo>
                <a:lnTo>
                  <a:pt x="1761066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4" name="자유형 7">
            <a:extLst>
              <a:ext uri="{FF2B5EF4-FFF2-40B4-BE49-F238E27FC236}">
                <a16:creationId xmlns:a16="http://schemas.microsoft.com/office/drawing/2014/main" id="{59930D6E-325D-4483-A815-E78A4C03D69A}"/>
              </a:ext>
            </a:extLst>
          </p:cNvPr>
          <p:cNvSpPr/>
          <p:nvPr/>
        </p:nvSpPr>
        <p:spPr>
          <a:xfrm>
            <a:off x="3685862" y="3213481"/>
            <a:ext cx="1962236" cy="452225"/>
          </a:xfrm>
          <a:custGeom>
            <a:avLst/>
            <a:gdLst>
              <a:gd name="connsiteX0" fmla="*/ 0 w 2049780"/>
              <a:gd name="connsiteY0" fmla="*/ 0 h 567690"/>
              <a:gd name="connsiteX1" fmla="*/ 331470 w 2049780"/>
              <a:gd name="connsiteY1" fmla="*/ 60960 h 567690"/>
              <a:gd name="connsiteX2" fmla="*/ 640080 w 2049780"/>
              <a:gd name="connsiteY2" fmla="*/ 220980 h 567690"/>
              <a:gd name="connsiteX3" fmla="*/ 1242060 w 2049780"/>
              <a:gd name="connsiteY3" fmla="*/ 236220 h 567690"/>
              <a:gd name="connsiteX4" fmla="*/ 1684020 w 2049780"/>
              <a:gd name="connsiteY4" fmla="*/ 144780 h 567690"/>
              <a:gd name="connsiteX5" fmla="*/ 2049780 w 2049780"/>
              <a:gd name="connsiteY5" fmla="*/ 19050 h 567690"/>
              <a:gd name="connsiteX6" fmla="*/ 1779270 w 2049780"/>
              <a:gd name="connsiteY6" fmla="*/ 346710 h 567690"/>
              <a:gd name="connsiteX7" fmla="*/ 1249680 w 2049780"/>
              <a:gd name="connsiteY7" fmla="*/ 567690 h 567690"/>
              <a:gd name="connsiteX8" fmla="*/ 621030 w 2049780"/>
              <a:gd name="connsiteY8" fmla="*/ 563880 h 567690"/>
              <a:gd name="connsiteX9" fmla="*/ 308610 w 2049780"/>
              <a:gd name="connsiteY9" fmla="*/ 419100 h 567690"/>
              <a:gd name="connsiteX10" fmla="*/ 0 w 2049780"/>
              <a:gd name="connsiteY10" fmla="*/ 0 h 5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49780" h="567690">
                <a:moveTo>
                  <a:pt x="0" y="0"/>
                </a:moveTo>
                <a:lnTo>
                  <a:pt x="331470" y="60960"/>
                </a:lnTo>
                <a:lnTo>
                  <a:pt x="640080" y="220980"/>
                </a:lnTo>
                <a:lnTo>
                  <a:pt x="1242060" y="236220"/>
                </a:lnTo>
                <a:lnTo>
                  <a:pt x="1684020" y="144780"/>
                </a:lnTo>
                <a:lnTo>
                  <a:pt x="2049780" y="19050"/>
                </a:lnTo>
                <a:lnTo>
                  <a:pt x="1779270" y="346710"/>
                </a:lnTo>
                <a:lnTo>
                  <a:pt x="1249680" y="567690"/>
                </a:lnTo>
                <a:lnTo>
                  <a:pt x="621030" y="563880"/>
                </a:lnTo>
                <a:lnTo>
                  <a:pt x="308610" y="4191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5" name="자유형 1">
            <a:extLst>
              <a:ext uri="{FF2B5EF4-FFF2-40B4-BE49-F238E27FC236}">
                <a16:creationId xmlns:a16="http://schemas.microsoft.com/office/drawing/2014/main" id="{B36E7C33-7AB4-48E5-BE60-9221C84A5A15}"/>
              </a:ext>
            </a:extLst>
          </p:cNvPr>
          <p:cNvSpPr/>
          <p:nvPr/>
        </p:nvSpPr>
        <p:spPr>
          <a:xfrm>
            <a:off x="1131147" y="3200329"/>
            <a:ext cx="4530729" cy="465377"/>
          </a:xfrm>
          <a:custGeom>
            <a:avLst/>
            <a:gdLst>
              <a:gd name="connsiteX0" fmla="*/ 0 w 4732866"/>
              <a:gd name="connsiteY0" fmla="*/ 330200 h 584200"/>
              <a:gd name="connsiteX1" fmla="*/ 262466 w 4732866"/>
              <a:gd name="connsiteY1" fmla="*/ 169333 h 584200"/>
              <a:gd name="connsiteX2" fmla="*/ 575733 w 4732866"/>
              <a:gd name="connsiteY2" fmla="*/ 279400 h 584200"/>
              <a:gd name="connsiteX3" fmla="*/ 905933 w 4732866"/>
              <a:gd name="connsiteY3" fmla="*/ 169333 h 584200"/>
              <a:gd name="connsiteX4" fmla="*/ 1193800 w 4732866"/>
              <a:gd name="connsiteY4" fmla="*/ 296333 h 584200"/>
              <a:gd name="connsiteX5" fmla="*/ 1507066 w 4732866"/>
              <a:gd name="connsiteY5" fmla="*/ 431800 h 584200"/>
              <a:gd name="connsiteX6" fmla="*/ 1794933 w 4732866"/>
              <a:gd name="connsiteY6" fmla="*/ 457200 h 584200"/>
              <a:gd name="connsiteX7" fmla="*/ 2091266 w 4732866"/>
              <a:gd name="connsiteY7" fmla="*/ 423333 h 584200"/>
              <a:gd name="connsiteX8" fmla="*/ 2413000 w 4732866"/>
              <a:gd name="connsiteY8" fmla="*/ 101600 h 584200"/>
              <a:gd name="connsiteX9" fmla="*/ 2667000 w 4732866"/>
              <a:gd name="connsiteY9" fmla="*/ 0 h 584200"/>
              <a:gd name="connsiteX10" fmla="*/ 2971800 w 4732866"/>
              <a:gd name="connsiteY10" fmla="*/ 431800 h 584200"/>
              <a:gd name="connsiteX11" fmla="*/ 3293533 w 4732866"/>
              <a:gd name="connsiteY11" fmla="*/ 567267 h 584200"/>
              <a:gd name="connsiteX12" fmla="*/ 3615266 w 4732866"/>
              <a:gd name="connsiteY12" fmla="*/ 558800 h 584200"/>
              <a:gd name="connsiteX13" fmla="*/ 3911600 w 4732866"/>
              <a:gd name="connsiteY13" fmla="*/ 584200 h 584200"/>
              <a:gd name="connsiteX14" fmla="*/ 4199466 w 4732866"/>
              <a:gd name="connsiteY14" fmla="*/ 440267 h 584200"/>
              <a:gd name="connsiteX15" fmla="*/ 4453466 w 4732866"/>
              <a:gd name="connsiteY15" fmla="*/ 364067 h 584200"/>
              <a:gd name="connsiteX16" fmla="*/ 4732866 w 4732866"/>
              <a:gd name="connsiteY16" fmla="*/ 16933 h 58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732866" h="584200">
                <a:moveTo>
                  <a:pt x="0" y="330200"/>
                </a:moveTo>
                <a:lnTo>
                  <a:pt x="262466" y="169333"/>
                </a:lnTo>
                <a:lnTo>
                  <a:pt x="575733" y="279400"/>
                </a:lnTo>
                <a:lnTo>
                  <a:pt x="905933" y="169333"/>
                </a:lnTo>
                <a:lnTo>
                  <a:pt x="1193800" y="296333"/>
                </a:lnTo>
                <a:lnTo>
                  <a:pt x="1507066" y="431800"/>
                </a:lnTo>
                <a:lnTo>
                  <a:pt x="1794933" y="457200"/>
                </a:lnTo>
                <a:lnTo>
                  <a:pt x="2091266" y="423333"/>
                </a:lnTo>
                <a:lnTo>
                  <a:pt x="2413000" y="101600"/>
                </a:lnTo>
                <a:lnTo>
                  <a:pt x="2667000" y="0"/>
                </a:lnTo>
                <a:lnTo>
                  <a:pt x="2971800" y="431800"/>
                </a:lnTo>
                <a:lnTo>
                  <a:pt x="3293533" y="567267"/>
                </a:lnTo>
                <a:lnTo>
                  <a:pt x="3615266" y="558800"/>
                </a:lnTo>
                <a:lnTo>
                  <a:pt x="3911600" y="584200"/>
                </a:lnTo>
                <a:lnTo>
                  <a:pt x="4199466" y="440267"/>
                </a:lnTo>
                <a:lnTo>
                  <a:pt x="4453466" y="364067"/>
                </a:lnTo>
                <a:lnTo>
                  <a:pt x="4732866" y="16933"/>
                </a:lnTo>
              </a:path>
            </a:pathLst>
          </a:custGeom>
          <a:ln w="3810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3CA53D57-8072-4362-AC52-4AFBC788E95F}"/>
              </a:ext>
            </a:extLst>
          </p:cNvPr>
          <p:cNvGrpSpPr/>
          <p:nvPr/>
        </p:nvGrpSpPr>
        <p:grpSpPr>
          <a:xfrm>
            <a:off x="1208606" y="2753026"/>
            <a:ext cx="6850068" cy="898348"/>
            <a:chOff x="1208606" y="2668356"/>
            <a:chExt cx="6850068" cy="898348"/>
          </a:xfrm>
        </p:grpSpPr>
        <p:sp>
          <p:nvSpPr>
            <p:cNvPr id="66" name="자유형 83">
              <a:extLst>
                <a:ext uri="{FF2B5EF4-FFF2-40B4-BE49-F238E27FC236}">
                  <a16:creationId xmlns:a16="http://schemas.microsoft.com/office/drawing/2014/main" id="{0BD672CD-0503-4722-8932-AB85ACCAD1CB}"/>
                </a:ext>
              </a:extLst>
            </p:cNvPr>
            <p:cNvSpPr/>
            <p:nvPr/>
          </p:nvSpPr>
          <p:spPr>
            <a:xfrm>
              <a:off x="1208606" y="2673533"/>
              <a:ext cx="3366980" cy="89317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 w="9525">
              <a:solidFill>
                <a:srgbClr val="00808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8080"/>
                </a:solidFill>
              </a:endParaRPr>
            </a:p>
          </p:txBody>
        </p:sp>
        <p:sp>
          <p:nvSpPr>
            <p:cNvPr id="67" name="자유형 33">
              <a:extLst>
                <a:ext uri="{FF2B5EF4-FFF2-40B4-BE49-F238E27FC236}">
                  <a16:creationId xmlns:a16="http://schemas.microsoft.com/office/drawing/2014/main" id="{62515397-8F34-41BD-BCDD-481D30329AB6}"/>
                </a:ext>
              </a:extLst>
            </p:cNvPr>
            <p:cNvSpPr/>
            <p:nvPr/>
          </p:nvSpPr>
          <p:spPr>
            <a:xfrm flipH="1">
              <a:off x="4532546" y="2668356"/>
              <a:ext cx="3526128" cy="89317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 w="9525">
              <a:solidFill>
                <a:srgbClr val="00808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8080"/>
                </a:solidFill>
              </a:endParaRPr>
            </a:p>
          </p:txBody>
        </p:sp>
      </p:grp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41F58617-D855-4850-AB4E-7148BB807B69}"/>
              </a:ext>
            </a:extLst>
          </p:cNvPr>
          <p:cNvCxnSpPr/>
          <p:nvPr/>
        </p:nvCxnSpPr>
        <p:spPr>
          <a:xfrm>
            <a:off x="6915396" y="2038073"/>
            <a:ext cx="504056" cy="0"/>
          </a:xfrm>
          <a:prstGeom prst="line">
            <a:avLst/>
          </a:prstGeom>
          <a:ln w="9525">
            <a:solidFill>
              <a:srgbClr val="00808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0235101-F814-4041-979C-4B88786E2826}"/>
              </a:ext>
            </a:extLst>
          </p:cNvPr>
          <p:cNvSpPr/>
          <p:nvPr/>
        </p:nvSpPr>
        <p:spPr>
          <a:xfrm>
            <a:off x="7491460" y="1915845"/>
            <a:ext cx="917924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 사용량</a:t>
            </a: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C7DEDF49-6D21-4BF0-AE0B-2D8D6C649C94}"/>
              </a:ext>
            </a:extLst>
          </p:cNvPr>
          <p:cNvGrpSpPr/>
          <p:nvPr/>
        </p:nvGrpSpPr>
        <p:grpSpPr>
          <a:xfrm>
            <a:off x="290122" y="4864252"/>
            <a:ext cx="7975246" cy="656892"/>
            <a:chOff x="485190" y="5010937"/>
            <a:chExt cx="8335282" cy="656892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8F5F969A-4B23-48DD-89A3-3A772BB48961}"/>
                </a:ext>
              </a:extLst>
            </p:cNvPr>
            <p:cNvSpPr/>
            <p:nvPr/>
          </p:nvSpPr>
          <p:spPr>
            <a:xfrm>
              <a:off x="7236296" y="5118157"/>
              <a:ext cx="612068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ko-KR" altLang="en-US" sz="700" b="1" dirty="0">
                  <a:solidFill>
                    <a:srgbClr val="FF9933"/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9E800569-4F5F-4B25-BFFA-5CB3E65CC159}"/>
                </a:ext>
              </a:extLst>
            </p:cNvPr>
            <p:cNvSpPr/>
            <p:nvPr/>
          </p:nvSpPr>
          <p:spPr>
            <a:xfrm>
              <a:off x="7710222" y="5010937"/>
              <a:ext cx="894226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900</a:t>
              </a:r>
              <a:endParaRPr lang="ko-KR" altLang="en-US" sz="2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080A9CCA-92EA-4209-A0C2-4768F756CC32}"/>
                </a:ext>
              </a:extLst>
            </p:cNvPr>
            <p:cNvSpPr/>
            <p:nvPr/>
          </p:nvSpPr>
          <p:spPr>
            <a:xfrm>
              <a:off x="8460432" y="5118157"/>
              <a:ext cx="36004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b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rgbClr val="FF9933"/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700" b="1" dirty="0">
                <a:solidFill>
                  <a:srgbClr val="FF9933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8142ADFB-F117-45C9-B310-ECEEFD09F7B4}"/>
                </a:ext>
              </a:extLst>
            </p:cNvPr>
            <p:cNvSpPr/>
            <p:nvPr/>
          </p:nvSpPr>
          <p:spPr>
            <a:xfrm>
              <a:off x="2699792" y="5118740"/>
              <a:ext cx="612068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sz="900" b="1" dirty="0">
                  <a:solidFill>
                    <a:srgbClr val="92D050"/>
                  </a:solidFill>
                  <a:latin typeface="맑은 고딕" pitchFamily="50" charset="-127"/>
                  <a:ea typeface="맑은 고딕" pitchFamily="50" charset="-127"/>
                </a:rPr>
                <a:t>ESS </a:t>
              </a:r>
              <a:r>
                <a:rPr lang="ko-KR" altLang="en-US" sz="900" b="1" dirty="0">
                  <a:solidFill>
                    <a:srgbClr val="92D050"/>
                  </a:solidFill>
                  <a:latin typeface="맑은 고딕" pitchFamily="50" charset="-127"/>
                  <a:ea typeface="맑은 고딕" pitchFamily="50" charset="-127"/>
                </a:rPr>
                <a:t>사용</a:t>
              </a:r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6C66FC3D-872A-42A6-B43B-0ED4240E654F}"/>
                </a:ext>
              </a:extLst>
            </p:cNvPr>
            <p:cNvSpPr/>
            <p:nvPr/>
          </p:nvSpPr>
          <p:spPr>
            <a:xfrm>
              <a:off x="3260790" y="5118740"/>
              <a:ext cx="807154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10%</a:t>
              </a:r>
              <a:endParaRPr lang="ko-KR" altLang="en-US" sz="2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B80211FC-22EC-452E-ACBF-4E80B174DC82}"/>
                </a:ext>
              </a:extLst>
            </p:cNvPr>
            <p:cNvSpPr/>
            <p:nvPr/>
          </p:nvSpPr>
          <p:spPr>
            <a:xfrm>
              <a:off x="3959932" y="5118740"/>
              <a:ext cx="612068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sz="9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PV </a:t>
              </a:r>
              <a:r>
                <a:rPr lang="ko-KR" altLang="en-US" sz="9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사용</a:t>
              </a:r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5C012F2F-1731-47D6-B56E-1122F6EE577D}"/>
                </a:ext>
              </a:extLst>
            </p:cNvPr>
            <p:cNvSpPr/>
            <p:nvPr/>
          </p:nvSpPr>
          <p:spPr>
            <a:xfrm>
              <a:off x="4484926" y="5118740"/>
              <a:ext cx="807154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9%</a:t>
              </a:r>
              <a:endParaRPr lang="ko-KR" altLang="en-US" sz="2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C8F08A98-018D-496D-8433-664C861F34A5}"/>
                </a:ext>
              </a:extLst>
            </p:cNvPr>
            <p:cNvSpPr/>
            <p:nvPr/>
          </p:nvSpPr>
          <p:spPr>
            <a:xfrm>
              <a:off x="1298007" y="5118740"/>
              <a:ext cx="612068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ko-KR" altLang="en-US" sz="900" b="1" dirty="0">
                  <a:solidFill>
                    <a:srgbClr val="FF6600"/>
                  </a:solidFill>
                  <a:latin typeface="맑은 고딕" pitchFamily="50" charset="-127"/>
                  <a:ea typeface="맑은 고딕" pitchFamily="50" charset="-127"/>
                </a:rPr>
                <a:t>한전 사용</a:t>
              </a: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75B12FAA-B475-47B2-B4C3-9F32D716CE6F}"/>
                </a:ext>
              </a:extLst>
            </p:cNvPr>
            <p:cNvSpPr/>
            <p:nvPr/>
          </p:nvSpPr>
          <p:spPr>
            <a:xfrm>
              <a:off x="1892638" y="5118740"/>
              <a:ext cx="807154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81%</a:t>
              </a:r>
              <a:endParaRPr lang="ko-KR" altLang="en-US" sz="2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82" name="그룹 81">
              <a:extLst>
                <a:ext uri="{FF2B5EF4-FFF2-40B4-BE49-F238E27FC236}">
                  <a16:creationId xmlns:a16="http://schemas.microsoft.com/office/drawing/2014/main" id="{D64CF4B5-D0BE-4F75-AAC0-306BD9FD9FDF}"/>
                </a:ext>
              </a:extLst>
            </p:cNvPr>
            <p:cNvGrpSpPr/>
            <p:nvPr/>
          </p:nvGrpSpPr>
          <p:grpSpPr>
            <a:xfrm>
              <a:off x="485190" y="5308182"/>
              <a:ext cx="862386" cy="211955"/>
              <a:chOff x="4861742" y="3907374"/>
              <a:chExt cx="862386" cy="211955"/>
            </a:xfrm>
          </p:grpSpPr>
          <p:pic>
            <p:nvPicPr>
              <p:cNvPr id="86" name="Picture 6" descr="ìì ë¤ì´ë¡ëì ëí ì´ë¯¸ì§ ê²ìê²°ê³¼">
                <a:extLst>
                  <a:ext uri="{FF2B5EF4-FFF2-40B4-BE49-F238E27FC236}">
                    <a16:creationId xmlns:a16="http://schemas.microsoft.com/office/drawing/2014/main" id="{BDA9FA1F-33EE-4ADB-B177-0845FED1BE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1742" y="3907374"/>
                <a:ext cx="211955" cy="21195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D968C67B-BC12-4BCF-A736-2F8E1AA8A624}"/>
                  </a:ext>
                </a:extLst>
              </p:cNvPr>
              <p:cNvSpPr txBox="1"/>
              <p:nvPr/>
            </p:nvSpPr>
            <p:spPr>
              <a:xfrm>
                <a:off x="4949189" y="3921018"/>
                <a:ext cx="774939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600" b="1" dirty="0">
                    <a:solidFill>
                      <a:schemeClr val="bg1"/>
                    </a:solidFill>
                  </a:rPr>
                  <a:t>데이터 저장하기</a:t>
                </a:r>
              </a:p>
            </p:txBody>
          </p:sp>
        </p:grp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950B4070-CDAD-4DC6-958A-11CB166E406F}"/>
                </a:ext>
              </a:extLst>
            </p:cNvPr>
            <p:cNvSpPr/>
            <p:nvPr/>
          </p:nvSpPr>
          <p:spPr>
            <a:xfrm>
              <a:off x="5735316" y="5118157"/>
              <a:ext cx="612068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ko-KR" altLang="en-US" sz="700" b="1" dirty="0">
                  <a:solidFill>
                    <a:srgbClr val="008080"/>
                  </a:solidFill>
                  <a:latin typeface="맑은 고딕" pitchFamily="50" charset="-127"/>
                  <a:ea typeface="맑은 고딕" pitchFamily="50" charset="-127"/>
                </a:rPr>
                <a:t>예측 사용량</a:t>
              </a:r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398CC14E-5712-44CF-AE5A-6D6F88F81527}"/>
                </a:ext>
              </a:extLst>
            </p:cNvPr>
            <p:cNvSpPr/>
            <p:nvPr/>
          </p:nvSpPr>
          <p:spPr>
            <a:xfrm>
              <a:off x="6209242" y="5010937"/>
              <a:ext cx="894226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800</a:t>
              </a:r>
              <a:endParaRPr lang="ko-KR" altLang="en-US" sz="2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C8F7D011-D246-4F01-873E-7031C2897B2A}"/>
                </a:ext>
              </a:extLst>
            </p:cNvPr>
            <p:cNvSpPr/>
            <p:nvPr/>
          </p:nvSpPr>
          <p:spPr>
            <a:xfrm>
              <a:off x="6948264" y="5118157"/>
              <a:ext cx="36004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b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rgbClr val="008080"/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700" b="1" dirty="0">
                <a:solidFill>
                  <a:srgbClr val="00808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D09438D2-686F-40B9-83F1-E010DAC7BF55}"/>
              </a:ext>
            </a:extLst>
          </p:cNvPr>
          <p:cNvCxnSpPr>
            <a:cxnSpLocks/>
          </p:cNvCxnSpPr>
          <p:nvPr/>
        </p:nvCxnSpPr>
        <p:spPr>
          <a:xfrm>
            <a:off x="5666307" y="2275885"/>
            <a:ext cx="0" cy="1512168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9" name="표 88">
            <a:extLst>
              <a:ext uri="{FF2B5EF4-FFF2-40B4-BE49-F238E27FC236}">
                <a16:creationId xmlns:a16="http://schemas.microsoft.com/office/drawing/2014/main" id="{DD5827D8-9BA5-48C0-BBD6-BAE467CBB71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2476" y="4017362"/>
          <a:ext cx="7920880" cy="7123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642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사용량</a:t>
                      </a:r>
                      <a:endParaRPr kumimoji="0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</a:t>
                      </a:r>
                      <a:r>
                        <a:rPr lang="ko-KR" altLang="en-US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PV</a:t>
                      </a:r>
                      <a:r>
                        <a:rPr lang="ko-KR" altLang="en-US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rgbClr val="00808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620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350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7434425"/>
                  </a:ext>
                </a:extLst>
              </a:tr>
            </a:tbl>
          </a:graphicData>
        </a:graphic>
      </p:graphicFrame>
      <p:sp>
        <p:nvSpPr>
          <p:cNvPr id="90" name="TextBox 89">
            <a:extLst>
              <a:ext uri="{FF2B5EF4-FFF2-40B4-BE49-F238E27FC236}">
                <a16:creationId xmlns:a16="http://schemas.microsoft.com/office/drawing/2014/main" id="{155C0B41-5113-412A-A152-C1099181C7B6}"/>
              </a:ext>
            </a:extLst>
          </p:cNvPr>
          <p:cNvSpPr txBox="1"/>
          <p:nvPr/>
        </p:nvSpPr>
        <p:spPr>
          <a:xfrm>
            <a:off x="7221248" y="480164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35904C03-817C-42D9-94EA-786F5645322F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56AB5430-9CCB-4A6E-BA4F-104F043EE3F3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1F988DDC-0123-46C2-9638-D66ABC0996EC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C50AEF8D-CD88-4D17-ABFB-36C1B8497119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4DBADC3F-2232-447B-9F19-DA6784650BFF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43E5E890-9952-4730-97C2-88F7D606379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06" name="타원형 설명선 205"/>
          <p:cNvSpPr/>
          <p:nvPr/>
        </p:nvSpPr>
        <p:spPr>
          <a:xfrm>
            <a:off x="5102994" y="5017088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13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1184461" y="488384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49B0B9C0-FC40-499B-8CDA-8C994C977EF0}"/>
              </a:ext>
            </a:extLst>
          </p:cNvPr>
          <p:cNvSpPr/>
          <p:nvPr/>
        </p:nvSpPr>
        <p:spPr>
          <a:xfrm>
            <a:off x="1115836" y="5099843"/>
            <a:ext cx="3656386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C552EF1F-E6A5-46EB-9377-3631447D4148}"/>
              </a:ext>
            </a:extLst>
          </p:cNvPr>
          <p:cNvSpPr/>
          <p:nvPr/>
        </p:nvSpPr>
        <p:spPr>
          <a:xfrm>
            <a:off x="5374881" y="5079696"/>
            <a:ext cx="2818475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D3C8AA9A-6545-4752-A9B8-DDB8D776DE55}"/>
              </a:ext>
            </a:extLst>
          </p:cNvPr>
          <p:cNvSpPr/>
          <p:nvPr/>
        </p:nvSpPr>
        <p:spPr>
          <a:xfrm>
            <a:off x="7614301" y="1556792"/>
            <a:ext cx="473661" cy="303343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179789687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31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0334811"/>
              </p:ext>
            </p:extLst>
          </p:nvPr>
        </p:nvGraphicFramePr>
        <p:xfrm>
          <a:off x="8469313" y="276225"/>
          <a:ext cx="1404000" cy="389452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저장 팝업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Sub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 화면 內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저장하기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버튼을 클릭하면 출력되는 공용 팝업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팝업은 공용으로 사용하나 저장되는 각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Sub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 화면에 맞는 데이터가 저장됨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 파일 형식은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csv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형태의 엑셀 파일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파일명 지정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저장될 파일명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입력창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파일형식 표시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형식으로 고정하고 변경되지 않음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버튼 클릭 시에 파일 저장을 진행하고 파일 저장에 시간이 소요되는 경우에는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Wating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Animation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작업을 취소하고 팝업을 출력시킨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Sub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 화면으로 복귀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73" name="Picture 3">
            <a:extLst>
              <a:ext uri="{FF2B5EF4-FFF2-40B4-BE49-F238E27FC236}">
                <a16:creationId xmlns:a16="http://schemas.microsoft.com/office/drawing/2014/main" id="{89442D02-AA9E-448F-8624-406CCEC82F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75644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74" name="Picture 2">
            <a:extLst>
              <a:ext uri="{FF2B5EF4-FFF2-40B4-BE49-F238E27FC236}">
                <a16:creationId xmlns:a16="http://schemas.microsoft.com/office/drawing/2014/main" id="{5AA3B72E-7DDF-4D2C-96A1-ADFD7F4C98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AA7055A7-0D91-4070-81BB-B37924DF69F2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F738A8F6-269A-4F93-8F81-895DE97B3008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 구성 </a:t>
            </a: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(DER)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339E2802-2145-4C54-BC11-A9C6413C8F18}"/>
              </a:ext>
            </a:extLst>
          </p:cNvPr>
          <p:cNvSpPr/>
          <p:nvPr/>
        </p:nvSpPr>
        <p:spPr>
          <a:xfrm>
            <a:off x="120419" y="172617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133FED98-4470-446A-AC9B-63DFBC341532}"/>
              </a:ext>
            </a:extLst>
          </p:cNvPr>
          <p:cNvSpPr/>
          <p:nvPr/>
        </p:nvSpPr>
        <p:spPr>
          <a:xfrm>
            <a:off x="3552270" y="156945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D73D0531-F13E-4CF7-944C-4B630CF10AB2}"/>
              </a:ext>
            </a:extLst>
          </p:cNvPr>
          <p:cNvSpPr/>
          <p:nvPr/>
        </p:nvSpPr>
        <p:spPr>
          <a:xfrm>
            <a:off x="4272350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9B38E939-E646-479E-B8B8-D807A74244E5}"/>
              </a:ext>
            </a:extLst>
          </p:cNvPr>
          <p:cNvSpPr/>
          <p:nvPr/>
        </p:nvSpPr>
        <p:spPr>
          <a:xfrm>
            <a:off x="5535103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215C4CD2-A7CB-49B5-94BB-F1AEB866DA5E}"/>
              </a:ext>
            </a:extLst>
          </p:cNvPr>
          <p:cNvSpPr/>
          <p:nvPr/>
        </p:nvSpPr>
        <p:spPr>
          <a:xfrm>
            <a:off x="5823135" y="156945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95D21D0E-6237-434B-AD9A-358BDF603133}"/>
              </a:ext>
            </a:extLst>
          </p:cNvPr>
          <p:cNvSpPr/>
          <p:nvPr/>
        </p:nvSpPr>
        <p:spPr>
          <a:xfrm>
            <a:off x="6072550" y="156945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0411531F-5BD7-4F09-8E19-855CD25324E3}"/>
              </a:ext>
            </a:extLst>
          </p:cNvPr>
          <p:cNvSpPr/>
          <p:nvPr/>
        </p:nvSpPr>
        <p:spPr>
          <a:xfrm>
            <a:off x="7335303" y="156945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86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407CB586-8C5E-4E3E-B2C8-E2010AE31B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95AE094C-3A49-465C-AF9B-7065249B7227}"/>
              </a:ext>
            </a:extLst>
          </p:cNvPr>
          <p:cNvSpPr/>
          <p:nvPr/>
        </p:nvSpPr>
        <p:spPr>
          <a:xfrm>
            <a:off x="1356604" y="1637161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900" dirty="0">
                <a:solidFill>
                  <a:schemeClr val="tx1"/>
                </a:solidFill>
              </a:rPr>
              <a:t>기간 설정  ▼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21263282-689C-4B48-AB0E-18BAF37E6903}"/>
              </a:ext>
            </a:extLst>
          </p:cNvPr>
          <p:cNvSpPr/>
          <p:nvPr/>
        </p:nvSpPr>
        <p:spPr>
          <a:xfrm>
            <a:off x="2415080" y="1636316"/>
            <a:ext cx="1013369" cy="180000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15</a:t>
            </a:r>
            <a:r>
              <a:rPr lang="ko-KR" altLang="en-US" sz="900" dirty="0">
                <a:solidFill>
                  <a:schemeClr val="tx1"/>
                </a:solidFill>
              </a:rPr>
              <a:t>분     ▼</a:t>
            </a:r>
          </a:p>
        </p:txBody>
      </p:sp>
      <p:graphicFrame>
        <p:nvGraphicFramePr>
          <p:cNvPr id="89" name="표 88">
            <a:extLst>
              <a:ext uri="{FF2B5EF4-FFF2-40B4-BE49-F238E27FC236}">
                <a16:creationId xmlns:a16="http://schemas.microsoft.com/office/drawing/2014/main" id="{97F65F22-CE32-423B-A8CB-81343BFBCF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0655133"/>
              </p:ext>
            </p:extLst>
          </p:nvPr>
        </p:nvGraphicFramePr>
        <p:xfrm>
          <a:off x="272476" y="2206916"/>
          <a:ext cx="7920881" cy="179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9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6997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/>
                        <a:t>kWh</a:t>
                      </a:r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902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3C10A7A0-68CF-4B44-8046-E9BB9A4DD765}"/>
              </a:ext>
            </a:extLst>
          </p:cNvPr>
          <p:cNvCxnSpPr/>
          <p:nvPr/>
        </p:nvCxnSpPr>
        <p:spPr>
          <a:xfrm>
            <a:off x="2648744" y="2038073"/>
            <a:ext cx="504056" cy="0"/>
          </a:xfrm>
          <a:prstGeom prst="line">
            <a:avLst/>
          </a:prstGeom>
          <a:ln w="1905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4AA1539A-7651-4D3C-8DE8-9B3C6F607CB3}"/>
              </a:ext>
            </a:extLst>
          </p:cNvPr>
          <p:cNvSpPr/>
          <p:nvPr/>
        </p:nvSpPr>
        <p:spPr>
          <a:xfrm>
            <a:off x="3224808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실제 사용량</a:t>
            </a:r>
          </a:p>
        </p:txBody>
      </p: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96049B8B-C1A8-42BC-B28F-A04525F441D9}"/>
              </a:ext>
            </a:extLst>
          </p:cNvPr>
          <p:cNvCxnSpPr/>
          <p:nvPr/>
        </p:nvCxnSpPr>
        <p:spPr>
          <a:xfrm>
            <a:off x="4160912" y="2038073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486D7B4A-DB61-4924-8B00-DA45121CB51B}"/>
              </a:ext>
            </a:extLst>
          </p:cNvPr>
          <p:cNvSpPr/>
          <p:nvPr/>
        </p:nvSpPr>
        <p:spPr>
          <a:xfrm>
            <a:off x="4736976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F8BA2A7D-7A19-4D5E-986C-AE6171DD4420}"/>
              </a:ext>
            </a:extLst>
          </p:cNvPr>
          <p:cNvCxnSpPr>
            <a:cxnSpLocks/>
          </p:cNvCxnSpPr>
          <p:nvPr/>
        </p:nvCxnSpPr>
        <p:spPr>
          <a:xfrm>
            <a:off x="992556" y="2483520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6A105C07-C7E0-4DE4-A919-DCE55042E1AD}"/>
              </a:ext>
            </a:extLst>
          </p:cNvPr>
          <p:cNvCxnSpPr>
            <a:cxnSpLocks/>
          </p:cNvCxnSpPr>
          <p:nvPr/>
        </p:nvCxnSpPr>
        <p:spPr>
          <a:xfrm>
            <a:off x="992556" y="3004354"/>
            <a:ext cx="720080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70C1EE4F-6995-4047-8143-42753ECA9082}"/>
              </a:ext>
            </a:extLst>
          </p:cNvPr>
          <p:cNvCxnSpPr/>
          <p:nvPr/>
        </p:nvCxnSpPr>
        <p:spPr>
          <a:xfrm>
            <a:off x="5595569" y="2038073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8410BE2C-1DAE-4908-8629-036A124AB92A}"/>
              </a:ext>
            </a:extLst>
          </p:cNvPr>
          <p:cNvSpPr/>
          <p:nvPr/>
        </p:nvSpPr>
        <p:spPr>
          <a:xfrm>
            <a:off x="6171633" y="1915845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사용량</a:t>
            </a:r>
          </a:p>
        </p:txBody>
      </p:sp>
      <p:sp>
        <p:nvSpPr>
          <p:cNvPr id="153" name="자유형 5">
            <a:extLst>
              <a:ext uri="{FF2B5EF4-FFF2-40B4-BE49-F238E27FC236}">
                <a16:creationId xmlns:a16="http://schemas.microsoft.com/office/drawing/2014/main" id="{CF1FDDFA-EB56-4AD8-9FA6-468CCDEFA000}"/>
              </a:ext>
            </a:extLst>
          </p:cNvPr>
          <p:cNvSpPr/>
          <p:nvPr/>
        </p:nvSpPr>
        <p:spPr>
          <a:xfrm>
            <a:off x="2022704" y="3198306"/>
            <a:ext cx="1659512" cy="361173"/>
          </a:xfrm>
          <a:custGeom>
            <a:avLst/>
            <a:gdLst>
              <a:gd name="connsiteX0" fmla="*/ 0 w 1733550"/>
              <a:gd name="connsiteY0" fmla="*/ 171450 h 453390"/>
              <a:gd name="connsiteX1" fmla="*/ 582930 w 1733550"/>
              <a:gd name="connsiteY1" fmla="*/ 430530 h 453390"/>
              <a:gd name="connsiteX2" fmla="*/ 864870 w 1733550"/>
              <a:gd name="connsiteY2" fmla="*/ 453390 h 453390"/>
              <a:gd name="connsiteX3" fmla="*/ 1165860 w 1733550"/>
              <a:gd name="connsiteY3" fmla="*/ 419100 h 453390"/>
              <a:gd name="connsiteX4" fmla="*/ 1482090 w 1733550"/>
              <a:gd name="connsiteY4" fmla="*/ 106680 h 453390"/>
              <a:gd name="connsiteX5" fmla="*/ 1733550 w 1733550"/>
              <a:gd name="connsiteY5" fmla="*/ 0 h 453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550" h="453390">
                <a:moveTo>
                  <a:pt x="0" y="171450"/>
                </a:moveTo>
                <a:lnTo>
                  <a:pt x="582930" y="430530"/>
                </a:lnTo>
                <a:lnTo>
                  <a:pt x="864870" y="453390"/>
                </a:lnTo>
                <a:lnTo>
                  <a:pt x="1165860" y="419100"/>
                </a:lnTo>
                <a:lnTo>
                  <a:pt x="1482090" y="106680"/>
                </a:lnTo>
                <a:lnTo>
                  <a:pt x="1733550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4" name="자유형 4">
            <a:extLst>
              <a:ext uri="{FF2B5EF4-FFF2-40B4-BE49-F238E27FC236}">
                <a16:creationId xmlns:a16="http://schemas.microsoft.com/office/drawing/2014/main" id="{7F30D2E7-D508-4E76-8F5A-1D3854BBCA85}"/>
              </a:ext>
            </a:extLst>
          </p:cNvPr>
          <p:cNvSpPr/>
          <p:nvPr/>
        </p:nvSpPr>
        <p:spPr>
          <a:xfrm rot="10615747">
            <a:off x="1998520" y="3235964"/>
            <a:ext cx="1682591" cy="71825"/>
          </a:xfrm>
          <a:custGeom>
            <a:avLst/>
            <a:gdLst>
              <a:gd name="connsiteX0" fmla="*/ 0 w 1761066"/>
              <a:gd name="connsiteY0" fmla="*/ 177800 h 228600"/>
              <a:gd name="connsiteX1" fmla="*/ 601133 w 1761066"/>
              <a:gd name="connsiteY1" fmla="*/ 228600 h 228600"/>
              <a:gd name="connsiteX2" fmla="*/ 905933 w 1761066"/>
              <a:gd name="connsiteY2" fmla="*/ 177800 h 228600"/>
              <a:gd name="connsiteX3" fmla="*/ 1159933 w 1761066"/>
              <a:gd name="connsiteY3" fmla="*/ 127000 h 228600"/>
              <a:gd name="connsiteX4" fmla="*/ 1498600 w 1761066"/>
              <a:gd name="connsiteY4" fmla="*/ 59267 h 228600"/>
              <a:gd name="connsiteX5" fmla="*/ 1761066 w 1761066"/>
              <a:gd name="connsiteY5" fmla="*/ 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1066" h="228600">
                <a:moveTo>
                  <a:pt x="0" y="177800"/>
                </a:moveTo>
                <a:lnTo>
                  <a:pt x="601133" y="228600"/>
                </a:lnTo>
                <a:lnTo>
                  <a:pt x="905933" y="177800"/>
                </a:lnTo>
                <a:lnTo>
                  <a:pt x="1159933" y="127000"/>
                </a:lnTo>
                <a:lnTo>
                  <a:pt x="1498600" y="59267"/>
                </a:lnTo>
                <a:lnTo>
                  <a:pt x="1761066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5" name="자유형 7">
            <a:extLst>
              <a:ext uri="{FF2B5EF4-FFF2-40B4-BE49-F238E27FC236}">
                <a16:creationId xmlns:a16="http://schemas.microsoft.com/office/drawing/2014/main" id="{C93A063E-0A1E-46F1-B2D1-BB72410370B9}"/>
              </a:ext>
            </a:extLst>
          </p:cNvPr>
          <p:cNvSpPr/>
          <p:nvPr/>
        </p:nvSpPr>
        <p:spPr>
          <a:xfrm>
            <a:off x="3685862" y="3213481"/>
            <a:ext cx="1962236" cy="452225"/>
          </a:xfrm>
          <a:custGeom>
            <a:avLst/>
            <a:gdLst>
              <a:gd name="connsiteX0" fmla="*/ 0 w 2049780"/>
              <a:gd name="connsiteY0" fmla="*/ 0 h 567690"/>
              <a:gd name="connsiteX1" fmla="*/ 331470 w 2049780"/>
              <a:gd name="connsiteY1" fmla="*/ 60960 h 567690"/>
              <a:gd name="connsiteX2" fmla="*/ 640080 w 2049780"/>
              <a:gd name="connsiteY2" fmla="*/ 220980 h 567690"/>
              <a:gd name="connsiteX3" fmla="*/ 1242060 w 2049780"/>
              <a:gd name="connsiteY3" fmla="*/ 236220 h 567690"/>
              <a:gd name="connsiteX4" fmla="*/ 1684020 w 2049780"/>
              <a:gd name="connsiteY4" fmla="*/ 144780 h 567690"/>
              <a:gd name="connsiteX5" fmla="*/ 2049780 w 2049780"/>
              <a:gd name="connsiteY5" fmla="*/ 19050 h 567690"/>
              <a:gd name="connsiteX6" fmla="*/ 1779270 w 2049780"/>
              <a:gd name="connsiteY6" fmla="*/ 346710 h 567690"/>
              <a:gd name="connsiteX7" fmla="*/ 1249680 w 2049780"/>
              <a:gd name="connsiteY7" fmla="*/ 567690 h 567690"/>
              <a:gd name="connsiteX8" fmla="*/ 621030 w 2049780"/>
              <a:gd name="connsiteY8" fmla="*/ 563880 h 567690"/>
              <a:gd name="connsiteX9" fmla="*/ 308610 w 2049780"/>
              <a:gd name="connsiteY9" fmla="*/ 419100 h 567690"/>
              <a:gd name="connsiteX10" fmla="*/ 0 w 2049780"/>
              <a:gd name="connsiteY10" fmla="*/ 0 h 5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49780" h="567690">
                <a:moveTo>
                  <a:pt x="0" y="0"/>
                </a:moveTo>
                <a:lnTo>
                  <a:pt x="331470" y="60960"/>
                </a:lnTo>
                <a:lnTo>
                  <a:pt x="640080" y="220980"/>
                </a:lnTo>
                <a:lnTo>
                  <a:pt x="1242060" y="236220"/>
                </a:lnTo>
                <a:lnTo>
                  <a:pt x="1684020" y="144780"/>
                </a:lnTo>
                <a:lnTo>
                  <a:pt x="2049780" y="19050"/>
                </a:lnTo>
                <a:lnTo>
                  <a:pt x="1779270" y="346710"/>
                </a:lnTo>
                <a:lnTo>
                  <a:pt x="1249680" y="567690"/>
                </a:lnTo>
                <a:lnTo>
                  <a:pt x="621030" y="563880"/>
                </a:lnTo>
                <a:lnTo>
                  <a:pt x="308610" y="4191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6" name="자유형 1">
            <a:extLst>
              <a:ext uri="{FF2B5EF4-FFF2-40B4-BE49-F238E27FC236}">
                <a16:creationId xmlns:a16="http://schemas.microsoft.com/office/drawing/2014/main" id="{7F9BCCF7-9C75-48A3-A5BC-D9228354D37E}"/>
              </a:ext>
            </a:extLst>
          </p:cNvPr>
          <p:cNvSpPr/>
          <p:nvPr/>
        </p:nvSpPr>
        <p:spPr>
          <a:xfrm>
            <a:off x="1131147" y="3200329"/>
            <a:ext cx="4530729" cy="465377"/>
          </a:xfrm>
          <a:custGeom>
            <a:avLst/>
            <a:gdLst>
              <a:gd name="connsiteX0" fmla="*/ 0 w 4732866"/>
              <a:gd name="connsiteY0" fmla="*/ 330200 h 584200"/>
              <a:gd name="connsiteX1" fmla="*/ 262466 w 4732866"/>
              <a:gd name="connsiteY1" fmla="*/ 169333 h 584200"/>
              <a:gd name="connsiteX2" fmla="*/ 575733 w 4732866"/>
              <a:gd name="connsiteY2" fmla="*/ 279400 h 584200"/>
              <a:gd name="connsiteX3" fmla="*/ 905933 w 4732866"/>
              <a:gd name="connsiteY3" fmla="*/ 169333 h 584200"/>
              <a:gd name="connsiteX4" fmla="*/ 1193800 w 4732866"/>
              <a:gd name="connsiteY4" fmla="*/ 296333 h 584200"/>
              <a:gd name="connsiteX5" fmla="*/ 1507066 w 4732866"/>
              <a:gd name="connsiteY5" fmla="*/ 431800 h 584200"/>
              <a:gd name="connsiteX6" fmla="*/ 1794933 w 4732866"/>
              <a:gd name="connsiteY6" fmla="*/ 457200 h 584200"/>
              <a:gd name="connsiteX7" fmla="*/ 2091266 w 4732866"/>
              <a:gd name="connsiteY7" fmla="*/ 423333 h 584200"/>
              <a:gd name="connsiteX8" fmla="*/ 2413000 w 4732866"/>
              <a:gd name="connsiteY8" fmla="*/ 101600 h 584200"/>
              <a:gd name="connsiteX9" fmla="*/ 2667000 w 4732866"/>
              <a:gd name="connsiteY9" fmla="*/ 0 h 584200"/>
              <a:gd name="connsiteX10" fmla="*/ 2971800 w 4732866"/>
              <a:gd name="connsiteY10" fmla="*/ 431800 h 584200"/>
              <a:gd name="connsiteX11" fmla="*/ 3293533 w 4732866"/>
              <a:gd name="connsiteY11" fmla="*/ 567267 h 584200"/>
              <a:gd name="connsiteX12" fmla="*/ 3615266 w 4732866"/>
              <a:gd name="connsiteY12" fmla="*/ 558800 h 584200"/>
              <a:gd name="connsiteX13" fmla="*/ 3911600 w 4732866"/>
              <a:gd name="connsiteY13" fmla="*/ 584200 h 584200"/>
              <a:gd name="connsiteX14" fmla="*/ 4199466 w 4732866"/>
              <a:gd name="connsiteY14" fmla="*/ 440267 h 584200"/>
              <a:gd name="connsiteX15" fmla="*/ 4453466 w 4732866"/>
              <a:gd name="connsiteY15" fmla="*/ 364067 h 584200"/>
              <a:gd name="connsiteX16" fmla="*/ 4732866 w 4732866"/>
              <a:gd name="connsiteY16" fmla="*/ 16933 h 58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732866" h="584200">
                <a:moveTo>
                  <a:pt x="0" y="330200"/>
                </a:moveTo>
                <a:lnTo>
                  <a:pt x="262466" y="169333"/>
                </a:lnTo>
                <a:lnTo>
                  <a:pt x="575733" y="279400"/>
                </a:lnTo>
                <a:lnTo>
                  <a:pt x="905933" y="169333"/>
                </a:lnTo>
                <a:lnTo>
                  <a:pt x="1193800" y="296333"/>
                </a:lnTo>
                <a:lnTo>
                  <a:pt x="1507066" y="431800"/>
                </a:lnTo>
                <a:lnTo>
                  <a:pt x="1794933" y="457200"/>
                </a:lnTo>
                <a:lnTo>
                  <a:pt x="2091266" y="423333"/>
                </a:lnTo>
                <a:lnTo>
                  <a:pt x="2413000" y="101600"/>
                </a:lnTo>
                <a:lnTo>
                  <a:pt x="2667000" y="0"/>
                </a:lnTo>
                <a:lnTo>
                  <a:pt x="2971800" y="431800"/>
                </a:lnTo>
                <a:lnTo>
                  <a:pt x="3293533" y="567267"/>
                </a:lnTo>
                <a:lnTo>
                  <a:pt x="3615266" y="558800"/>
                </a:lnTo>
                <a:lnTo>
                  <a:pt x="3911600" y="584200"/>
                </a:lnTo>
                <a:lnTo>
                  <a:pt x="4199466" y="440267"/>
                </a:lnTo>
                <a:lnTo>
                  <a:pt x="4453466" y="364067"/>
                </a:lnTo>
                <a:lnTo>
                  <a:pt x="4732866" y="16933"/>
                </a:lnTo>
              </a:path>
            </a:pathLst>
          </a:custGeom>
          <a:ln w="38100">
            <a:solidFill>
              <a:srgbClr val="FF6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9D0854E6-504E-4252-B348-7AA02D0BC5D4}"/>
              </a:ext>
            </a:extLst>
          </p:cNvPr>
          <p:cNvGrpSpPr/>
          <p:nvPr/>
        </p:nvGrpSpPr>
        <p:grpSpPr>
          <a:xfrm>
            <a:off x="1208606" y="2753026"/>
            <a:ext cx="6850068" cy="898348"/>
            <a:chOff x="1208606" y="2668356"/>
            <a:chExt cx="6850068" cy="898348"/>
          </a:xfrm>
        </p:grpSpPr>
        <p:sp>
          <p:nvSpPr>
            <p:cNvPr id="158" name="자유형 83">
              <a:extLst>
                <a:ext uri="{FF2B5EF4-FFF2-40B4-BE49-F238E27FC236}">
                  <a16:creationId xmlns:a16="http://schemas.microsoft.com/office/drawing/2014/main" id="{C7589992-9924-4678-9101-E9F496472207}"/>
                </a:ext>
              </a:extLst>
            </p:cNvPr>
            <p:cNvSpPr/>
            <p:nvPr/>
          </p:nvSpPr>
          <p:spPr>
            <a:xfrm>
              <a:off x="1208606" y="2673533"/>
              <a:ext cx="3366980" cy="89317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 w="9525">
              <a:solidFill>
                <a:srgbClr val="00808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8080"/>
                </a:solidFill>
              </a:endParaRPr>
            </a:p>
          </p:txBody>
        </p:sp>
        <p:sp>
          <p:nvSpPr>
            <p:cNvPr id="159" name="자유형 33">
              <a:extLst>
                <a:ext uri="{FF2B5EF4-FFF2-40B4-BE49-F238E27FC236}">
                  <a16:creationId xmlns:a16="http://schemas.microsoft.com/office/drawing/2014/main" id="{576E68D2-4788-44A3-AD95-BAC48A68BE02}"/>
                </a:ext>
              </a:extLst>
            </p:cNvPr>
            <p:cNvSpPr/>
            <p:nvPr/>
          </p:nvSpPr>
          <p:spPr>
            <a:xfrm flipH="1">
              <a:off x="4532546" y="2668356"/>
              <a:ext cx="3526128" cy="893171"/>
            </a:xfrm>
            <a:custGeom>
              <a:avLst/>
              <a:gdLst>
                <a:gd name="connsiteX0" fmla="*/ 0 w 4368800"/>
                <a:gd name="connsiteY0" fmla="*/ 389467 h 414867"/>
                <a:gd name="connsiteX1" fmla="*/ 270933 w 4368800"/>
                <a:gd name="connsiteY1" fmla="*/ 321733 h 414867"/>
                <a:gd name="connsiteX2" fmla="*/ 575733 w 4368800"/>
                <a:gd name="connsiteY2" fmla="*/ 414867 h 414867"/>
                <a:gd name="connsiteX3" fmla="*/ 880533 w 4368800"/>
                <a:gd name="connsiteY3" fmla="*/ 355600 h 414867"/>
                <a:gd name="connsiteX4" fmla="*/ 1134533 w 4368800"/>
                <a:gd name="connsiteY4" fmla="*/ 203200 h 414867"/>
                <a:gd name="connsiteX5" fmla="*/ 1456266 w 4368800"/>
                <a:gd name="connsiteY5" fmla="*/ 313267 h 414867"/>
                <a:gd name="connsiteX6" fmla="*/ 1727200 w 4368800"/>
                <a:gd name="connsiteY6" fmla="*/ 254000 h 414867"/>
                <a:gd name="connsiteX7" fmla="*/ 1998133 w 4368800"/>
                <a:gd name="connsiteY7" fmla="*/ 135467 h 414867"/>
                <a:gd name="connsiteX8" fmla="*/ 2353733 w 4368800"/>
                <a:gd name="connsiteY8" fmla="*/ 287867 h 414867"/>
                <a:gd name="connsiteX9" fmla="*/ 2607733 w 4368800"/>
                <a:gd name="connsiteY9" fmla="*/ 169333 h 414867"/>
                <a:gd name="connsiteX10" fmla="*/ 2946400 w 4368800"/>
                <a:gd name="connsiteY10" fmla="*/ 211667 h 414867"/>
                <a:gd name="connsiteX11" fmla="*/ 3234266 w 4368800"/>
                <a:gd name="connsiteY11" fmla="*/ 203200 h 414867"/>
                <a:gd name="connsiteX12" fmla="*/ 3505200 w 4368800"/>
                <a:gd name="connsiteY12" fmla="*/ 0 h 414867"/>
                <a:gd name="connsiteX13" fmla="*/ 3810000 w 4368800"/>
                <a:gd name="connsiteY13" fmla="*/ 135467 h 414867"/>
                <a:gd name="connsiteX14" fmla="*/ 4097866 w 4368800"/>
                <a:gd name="connsiteY14" fmla="*/ 42333 h 414867"/>
                <a:gd name="connsiteX15" fmla="*/ 4368800 w 4368800"/>
                <a:gd name="connsiteY15" fmla="*/ 118533 h 414867"/>
                <a:gd name="connsiteX0" fmla="*/ 0 w 4368800"/>
                <a:gd name="connsiteY0" fmla="*/ 524934 h 524934"/>
                <a:gd name="connsiteX1" fmla="*/ 270933 w 4368800"/>
                <a:gd name="connsiteY1" fmla="*/ 321733 h 524934"/>
                <a:gd name="connsiteX2" fmla="*/ 575733 w 4368800"/>
                <a:gd name="connsiteY2" fmla="*/ 414867 h 524934"/>
                <a:gd name="connsiteX3" fmla="*/ 880533 w 4368800"/>
                <a:gd name="connsiteY3" fmla="*/ 355600 h 524934"/>
                <a:gd name="connsiteX4" fmla="*/ 1134533 w 4368800"/>
                <a:gd name="connsiteY4" fmla="*/ 203200 h 524934"/>
                <a:gd name="connsiteX5" fmla="*/ 1456266 w 4368800"/>
                <a:gd name="connsiteY5" fmla="*/ 313267 h 524934"/>
                <a:gd name="connsiteX6" fmla="*/ 1727200 w 4368800"/>
                <a:gd name="connsiteY6" fmla="*/ 254000 h 524934"/>
                <a:gd name="connsiteX7" fmla="*/ 1998133 w 4368800"/>
                <a:gd name="connsiteY7" fmla="*/ 135467 h 524934"/>
                <a:gd name="connsiteX8" fmla="*/ 2353733 w 4368800"/>
                <a:gd name="connsiteY8" fmla="*/ 287867 h 524934"/>
                <a:gd name="connsiteX9" fmla="*/ 2607733 w 4368800"/>
                <a:gd name="connsiteY9" fmla="*/ 169333 h 524934"/>
                <a:gd name="connsiteX10" fmla="*/ 2946400 w 4368800"/>
                <a:gd name="connsiteY10" fmla="*/ 211667 h 524934"/>
                <a:gd name="connsiteX11" fmla="*/ 3234266 w 4368800"/>
                <a:gd name="connsiteY11" fmla="*/ 203200 h 524934"/>
                <a:gd name="connsiteX12" fmla="*/ 3505200 w 4368800"/>
                <a:gd name="connsiteY12" fmla="*/ 0 h 524934"/>
                <a:gd name="connsiteX13" fmla="*/ 3810000 w 4368800"/>
                <a:gd name="connsiteY13" fmla="*/ 135467 h 524934"/>
                <a:gd name="connsiteX14" fmla="*/ 4097866 w 4368800"/>
                <a:gd name="connsiteY14" fmla="*/ 42333 h 524934"/>
                <a:gd name="connsiteX15" fmla="*/ 4368800 w 4368800"/>
                <a:gd name="connsiteY15" fmla="*/ 118533 h 524934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46400 w 4368800"/>
                <a:gd name="connsiteY10" fmla="*/ 2286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41867 h 541867"/>
                <a:gd name="connsiteX1" fmla="*/ 270933 w 4368800"/>
                <a:gd name="connsiteY1" fmla="*/ 338666 h 541867"/>
                <a:gd name="connsiteX2" fmla="*/ 575733 w 4368800"/>
                <a:gd name="connsiteY2" fmla="*/ 431800 h 541867"/>
                <a:gd name="connsiteX3" fmla="*/ 880533 w 4368800"/>
                <a:gd name="connsiteY3" fmla="*/ 372533 h 541867"/>
                <a:gd name="connsiteX4" fmla="*/ 1134533 w 4368800"/>
                <a:gd name="connsiteY4" fmla="*/ 220133 h 541867"/>
                <a:gd name="connsiteX5" fmla="*/ 1456266 w 4368800"/>
                <a:gd name="connsiteY5" fmla="*/ 330200 h 541867"/>
                <a:gd name="connsiteX6" fmla="*/ 1727200 w 4368800"/>
                <a:gd name="connsiteY6" fmla="*/ 270933 h 541867"/>
                <a:gd name="connsiteX7" fmla="*/ 2048933 w 4368800"/>
                <a:gd name="connsiteY7" fmla="*/ 0 h 541867"/>
                <a:gd name="connsiteX8" fmla="*/ 2353733 w 4368800"/>
                <a:gd name="connsiteY8" fmla="*/ 304800 h 541867"/>
                <a:gd name="connsiteX9" fmla="*/ 2607733 w 4368800"/>
                <a:gd name="connsiteY9" fmla="*/ 186266 h 541867"/>
                <a:gd name="connsiteX10" fmla="*/ 2963334 w 4368800"/>
                <a:gd name="connsiteY10" fmla="*/ 152400 h 541867"/>
                <a:gd name="connsiteX11" fmla="*/ 3234266 w 4368800"/>
                <a:gd name="connsiteY11" fmla="*/ 220133 h 541867"/>
                <a:gd name="connsiteX12" fmla="*/ 3505200 w 4368800"/>
                <a:gd name="connsiteY12" fmla="*/ 16933 h 541867"/>
                <a:gd name="connsiteX13" fmla="*/ 3810000 w 4368800"/>
                <a:gd name="connsiteY13" fmla="*/ 152400 h 541867"/>
                <a:gd name="connsiteX14" fmla="*/ 4097866 w 4368800"/>
                <a:gd name="connsiteY14" fmla="*/ 59266 h 541867"/>
                <a:gd name="connsiteX15" fmla="*/ 4368800 w 4368800"/>
                <a:gd name="connsiteY15" fmla="*/ 135466 h 541867"/>
                <a:gd name="connsiteX0" fmla="*/ 0 w 4368800"/>
                <a:gd name="connsiteY0" fmla="*/ 575734 h 575734"/>
                <a:gd name="connsiteX1" fmla="*/ 270933 w 4368800"/>
                <a:gd name="connsiteY1" fmla="*/ 372533 h 575734"/>
                <a:gd name="connsiteX2" fmla="*/ 575733 w 4368800"/>
                <a:gd name="connsiteY2" fmla="*/ 465667 h 575734"/>
                <a:gd name="connsiteX3" fmla="*/ 880533 w 4368800"/>
                <a:gd name="connsiteY3" fmla="*/ 406400 h 575734"/>
                <a:gd name="connsiteX4" fmla="*/ 1134533 w 4368800"/>
                <a:gd name="connsiteY4" fmla="*/ 254000 h 575734"/>
                <a:gd name="connsiteX5" fmla="*/ 1456266 w 4368800"/>
                <a:gd name="connsiteY5" fmla="*/ 364067 h 575734"/>
                <a:gd name="connsiteX6" fmla="*/ 1727200 w 4368800"/>
                <a:gd name="connsiteY6" fmla="*/ 304800 h 575734"/>
                <a:gd name="connsiteX7" fmla="*/ 2048933 w 4368800"/>
                <a:gd name="connsiteY7" fmla="*/ 33867 h 575734"/>
                <a:gd name="connsiteX8" fmla="*/ 2353733 w 4368800"/>
                <a:gd name="connsiteY8" fmla="*/ 338667 h 575734"/>
                <a:gd name="connsiteX9" fmla="*/ 2607733 w 4368800"/>
                <a:gd name="connsiteY9" fmla="*/ 220133 h 575734"/>
                <a:gd name="connsiteX10" fmla="*/ 2963334 w 4368800"/>
                <a:gd name="connsiteY10" fmla="*/ 186267 h 575734"/>
                <a:gd name="connsiteX11" fmla="*/ 3234266 w 4368800"/>
                <a:gd name="connsiteY11" fmla="*/ 254000 h 575734"/>
                <a:gd name="connsiteX12" fmla="*/ 3505200 w 4368800"/>
                <a:gd name="connsiteY12" fmla="*/ 0 h 575734"/>
                <a:gd name="connsiteX13" fmla="*/ 3810000 w 4368800"/>
                <a:gd name="connsiteY13" fmla="*/ 186267 h 575734"/>
                <a:gd name="connsiteX14" fmla="*/ 4097866 w 4368800"/>
                <a:gd name="connsiteY14" fmla="*/ 93133 h 575734"/>
                <a:gd name="connsiteX15" fmla="*/ 4368800 w 4368800"/>
                <a:gd name="connsiteY15" fmla="*/ 169333 h 57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8800" h="575734">
                  <a:moveTo>
                    <a:pt x="0" y="575734"/>
                  </a:moveTo>
                  <a:lnTo>
                    <a:pt x="270933" y="372533"/>
                  </a:lnTo>
                  <a:lnTo>
                    <a:pt x="575733" y="465667"/>
                  </a:lnTo>
                  <a:lnTo>
                    <a:pt x="880533" y="406400"/>
                  </a:lnTo>
                  <a:lnTo>
                    <a:pt x="1134533" y="254000"/>
                  </a:lnTo>
                  <a:lnTo>
                    <a:pt x="1456266" y="364067"/>
                  </a:lnTo>
                  <a:lnTo>
                    <a:pt x="1727200" y="304800"/>
                  </a:lnTo>
                  <a:lnTo>
                    <a:pt x="2048933" y="33867"/>
                  </a:lnTo>
                  <a:lnTo>
                    <a:pt x="2353733" y="338667"/>
                  </a:lnTo>
                  <a:cubicBezTo>
                    <a:pt x="2438400" y="299156"/>
                    <a:pt x="2506133" y="245533"/>
                    <a:pt x="2607733" y="220133"/>
                  </a:cubicBezTo>
                  <a:cubicBezTo>
                    <a:pt x="2709333" y="194733"/>
                    <a:pt x="2844800" y="197556"/>
                    <a:pt x="2963334" y="186267"/>
                  </a:cubicBezTo>
                  <a:lnTo>
                    <a:pt x="3234266" y="254000"/>
                  </a:lnTo>
                  <a:lnTo>
                    <a:pt x="3505200" y="0"/>
                  </a:lnTo>
                  <a:lnTo>
                    <a:pt x="3810000" y="186267"/>
                  </a:lnTo>
                  <a:lnTo>
                    <a:pt x="4097866" y="93133"/>
                  </a:lnTo>
                  <a:lnTo>
                    <a:pt x="4368800" y="169333"/>
                  </a:lnTo>
                </a:path>
              </a:pathLst>
            </a:custGeom>
            <a:ln w="9525">
              <a:solidFill>
                <a:srgbClr val="00808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8080"/>
                </a:solidFill>
              </a:endParaRPr>
            </a:p>
          </p:txBody>
        </p:sp>
      </p:grpSp>
      <p:cxnSp>
        <p:nvCxnSpPr>
          <p:cNvPr id="160" name="직선 연결선 159">
            <a:extLst>
              <a:ext uri="{FF2B5EF4-FFF2-40B4-BE49-F238E27FC236}">
                <a16:creationId xmlns:a16="http://schemas.microsoft.com/office/drawing/2014/main" id="{D9B05BE0-D0AC-4E57-BD01-0B9EE7927D13}"/>
              </a:ext>
            </a:extLst>
          </p:cNvPr>
          <p:cNvCxnSpPr/>
          <p:nvPr/>
        </p:nvCxnSpPr>
        <p:spPr>
          <a:xfrm>
            <a:off x="6915396" y="2038073"/>
            <a:ext cx="504056" cy="0"/>
          </a:xfrm>
          <a:prstGeom prst="line">
            <a:avLst/>
          </a:prstGeom>
          <a:ln w="9525">
            <a:solidFill>
              <a:srgbClr val="00808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0F776635-F781-45F8-8021-0F4739E86767}"/>
              </a:ext>
            </a:extLst>
          </p:cNvPr>
          <p:cNvSpPr/>
          <p:nvPr/>
        </p:nvSpPr>
        <p:spPr>
          <a:xfrm>
            <a:off x="7491460" y="1915845"/>
            <a:ext cx="917924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예측 사용량</a:t>
            </a: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FC8587A-8105-4759-8FCF-FA66FE12F4F7}"/>
              </a:ext>
            </a:extLst>
          </p:cNvPr>
          <p:cNvGrpSpPr/>
          <p:nvPr/>
        </p:nvGrpSpPr>
        <p:grpSpPr>
          <a:xfrm>
            <a:off x="290122" y="4864252"/>
            <a:ext cx="7975246" cy="656892"/>
            <a:chOff x="485190" y="5010937"/>
            <a:chExt cx="8335282" cy="656892"/>
          </a:xfrm>
        </p:grpSpPr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E4B3C9CE-4BD2-40F2-9E20-869E07B68DF5}"/>
                </a:ext>
              </a:extLst>
            </p:cNvPr>
            <p:cNvSpPr/>
            <p:nvPr/>
          </p:nvSpPr>
          <p:spPr>
            <a:xfrm>
              <a:off x="7236296" y="5118157"/>
              <a:ext cx="612068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ko-KR" altLang="en-US" sz="700" b="1" dirty="0">
                  <a:solidFill>
                    <a:srgbClr val="FF9933"/>
                  </a:solidFill>
                  <a:latin typeface="맑은 고딕" pitchFamily="50" charset="-127"/>
                  <a:ea typeface="맑은 고딕" pitchFamily="50" charset="-127"/>
                </a:rPr>
                <a:t>현재 사용량</a:t>
              </a:r>
            </a:p>
          </p:txBody>
        </p:sp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C20BB8D5-20AF-4354-9DB4-75942E9EFFAB}"/>
                </a:ext>
              </a:extLst>
            </p:cNvPr>
            <p:cNvSpPr/>
            <p:nvPr/>
          </p:nvSpPr>
          <p:spPr>
            <a:xfrm>
              <a:off x="7710222" y="5010937"/>
              <a:ext cx="894226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900</a:t>
              </a:r>
              <a:endParaRPr lang="ko-KR" altLang="en-US" sz="2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80C368C8-FF69-407E-BCEE-FB4A484F0308}"/>
                </a:ext>
              </a:extLst>
            </p:cNvPr>
            <p:cNvSpPr/>
            <p:nvPr/>
          </p:nvSpPr>
          <p:spPr>
            <a:xfrm>
              <a:off x="8460432" y="5118157"/>
              <a:ext cx="36004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b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rgbClr val="FF9933"/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700" b="1" dirty="0">
                <a:solidFill>
                  <a:srgbClr val="FF9933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66" name="직사각형 165">
              <a:extLst>
                <a:ext uri="{FF2B5EF4-FFF2-40B4-BE49-F238E27FC236}">
                  <a16:creationId xmlns:a16="http://schemas.microsoft.com/office/drawing/2014/main" id="{B52CA5C9-DA37-4780-B19B-C7A7E5F5FB0B}"/>
                </a:ext>
              </a:extLst>
            </p:cNvPr>
            <p:cNvSpPr/>
            <p:nvPr/>
          </p:nvSpPr>
          <p:spPr>
            <a:xfrm>
              <a:off x="2699792" y="5118740"/>
              <a:ext cx="612068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sz="900" b="1" dirty="0">
                  <a:solidFill>
                    <a:srgbClr val="92D050"/>
                  </a:solidFill>
                  <a:latin typeface="맑은 고딕" pitchFamily="50" charset="-127"/>
                  <a:ea typeface="맑은 고딕" pitchFamily="50" charset="-127"/>
                </a:rPr>
                <a:t>ESS </a:t>
              </a:r>
              <a:r>
                <a:rPr lang="ko-KR" altLang="en-US" sz="900" b="1" dirty="0">
                  <a:solidFill>
                    <a:srgbClr val="92D050"/>
                  </a:solidFill>
                  <a:latin typeface="맑은 고딕" pitchFamily="50" charset="-127"/>
                  <a:ea typeface="맑은 고딕" pitchFamily="50" charset="-127"/>
                </a:rPr>
                <a:t>사용</a:t>
              </a:r>
            </a:p>
          </p:txBody>
        </p:sp>
        <p:sp>
          <p:nvSpPr>
            <p:cNvPr id="167" name="직사각형 166">
              <a:extLst>
                <a:ext uri="{FF2B5EF4-FFF2-40B4-BE49-F238E27FC236}">
                  <a16:creationId xmlns:a16="http://schemas.microsoft.com/office/drawing/2014/main" id="{1F860DF5-03FA-4CCD-9662-D8338AF04193}"/>
                </a:ext>
              </a:extLst>
            </p:cNvPr>
            <p:cNvSpPr/>
            <p:nvPr/>
          </p:nvSpPr>
          <p:spPr>
            <a:xfrm>
              <a:off x="3260790" y="5118740"/>
              <a:ext cx="807154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10%</a:t>
              </a:r>
              <a:endParaRPr lang="ko-KR" altLang="en-US" sz="2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68" name="직사각형 167">
              <a:extLst>
                <a:ext uri="{FF2B5EF4-FFF2-40B4-BE49-F238E27FC236}">
                  <a16:creationId xmlns:a16="http://schemas.microsoft.com/office/drawing/2014/main" id="{29201C0D-440E-43D8-A903-B58FCDC1FBC4}"/>
                </a:ext>
              </a:extLst>
            </p:cNvPr>
            <p:cNvSpPr/>
            <p:nvPr/>
          </p:nvSpPr>
          <p:spPr>
            <a:xfrm>
              <a:off x="3959932" y="5118740"/>
              <a:ext cx="612068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sz="9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PV </a:t>
              </a:r>
              <a:r>
                <a:rPr lang="ko-KR" altLang="en-US" sz="900" b="1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사용</a:t>
              </a:r>
            </a:p>
          </p:txBody>
        </p:sp>
        <p:sp>
          <p:nvSpPr>
            <p:cNvPr id="169" name="직사각형 168">
              <a:extLst>
                <a:ext uri="{FF2B5EF4-FFF2-40B4-BE49-F238E27FC236}">
                  <a16:creationId xmlns:a16="http://schemas.microsoft.com/office/drawing/2014/main" id="{57DF2AF6-5731-428B-B68F-6D1F694BA4C6}"/>
                </a:ext>
              </a:extLst>
            </p:cNvPr>
            <p:cNvSpPr/>
            <p:nvPr/>
          </p:nvSpPr>
          <p:spPr>
            <a:xfrm>
              <a:off x="4484926" y="5118740"/>
              <a:ext cx="807154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9%</a:t>
              </a:r>
              <a:endParaRPr lang="ko-KR" altLang="en-US" sz="2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0" name="직사각형 169">
              <a:extLst>
                <a:ext uri="{FF2B5EF4-FFF2-40B4-BE49-F238E27FC236}">
                  <a16:creationId xmlns:a16="http://schemas.microsoft.com/office/drawing/2014/main" id="{57D430C3-255E-431B-912D-AF1492063F54}"/>
                </a:ext>
              </a:extLst>
            </p:cNvPr>
            <p:cNvSpPr/>
            <p:nvPr/>
          </p:nvSpPr>
          <p:spPr>
            <a:xfrm>
              <a:off x="1298007" y="5118740"/>
              <a:ext cx="612068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ko-KR" altLang="en-US" sz="900" b="1" dirty="0">
                  <a:solidFill>
                    <a:srgbClr val="FF6600"/>
                  </a:solidFill>
                  <a:latin typeface="맑은 고딕" pitchFamily="50" charset="-127"/>
                  <a:ea typeface="맑은 고딕" pitchFamily="50" charset="-127"/>
                </a:rPr>
                <a:t>한전 사용</a:t>
              </a:r>
            </a:p>
          </p:txBody>
        </p:sp>
        <p:sp>
          <p:nvSpPr>
            <p:cNvPr id="171" name="직사각형 170">
              <a:extLst>
                <a:ext uri="{FF2B5EF4-FFF2-40B4-BE49-F238E27FC236}">
                  <a16:creationId xmlns:a16="http://schemas.microsoft.com/office/drawing/2014/main" id="{20C8F932-8199-4A5D-BCB2-A4B0929E82D7}"/>
                </a:ext>
              </a:extLst>
            </p:cNvPr>
            <p:cNvSpPr/>
            <p:nvPr/>
          </p:nvSpPr>
          <p:spPr>
            <a:xfrm>
              <a:off x="1892638" y="5118740"/>
              <a:ext cx="807154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81%</a:t>
              </a:r>
              <a:endParaRPr lang="ko-KR" altLang="en-US" sz="2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172" name="그룹 171">
              <a:extLst>
                <a:ext uri="{FF2B5EF4-FFF2-40B4-BE49-F238E27FC236}">
                  <a16:creationId xmlns:a16="http://schemas.microsoft.com/office/drawing/2014/main" id="{A2EE9C68-BDEB-429B-85B0-5EE08D3B8B45}"/>
                </a:ext>
              </a:extLst>
            </p:cNvPr>
            <p:cNvGrpSpPr/>
            <p:nvPr/>
          </p:nvGrpSpPr>
          <p:grpSpPr>
            <a:xfrm>
              <a:off x="485190" y="5308182"/>
              <a:ext cx="862386" cy="211955"/>
              <a:chOff x="4861742" y="3907374"/>
              <a:chExt cx="862386" cy="211955"/>
            </a:xfrm>
          </p:grpSpPr>
          <p:pic>
            <p:nvPicPr>
              <p:cNvPr id="176" name="Picture 6" descr="ìì ë¤ì´ë¡ëì ëí ì´ë¯¸ì§ ê²ìê²°ê³¼">
                <a:extLst>
                  <a:ext uri="{FF2B5EF4-FFF2-40B4-BE49-F238E27FC236}">
                    <a16:creationId xmlns:a16="http://schemas.microsoft.com/office/drawing/2014/main" id="{C1F768C5-5918-4806-B1A5-5CB854F46D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1742" y="3907374"/>
                <a:ext cx="211955" cy="21195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37D2B2AA-CD75-4F45-806A-FFCB9C3B5A82}"/>
                  </a:ext>
                </a:extLst>
              </p:cNvPr>
              <p:cNvSpPr txBox="1"/>
              <p:nvPr/>
            </p:nvSpPr>
            <p:spPr>
              <a:xfrm>
                <a:off x="4949189" y="3921018"/>
                <a:ext cx="774939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600" b="1" dirty="0">
                    <a:solidFill>
                      <a:schemeClr val="bg1"/>
                    </a:solidFill>
                  </a:rPr>
                  <a:t>데이터 저장하기</a:t>
                </a:r>
              </a:p>
            </p:txBody>
          </p:sp>
        </p:grpSp>
        <p:sp>
          <p:nvSpPr>
            <p:cNvPr id="173" name="직사각형 172">
              <a:extLst>
                <a:ext uri="{FF2B5EF4-FFF2-40B4-BE49-F238E27FC236}">
                  <a16:creationId xmlns:a16="http://schemas.microsoft.com/office/drawing/2014/main" id="{B9765BE1-CA6A-4AA0-8A5F-338A252FCBC1}"/>
                </a:ext>
              </a:extLst>
            </p:cNvPr>
            <p:cNvSpPr/>
            <p:nvPr/>
          </p:nvSpPr>
          <p:spPr>
            <a:xfrm>
              <a:off x="5735316" y="5118157"/>
              <a:ext cx="612068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>
                <a:lnSpc>
                  <a:spcPct val="150000"/>
                </a:lnSpc>
              </a:pPr>
              <a:r>
                <a:rPr lang="ko-KR" altLang="en-US" sz="700" b="1" dirty="0">
                  <a:solidFill>
                    <a:srgbClr val="008080"/>
                  </a:solidFill>
                  <a:latin typeface="맑은 고딕" pitchFamily="50" charset="-127"/>
                  <a:ea typeface="맑은 고딕" pitchFamily="50" charset="-127"/>
                </a:rPr>
                <a:t>예측 사용량</a:t>
              </a:r>
            </a:p>
          </p:txBody>
        </p:sp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2256CCE0-158B-4C8B-B022-9598A15E60BC}"/>
                </a:ext>
              </a:extLst>
            </p:cNvPr>
            <p:cNvSpPr/>
            <p:nvPr/>
          </p:nvSpPr>
          <p:spPr>
            <a:xfrm>
              <a:off x="6209242" y="5010937"/>
              <a:ext cx="894226" cy="549089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800</a:t>
              </a:r>
              <a:endParaRPr lang="ko-KR" altLang="en-US" sz="24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CB3B1611-BCF9-44A7-8296-EA7980F357C6}"/>
                </a:ext>
              </a:extLst>
            </p:cNvPr>
            <p:cNvSpPr/>
            <p:nvPr/>
          </p:nvSpPr>
          <p:spPr>
            <a:xfrm>
              <a:off x="6948264" y="5118157"/>
              <a:ext cx="360040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b" anchorCtr="0"/>
            <a:lstStyle/>
            <a:p>
              <a:pPr>
                <a:lnSpc>
                  <a:spcPct val="150000"/>
                </a:lnSpc>
              </a:pPr>
              <a:r>
                <a:rPr lang="en-US" altLang="ko-KR" sz="700" b="1" dirty="0">
                  <a:solidFill>
                    <a:srgbClr val="008080"/>
                  </a:solidFill>
                  <a:latin typeface="맑은 고딕" pitchFamily="50" charset="-127"/>
                  <a:ea typeface="맑은 고딕" pitchFamily="50" charset="-127"/>
                </a:rPr>
                <a:t>kWh</a:t>
              </a:r>
              <a:endParaRPr lang="ko-KR" altLang="en-US" sz="700" b="1" dirty="0">
                <a:solidFill>
                  <a:srgbClr val="00808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DEAADB03-3F10-4FCB-8201-9935C9F21D4F}"/>
              </a:ext>
            </a:extLst>
          </p:cNvPr>
          <p:cNvCxnSpPr>
            <a:cxnSpLocks/>
          </p:cNvCxnSpPr>
          <p:nvPr/>
        </p:nvCxnSpPr>
        <p:spPr>
          <a:xfrm>
            <a:off x="5666307" y="2275885"/>
            <a:ext cx="0" cy="1512168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9" name="표 178">
            <a:extLst>
              <a:ext uri="{FF2B5EF4-FFF2-40B4-BE49-F238E27FC236}">
                <a16:creationId xmlns:a16="http://schemas.microsoft.com/office/drawing/2014/main" id="{D9C68A91-7145-4ABF-A068-0274AD4C45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9972695"/>
              </p:ext>
            </p:extLst>
          </p:nvPr>
        </p:nvGraphicFramePr>
        <p:xfrm>
          <a:off x="272476" y="4017362"/>
          <a:ext cx="7920880" cy="7123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642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91379356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367989101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229935987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402681207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1122824508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1502902784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35472881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914552893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643701830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4156003338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186923855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8191">
                  <a:extLst>
                    <a:ext uri="{9D8B030D-6E8A-4147-A177-3AD203B41FA5}">
                      <a16:colId xmlns:a16="http://schemas.microsoft.com/office/drawing/2014/main" val="328632746"/>
                    </a:ext>
                  </a:extLst>
                </a:gridCol>
              </a:tblGrid>
              <a:tr h="1780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실제 사용량</a:t>
                      </a:r>
                      <a:endParaRPr kumimoji="0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79646">
                              <a:lumMod val="75000"/>
                            </a:srgbClr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79646">
                            <a:lumMod val="75000"/>
                          </a:srgb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</a:t>
                      </a:r>
                      <a:r>
                        <a:rPr lang="ko-KR" altLang="en-US" sz="700" b="1" kern="1200" dirty="0">
                          <a:solidFill>
                            <a:srgbClr val="92D05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92D05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92D05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92D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133474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PV</a:t>
                      </a:r>
                      <a:r>
                        <a:rPr lang="ko-KR" altLang="en-US" sz="700" b="1" kern="12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rgbClr val="00808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예측 사용량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400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300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620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800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700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550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350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rgbClr val="00808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b="1" kern="1200" dirty="0">
                        <a:solidFill>
                          <a:srgbClr val="00808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7434425"/>
                  </a:ext>
                </a:extLst>
              </a:tr>
            </a:tbl>
          </a:graphicData>
        </a:graphic>
      </p:graphicFrame>
      <p:sp>
        <p:nvSpPr>
          <p:cNvPr id="180" name="TextBox 179">
            <a:extLst>
              <a:ext uri="{FF2B5EF4-FFF2-40B4-BE49-F238E27FC236}">
                <a16:creationId xmlns:a16="http://schemas.microsoft.com/office/drawing/2014/main" id="{F38667D7-C2C9-42B5-AB24-387F5C691229}"/>
              </a:ext>
            </a:extLst>
          </p:cNvPr>
          <p:cNvSpPr txBox="1"/>
          <p:nvPr/>
        </p:nvSpPr>
        <p:spPr>
          <a:xfrm>
            <a:off x="7221248" y="4801644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 접기</a:t>
            </a:r>
          </a:p>
        </p:txBody>
      </p: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0FD849F7-B733-4002-BB05-446BA7684D13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6956F4DB-66E7-4308-8A35-3D7B8293C07E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183" name="직사각형 182">
              <a:extLst>
                <a:ext uri="{FF2B5EF4-FFF2-40B4-BE49-F238E27FC236}">
                  <a16:creationId xmlns:a16="http://schemas.microsoft.com/office/drawing/2014/main" id="{2BB211E4-579E-48DE-A75C-30DE9C04ADEF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A68CC172-2542-41C9-BEA9-2ACAC4B87BAF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185" name="직사각형 184">
              <a:extLst>
                <a:ext uri="{FF2B5EF4-FFF2-40B4-BE49-F238E27FC236}">
                  <a16:creationId xmlns:a16="http://schemas.microsoft.com/office/drawing/2014/main" id="{D7AD936E-5A3C-4AFA-9C58-C9E0EAF26231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186" name="직사각형 185">
              <a:extLst>
                <a:ext uri="{FF2B5EF4-FFF2-40B4-BE49-F238E27FC236}">
                  <a16:creationId xmlns:a16="http://schemas.microsoft.com/office/drawing/2014/main" id="{5EE4241B-1BA5-4BE8-B0AE-F86216D229E3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pic>
        <p:nvPicPr>
          <p:cNvPr id="90" name="Picture 2" descr="ììë¡ ì ì¥íê¸° íìì ëí ì´ë¯¸ì§ ê²ìê²°ê³¼">
            <a:extLst>
              <a:ext uri="{FF2B5EF4-FFF2-40B4-BE49-F238E27FC236}">
                <a16:creationId xmlns:a16="http://schemas.microsoft.com/office/drawing/2014/main" id="{E7B49111-3943-408B-A9D7-A48AD667E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4391" y="2162042"/>
            <a:ext cx="3805906" cy="17867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7" name="타원형 설명선 226"/>
          <p:cNvSpPr/>
          <p:nvPr/>
        </p:nvSpPr>
        <p:spPr>
          <a:xfrm>
            <a:off x="2952483" y="335537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101488" y="336644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2953594" y="358932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5106568" y="359862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2138236" y="204258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C3F13B61-BE0D-49C0-9325-53AF6D9734E1}"/>
              </a:ext>
            </a:extLst>
          </p:cNvPr>
          <p:cNvSpPr/>
          <p:nvPr/>
        </p:nvSpPr>
        <p:spPr>
          <a:xfrm>
            <a:off x="227457" y="5074465"/>
            <a:ext cx="887801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769560B3-271E-4C1A-A9F0-D029F2A5C47D}"/>
              </a:ext>
            </a:extLst>
          </p:cNvPr>
          <p:cNvSpPr/>
          <p:nvPr/>
        </p:nvSpPr>
        <p:spPr>
          <a:xfrm>
            <a:off x="7647691" y="1568304"/>
            <a:ext cx="473661" cy="289182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</p:spTree>
    <p:extLst>
      <p:ext uri="{BB962C8B-B14F-4D97-AF65-F5344CB8AC3E}">
        <p14:creationId xmlns:p14="http://schemas.microsoft.com/office/powerpoint/2010/main" val="300370014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32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2652197"/>
              </p:ext>
            </p:extLst>
          </p:nvPr>
        </p:nvGraphicFramePr>
        <p:xfrm>
          <a:off x="8469313" y="276225"/>
          <a:ext cx="1404000" cy="511372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현황을 표시할 장치를 선택한다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선택 가능한 장치는 다음과 같다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IOE, PCS, BMS, PV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메뉴의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모니터링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에서 선택된 하위 메뉴의 장치에 라디오 버튼이 활성화 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갱신 시간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조회 시간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66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현황 표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라디오 버튼에서 선택된 종류의 장치 리스트를 보여주는 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 페이지에서는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IOE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리스트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*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다른 장치는 다음 페이지 참고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3) IOE</a:t>
                      </a:r>
                      <a:r>
                        <a:rPr lang="ko-KR" altLang="en-US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장치의 표 컬럼은 확정 후 업데이트 예정</a:t>
                      </a:r>
                      <a:endParaRPr lang="en-US" altLang="ko-KR" sz="800" b="1" i="0" u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저장하기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각 장치 별 현황 리스트를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csv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형태로 저장한다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에너지 모니터링과 다르게 장치 모니터링에서는 모든 장치 현황을 한 번에 저장한다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상세 보기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상에 선택된 장치 항목의 상세정보를 보여주는 팝업을 출력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표에서 장치 항목을 더블 클릭해도 동일한 동작 진행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94365"/>
            <a:ext cx="8198579" cy="424847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5" y="755669"/>
            <a:ext cx="8198579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32022" y="1124744"/>
            <a:ext cx="8198579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484784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장치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17348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A01B135B-1F1A-4BB1-9A74-0022D6E7A7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3554581"/>
              </p:ext>
            </p:extLst>
          </p:nvPr>
        </p:nvGraphicFramePr>
        <p:xfrm>
          <a:off x="376784" y="2176436"/>
          <a:ext cx="7776864" cy="11291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602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0516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 Name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 ID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Name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ID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Status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Status Time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IOE(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총량</a:t>
                      </a: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NORMAL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ESS(</a:t>
                      </a:r>
                      <a:r>
                        <a:rPr lang="ko-KR" altLang="en-US" sz="9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충방전</a:t>
                      </a: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NORMAL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소내전력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DISCONNECTED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2" name="직사각형 51">
            <a:extLst>
              <a:ext uri="{FF2B5EF4-FFF2-40B4-BE49-F238E27FC236}">
                <a16:creationId xmlns:a16="http://schemas.microsoft.com/office/drawing/2014/main" id="{9D066E92-3969-4163-8951-1B55C00C795F}"/>
              </a:ext>
            </a:extLst>
          </p:cNvPr>
          <p:cNvSpPr/>
          <p:nvPr/>
        </p:nvSpPr>
        <p:spPr>
          <a:xfrm>
            <a:off x="4531730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4025361-6332-409A-9ED3-B4DC569F15A4}"/>
              </a:ext>
            </a:extLst>
          </p:cNvPr>
          <p:cNvSpPr/>
          <p:nvPr/>
        </p:nvSpPr>
        <p:spPr>
          <a:xfrm>
            <a:off x="5610498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96A8CDE-D090-4223-824B-6E5F732F96F5}"/>
              </a:ext>
            </a:extLst>
          </p:cNvPr>
          <p:cNvSpPr/>
          <p:nvPr/>
        </p:nvSpPr>
        <p:spPr>
          <a:xfrm>
            <a:off x="6641480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7ADA0F-08A8-41EA-A8F7-52F93AD8E01C}"/>
              </a:ext>
            </a:extLst>
          </p:cNvPr>
          <p:cNvSpPr/>
          <p:nvPr/>
        </p:nvSpPr>
        <p:spPr>
          <a:xfrm>
            <a:off x="7669915" y="1776280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4F5BBFF8-DC71-4275-B2EF-09F0FB53F93D}"/>
              </a:ext>
            </a:extLst>
          </p:cNvPr>
          <p:cNvSpPr/>
          <p:nvPr/>
        </p:nvSpPr>
        <p:spPr>
          <a:xfrm>
            <a:off x="4400101" y="1865074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F150DCBD-0243-47A6-BD6A-8F4B604E5DFA}"/>
              </a:ext>
            </a:extLst>
          </p:cNvPr>
          <p:cNvSpPr/>
          <p:nvPr/>
        </p:nvSpPr>
        <p:spPr>
          <a:xfrm>
            <a:off x="5466574" y="186507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5DC52973-FB1B-4E3E-AF29-3E272387B2E7}"/>
              </a:ext>
            </a:extLst>
          </p:cNvPr>
          <p:cNvSpPr/>
          <p:nvPr/>
        </p:nvSpPr>
        <p:spPr>
          <a:xfrm>
            <a:off x="6473243" y="1871762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A4F073-2990-4297-A95B-4D06A4AABA02}"/>
              </a:ext>
            </a:extLst>
          </p:cNvPr>
          <p:cNvSpPr/>
          <p:nvPr/>
        </p:nvSpPr>
        <p:spPr>
          <a:xfrm>
            <a:off x="7487953" y="186507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EC6621BA-B527-44A5-B27F-990A7C9AD790}"/>
              </a:ext>
            </a:extLst>
          </p:cNvPr>
          <p:cNvGrpSpPr/>
          <p:nvPr/>
        </p:nvGrpSpPr>
        <p:grpSpPr>
          <a:xfrm>
            <a:off x="416496" y="4579438"/>
            <a:ext cx="862386" cy="211955"/>
            <a:chOff x="4861742" y="3907374"/>
            <a:chExt cx="862386" cy="211955"/>
          </a:xfrm>
        </p:grpSpPr>
        <p:pic>
          <p:nvPicPr>
            <p:cNvPr id="61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AA2B83FB-8FE8-4F4A-AAFB-F712DA9679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BD3E16E-9FD9-4439-8B41-53E5659D5D34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데이터 저장하기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766D9608-44C0-49A5-AE7B-0C52B8010531}"/>
              </a:ext>
            </a:extLst>
          </p:cNvPr>
          <p:cNvSpPr txBox="1"/>
          <p:nvPr/>
        </p:nvSpPr>
        <p:spPr>
          <a:xfrm>
            <a:off x="7378090" y="4452480"/>
            <a:ext cx="720080" cy="25391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상세보기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F4DBF01D-6C22-4FEC-9429-D0C2AB43270B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995C1B48-7E8E-4CF7-B41F-AE0679E11CCD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684ECB2B-0C4F-47B4-9DDA-55E8A991654A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4BDDFDA6-EEA6-4437-98BF-2331013C7865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EEC886D6-B99D-4616-B11C-02EA26502623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A7EFF57E-EDE4-4031-B200-A006F43FD8E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128463" y="176376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171854" y="437708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115586" y="207738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053502" y="166051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421E6B4-A01F-40FB-844F-E8452D1D5BCC}"/>
              </a:ext>
            </a:extLst>
          </p:cNvPr>
          <p:cNvSpPr/>
          <p:nvPr/>
        </p:nvSpPr>
        <p:spPr>
          <a:xfrm>
            <a:off x="4329136" y="1751608"/>
            <a:ext cx="3720208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타원형 설명선 243">
            <a:extLst>
              <a:ext uri="{FF2B5EF4-FFF2-40B4-BE49-F238E27FC236}">
                <a16:creationId xmlns:a16="http://schemas.microsoft.com/office/drawing/2014/main" id="{88210255-9E72-4B00-A04C-D59BFB45C839}"/>
              </a:ext>
            </a:extLst>
          </p:cNvPr>
          <p:cNvSpPr/>
          <p:nvPr/>
        </p:nvSpPr>
        <p:spPr>
          <a:xfrm>
            <a:off x="7099126" y="425186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722370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4227652"/>
              </p:ext>
            </p:extLst>
          </p:nvPr>
        </p:nvGraphicFramePr>
        <p:xfrm>
          <a:off x="8469313" y="276225"/>
          <a:ext cx="1404000" cy="158035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441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PCS </a:t>
                      </a:r>
                      <a:r>
                        <a:rPr lang="ko-KR" altLang="en-US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리스트</a:t>
                      </a:r>
                      <a:endParaRPr lang="en-US" altLang="ko-KR" sz="800" b="1" i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PCS</a:t>
                      </a:r>
                      <a:r>
                        <a:rPr lang="ko-KR" altLang="en-US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장치의 표 컬럼은 확정 후 업데이트 예정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35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BMS</a:t>
                      </a:r>
                      <a:r>
                        <a:rPr lang="ko-KR" altLang="en-US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장치 리스트</a:t>
                      </a:r>
                      <a:endParaRPr lang="en-US" altLang="ko-KR" sz="800" b="1" i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BMS </a:t>
                      </a:r>
                      <a:r>
                        <a:rPr lang="ko-KR" altLang="en-US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장치의 표 컬럼은 확정 후 업데이트 예정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PV </a:t>
                      </a:r>
                      <a:r>
                        <a:rPr lang="ko-KR" altLang="en-US" sz="800" b="1" i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리스트</a:t>
                      </a:r>
                      <a:endParaRPr lang="en-US" altLang="ko-KR" sz="800" b="1" i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PV</a:t>
                      </a:r>
                      <a:r>
                        <a:rPr lang="ko-KR" altLang="en-US" sz="800" b="1" i="0" u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장치의 표 컬럼은 확정 후 업데이트 예정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419" y="782289"/>
            <a:ext cx="8208912" cy="4662936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sp>
        <p:nvSpPr>
          <p:cNvPr id="52" name="직사각형 51">
            <a:extLst>
              <a:ext uri="{FF2B5EF4-FFF2-40B4-BE49-F238E27FC236}">
                <a16:creationId xmlns:a16="http://schemas.microsoft.com/office/drawing/2014/main" id="{9D066E92-3969-4163-8951-1B55C00C795F}"/>
              </a:ext>
            </a:extLst>
          </p:cNvPr>
          <p:cNvSpPr/>
          <p:nvPr/>
        </p:nvSpPr>
        <p:spPr>
          <a:xfrm>
            <a:off x="4531730" y="90908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4025361-6332-409A-9ED3-B4DC569F15A4}"/>
              </a:ext>
            </a:extLst>
          </p:cNvPr>
          <p:cNvSpPr/>
          <p:nvPr/>
        </p:nvSpPr>
        <p:spPr>
          <a:xfrm>
            <a:off x="5610498" y="90908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96A8CDE-D090-4223-824B-6E5F732F96F5}"/>
              </a:ext>
            </a:extLst>
          </p:cNvPr>
          <p:cNvSpPr/>
          <p:nvPr/>
        </p:nvSpPr>
        <p:spPr>
          <a:xfrm>
            <a:off x="6641480" y="90908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7ADA0F-08A8-41EA-A8F7-52F93AD8E01C}"/>
              </a:ext>
            </a:extLst>
          </p:cNvPr>
          <p:cNvSpPr/>
          <p:nvPr/>
        </p:nvSpPr>
        <p:spPr>
          <a:xfrm>
            <a:off x="7669915" y="908720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5DC52973-FB1B-4E3E-AF29-3E272387B2E7}"/>
              </a:ext>
            </a:extLst>
          </p:cNvPr>
          <p:cNvSpPr/>
          <p:nvPr/>
        </p:nvSpPr>
        <p:spPr>
          <a:xfrm>
            <a:off x="6473243" y="1004202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A4F073-2990-4297-A95B-4D06A4AABA02}"/>
              </a:ext>
            </a:extLst>
          </p:cNvPr>
          <p:cNvSpPr/>
          <p:nvPr/>
        </p:nvSpPr>
        <p:spPr>
          <a:xfrm>
            <a:off x="7487953" y="99751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5A105594-51EA-453D-B27C-FB5BACB55DE5}"/>
              </a:ext>
            </a:extLst>
          </p:cNvPr>
          <p:cNvSpPr/>
          <p:nvPr/>
        </p:nvSpPr>
        <p:spPr>
          <a:xfrm>
            <a:off x="5473794" y="998776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7CF5510C-8443-4E82-8117-F93466110AD0}"/>
              </a:ext>
            </a:extLst>
          </p:cNvPr>
          <p:cNvSpPr/>
          <p:nvPr/>
        </p:nvSpPr>
        <p:spPr>
          <a:xfrm>
            <a:off x="4402602" y="99195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F52A9327-879E-4D04-A25A-D3C7F302BD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7712113"/>
              </p:ext>
            </p:extLst>
          </p:nvPr>
        </p:nvGraphicFramePr>
        <p:xfrm>
          <a:off x="243249" y="1290967"/>
          <a:ext cx="7992888" cy="8626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0882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308076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NO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 Name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 ID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Device Name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Device ID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PCS</a:t>
                      </a:r>
                      <a:r>
                        <a:rPr lang="ko-KR" altLang="en-US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Staus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C/D Status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PCS Message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Status Time</a:t>
                      </a:r>
                      <a:endParaRPr lang="ko-KR" altLang="en-US" sz="10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PCS_01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RUN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Charge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PCS_02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STOP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AC</a:t>
                      </a:r>
                      <a:r>
                        <a:rPr lang="en-US" altLang="ko-KR" sz="900" b="1" kern="12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over current </a:t>
                      </a:r>
                    </a:p>
                    <a:p>
                      <a:pPr algn="ctr" latinLnBrk="1"/>
                      <a:r>
                        <a:rPr lang="en-US" altLang="ko-KR" sz="900" b="1" kern="12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R-Phase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6" name="직사각형 55">
            <a:extLst>
              <a:ext uri="{FF2B5EF4-FFF2-40B4-BE49-F238E27FC236}">
                <a16:creationId xmlns:a16="http://schemas.microsoft.com/office/drawing/2014/main" id="{6238B772-12EA-429C-96EC-AFAAC3CBDFFD}"/>
              </a:ext>
            </a:extLst>
          </p:cNvPr>
          <p:cNvSpPr/>
          <p:nvPr/>
        </p:nvSpPr>
        <p:spPr>
          <a:xfrm>
            <a:off x="4531730" y="2350052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46B6C4C-0796-4106-967D-B45ABDEF8BD4}"/>
              </a:ext>
            </a:extLst>
          </p:cNvPr>
          <p:cNvSpPr/>
          <p:nvPr/>
        </p:nvSpPr>
        <p:spPr>
          <a:xfrm>
            <a:off x="5610498" y="2350052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7FA6C65-477D-4EC2-8C5D-42BD31959168}"/>
              </a:ext>
            </a:extLst>
          </p:cNvPr>
          <p:cNvSpPr/>
          <p:nvPr/>
        </p:nvSpPr>
        <p:spPr>
          <a:xfrm>
            <a:off x="6641480" y="2350052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6E1C7651-D426-42B3-A708-6EE204F1E145}"/>
              </a:ext>
            </a:extLst>
          </p:cNvPr>
          <p:cNvSpPr/>
          <p:nvPr/>
        </p:nvSpPr>
        <p:spPr>
          <a:xfrm>
            <a:off x="7669915" y="2349685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96AA616D-964D-41B8-8FB9-72F08F689665}"/>
              </a:ext>
            </a:extLst>
          </p:cNvPr>
          <p:cNvSpPr/>
          <p:nvPr/>
        </p:nvSpPr>
        <p:spPr>
          <a:xfrm>
            <a:off x="6513464" y="2438479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E42EBB6E-0C90-4683-998C-67BBC0749851}"/>
              </a:ext>
            </a:extLst>
          </p:cNvPr>
          <p:cNvSpPr/>
          <p:nvPr/>
        </p:nvSpPr>
        <p:spPr>
          <a:xfrm>
            <a:off x="5466574" y="2438479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54269F51-E8DC-4F83-A43A-EF7E40A45603}"/>
              </a:ext>
            </a:extLst>
          </p:cNvPr>
          <p:cNvSpPr/>
          <p:nvPr/>
        </p:nvSpPr>
        <p:spPr>
          <a:xfrm>
            <a:off x="4398745" y="2436900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654ADD95-2F9B-44C4-AC90-633E2B290C0F}"/>
              </a:ext>
            </a:extLst>
          </p:cNvPr>
          <p:cNvSpPr/>
          <p:nvPr/>
        </p:nvSpPr>
        <p:spPr>
          <a:xfrm>
            <a:off x="7487953" y="2438479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8A893887-8A96-4473-9B6E-2EEA9DED79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2379907"/>
              </p:ext>
            </p:extLst>
          </p:nvPr>
        </p:nvGraphicFramePr>
        <p:xfrm>
          <a:off x="243249" y="2731932"/>
          <a:ext cx="7992888" cy="8626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0882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3080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BMS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Status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C/D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n-US" altLang="ko-KR" sz="1000" baseline="0" dirty="0" err="1">
                          <a:solidFill>
                            <a:schemeClr val="bg1"/>
                          </a:solidFill>
                        </a:rPr>
                        <a:t>Satus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BMS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Message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Status Time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BMS_01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RUN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Charge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BMS_02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50002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FAULT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Over</a:t>
                      </a:r>
                      <a:r>
                        <a:rPr lang="en-US" altLang="ko-KR" sz="900" b="1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cell Voltage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2" name="직사각형 71">
            <a:extLst>
              <a:ext uri="{FF2B5EF4-FFF2-40B4-BE49-F238E27FC236}">
                <a16:creationId xmlns:a16="http://schemas.microsoft.com/office/drawing/2014/main" id="{5E2F0D24-7F67-43AB-9CB7-7BE2C9824CA3}"/>
              </a:ext>
            </a:extLst>
          </p:cNvPr>
          <p:cNvSpPr/>
          <p:nvPr/>
        </p:nvSpPr>
        <p:spPr>
          <a:xfrm>
            <a:off x="4531730" y="3861415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971BAAED-BF32-412D-BCE8-3665F2A4509C}"/>
              </a:ext>
            </a:extLst>
          </p:cNvPr>
          <p:cNvSpPr/>
          <p:nvPr/>
        </p:nvSpPr>
        <p:spPr>
          <a:xfrm>
            <a:off x="5610498" y="3861415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56D9B7B9-16EB-4E42-9316-E06C671A3AC2}"/>
              </a:ext>
            </a:extLst>
          </p:cNvPr>
          <p:cNvSpPr/>
          <p:nvPr/>
        </p:nvSpPr>
        <p:spPr>
          <a:xfrm>
            <a:off x="6641480" y="3861415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80ED4063-A89A-4BE9-A585-1DFDA80C826D}"/>
              </a:ext>
            </a:extLst>
          </p:cNvPr>
          <p:cNvSpPr/>
          <p:nvPr/>
        </p:nvSpPr>
        <p:spPr>
          <a:xfrm>
            <a:off x="7669915" y="3861048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2BF96DCB-CBCB-4DC8-A7CE-F3417E61FC5A}"/>
              </a:ext>
            </a:extLst>
          </p:cNvPr>
          <p:cNvSpPr/>
          <p:nvPr/>
        </p:nvSpPr>
        <p:spPr>
          <a:xfrm>
            <a:off x="7534296" y="3944322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C2D7716A-932B-474B-8EA5-87CF58C1BAD9}"/>
              </a:ext>
            </a:extLst>
          </p:cNvPr>
          <p:cNvSpPr/>
          <p:nvPr/>
        </p:nvSpPr>
        <p:spPr>
          <a:xfrm>
            <a:off x="5466574" y="3949842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7E1996F4-6FE5-4B89-8724-DECA5B88DCED}"/>
              </a:ext>
            </a:extLst>
          </p:cNvPr>
          <p:cNvSpPr/>
          <p:nvPr/>
        </p:nvSpPr>
        <p:spPr>
          <a:xfrm>
            <a:off x="6473243" y="3956530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AE780E4C-4BD8-46A7-A039-0BAA1EFDEB3B}"/>
              </a:ext>
            </a:extLst>
          </p:cNvPr>
          <p:cNvSpPr/>
          <p:nvPr/>
        </p:nvSpPr>
        <p:spPr>
          <a:xfrm>
            <a:off x="4396111" y="3948648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82" name="표 81">
            <a:extLst>
              <a:ext uri="{FF2B5EF4-FFF2-40B4-BE49-F238E27FC236}">
                <a16:creationId xmlns:a16="http://schemas.microsoft.com/office/drawing/2014/main" id="{E1D56BC5-D1AF-4DEB-8D91-227481FAA0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3868137"/>
              </p:ext>
            </p:extLst>
          </p:nvPr>
        </p:nvGraphicFramePr>
        <p:xfrm>
          <a:off x="243249" y="4243295"/>
          <a:ext cx="7992888" cy="8626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131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089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0882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3080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PV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Status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Temperature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PV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Message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Status Time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PV_01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RUN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51 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℃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PV_02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FAULT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Bulk UV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27" name="타원형 설명선 226"/>
          <p:cNvSpPr/>
          <p:nvPr/>
        </p:nvSpPr>
        <p:spPr>
          <a:xfrm>
            <a:off x="50272" y="246506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50272" y="397124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50272" y="106386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1E62319-B855-4AE7-844A-0F13D4E9B1DA}"/>
              </a:ext>
            </a:extLst>
          </p:cNvPr>
          <p:cNvSpPr/>
          <p:nvPr/>
        </p:nvSpPr>
        <p:spPr>
          <a:xfrm>
            <a:off x="5322524" y="877613"/>
            <a:ext cx="673646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9BD14B93-BA4A-4019-AF5B-B77EBFD968F1}"/>
              </a:ext>
            </a:extLst>
          </p:cNvPr>
          <p:cNvSpPr/>
          <p:nvPr/>
        </p:nvSpPr>
        <p:spPr>
          <a:xfrm>
            <a:off x="6411632" y="2312226"/>
            <a:ext cx="673646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D28219C8-FAAC-4653-8A56-0031C363574D}"/>
              </a:ext>
            </a:extLst>
          </p:cNvPr>
          <p:cNvSpPr/>
          <p:nvPr/>
        </p:nvSpPr>
        <p:spPr>
          <a:xfrm>
            <a:off x="7427885" y="3823545"/>
            <a:ext cx="673646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8388306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3239572"/>
              </p:ext>
            </p:extLst>
          </p:nvPr>
        </p:nvGraphicFramePr>
        <p:xfrm>
          <a:off x="8469313" y="276225"/>
          <a:ext cx="1404000" cy="313747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명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장치 명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정보 조회 시간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장치 정보 조회 날짜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시간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66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및 장치 기본 정보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Site,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 정보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장치그룹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Site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사이트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연결 상태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연결 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Connected, Disconnected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메시지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발생 시의 알람 내용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창 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상세보기 창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3860102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94365"/>
            <a:ext cx="8198579" cy="424847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325" y="755669"/>
            <a:ext cx="8195050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38796" y="1124744"/>
            <a:ext cx="8198579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484784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장치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17348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A01B135B-1F1A-4BB1-9A74-0022D6E7A74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76784" y="2176436"/>
          <a:ext cx="7776864" cy="11291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602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0516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 Name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 ID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Name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ID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Status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Status Time</a:t>
                      </a:r>
                      <a:endParaRPr lang="ko-KR" altLang="en-US" sz="10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IOE(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총량</a:t>
                      </a: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NORMAL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ESS(</a:t>
                      </a:r>
                      <a:r>
                        <a:rPr lang="ko-KR" altLang="en-US" sz="9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충방전</a:t>
                      </a: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NORMAL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6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소내전력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41333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DISCONNECTED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2" name="직사각형 51">
            <a:extLst>
              <a:ext uri="{FF2B5EF4-FFF2-40B4-BE49-F238E27FC236}">
                <a16:creationId xmlns:a16="http://schemas.microsoft.com/office/drawing/2014/main" id="{9D066E92-3969-4163-8951-1B55C00C795F}"/>
              </a:ext>
            </a:extLst>
          </p:cNvPr>
          <p:cNvSpPr/>
          <p:nvPr/>
        </p:nvSpPr>
        <p:spPr>
          <a:xfrm>
            <a:off x="4531730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4025361-6332-409A-9ED3-B4DC569F15A4}"/>
              </a:ext>
            </a:extLst>
          </p:cNvPr>
          <p:cNvSpPr/>
          <p:nvPr/>
        </p:nvSpPr>
        <p:spPr>
          <a:xfrm>
            <a:off x="5610498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96A8CDE-D090-4223-824B-6E5F732F96F5}"/>
              </a:ext>
            </a:extLst>
          </p:cNvPr>
          <p:cNvSpPr/>
          <p:nvPr/>
        </p:nvSpPr>
        <p:spPr>
          <a:xfrm>
            <a:off x="6641480" y="1776647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7ADA0F-08A8-41EA-A8F7-52F93AD8E01C}"/>
              </a:ext>
            </a:extLst>
          </p:cNvPr>
          <p:cNvSpPr/>
          <p:nvPr/>
        </p:nvSpPr>
        <p:spPr>
          <a:xfrm>
            <a:off x="7669915" y="1776280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4F5BBFF8-DC71-4275-B2EF-09F0FB53F93D}"/>
              </a:ext>
            </a:extLst>
          </p:cNvPr>
          <p:cNvSpPr/>
          <p:nvPr/>
        </p:nvSpPr>
        <p:spPr>
          <a:xfrm>
            <a:off x="4400101" y="1865074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F150DCBD-0243-47A6-BD6A-8F4B604E5DFA}"/>
              </a:ext>
            </a:extLst>
          </p:cNvPr>
          <p:cNvSpPr/>
          <p:nvPr/>
        </p:nvSpPr>
        <p:spPr>
          <a:xfrm>
            <a:off x="5466574" y="186507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5DC52973-FB1B-4E3E-AF29-3E272387B2E7}"/>
              </a:ext>
            </a:extLst>
          </p:cNvPr>
          <p:cNvSpPr/>
          <p:nvPr/>
        </p:nvSpPr>
        <p:spPr>
          <a:xfrm>
            <a:off x="6473243" y="1871762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A4F073-2990-4297-A95B-4D06A4AABA02}"/>
              </a:ext>
            </a:extLst>
          </p:cNvPr>
          <p:cNvSpPr/>
          <p:nvPr/>
        </p:nvSpPr>
        <p:spPr>
          <a:xfrm>
            <a:off x="7487953" y="1865074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EC6621BA-B527-44A5-B27F-990A7C9AD790}"/>
              </a:ext>
            </a:extLst>
          </p:cNvPr>
          <p:cNvGrpSpPr/>
          <p:nvPr/>
        </p:nvGrpSpPr>
        <p:grpSpPr>
          <a:xfrm>
            <a:off x="416496" y="4579438"/>
            <a:ext cx="862386" cy="211955"/>
            <a:chOff x="4861742" y="3907374"/>
            <a:chExt cx="862386" cy="211955"/>
          </a:xfrm>
        </p:grpSpPr>
        <p:pic>
          <p:nvPicPr>
            <p:cNvPr id="61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AA2B83FB-8FE8-4F4A-AAFB-F712DA9679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BD3E16E-9FD9-4439-8B41-53E5659D5D34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데이터 저장하기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766D9608-44C0-49A5-AE7B-0C52B8010531}"/>
              </a:ext>
            </a:extLst>
          </p:cNvPr>
          <p:cNvSpPr txBox="1"/>
          <p:nvPr/>
        </p:nvSpPr>
        <p:spPr>
          <a:xfrm>
            <a:off x="7378090" y="4452480"/>
            <a:ext cx="720080" cy="25391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상세보기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F4DBF01D-6C22-4FEC-9429-D0C2AB43270B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995C1B48-7E8E-4CF7-B41F-AE0679E11CCD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684ECB2B-0C4F-47B4-9DDA-55E8A991654A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4BDDFDA6-EEA6-4437-98BF-2331013C7865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EEC886D6-B99D-4616-B11C-02EA26502623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A7EFF57E-EDE4-4031-B200-A006F43FD8E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18EA793B-0B4C-42CC-B42C-EA2F444EE644}"/>
              </a:ext>
            </a:extLst>
          </p:cNvPr>
          <p:cNvGrpSpPr/>
          <p:nvPr/>
        </p:nvGrpSpPr>
        <p:grpSpPr>
          <a:xfrm>
            <a:off x="1706628" y="1973999"/>
            <a:ext cx="5191327" cy="2043838"/>
            <a:chOff x="373622" y="737091"/>
            <a:chExt cx="5191327" cy="2043838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78C61B54-2B70-4D77-80B7-C508B9EFBF4B}"/>
                </a:ext>
              </a:extLst>
            </p:cNvPr>
            <p:cNvSpPr/>
            <p:nvPr/>
          </p:nvSpPr>
          <p:spPr>
            <a:xfrm>
              <a:off x="373622" y="737091"/>
              <a:ext cx="5191327" cy="2043838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endPara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4E90EA2-47BC-4344-BD68-ECE1294DF95A}"/>
                </a:ext>
              </a:extLst>
            </p:cNvPr>
            <p:cNvSpPr txBox="1"/>
            <p:nvPr/>
          </p:nvSpPr>
          <p:spPr>
            <a:xfrm>
              <a:off x="583571" y="925139"/>
              <a:ext cx="109598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IOE_1</a:t>
              </a:r>
              <a:endPara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7D27CE02-A661-469C-AC6C-14797D295D61}"/>
                </a:ext>
              </a:extLst>
            </p:cNvPr>
            <p:cNvSpPr txBox="1"/>
            <p:nvPr/>
          </p:nvSpPr>
          <p:spPr>
            <a:xfrm>
              <a:off x="2926628" y="1340889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명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4B427E0C-54F5-430C-8A54-CA0B30B7B994}"/>
                </a:ext>
              </a:extLst>
            </p:cNvPr>
            <p:cNvSpPr txBox="1"/>
            <p:nvPr/>
          </p:nvSpPr>
          <p:spPr>
            <a:xfrm>
              <a:off x="4170022" y="1340889"/>
              <a:ext cx="6867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A868AB9B-1999-4108-ACA4-5C1EB727C88A}"/>
                </a:ext>
              </a:extLst>
            </p:cNvPr>
            <p:cNvSpPr txBox="1"/>
            <p:nvPr/>
          </p:nvSpPr>
          <p:spPr>
            <a:xfrm>
              <a:off x="3493111" y="1340889"/>
              <a:ext cx="89293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제일화성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865D2252-ED0B-4D5E-AA07-EE01F8F5A81D}"/>
                </a:ext>
              </a:extLst>
            </p:cNvPr>
            <p:cNvSpPr txBox="1"/>
            <p:nvPr/>
          </p:nvSpPr>
          <p:spPr>
            <a:xfrm>
              <a:off x="4744818" y="1340889"/>
              <a:ext cx="8092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10037202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EC142E8-871A-4C6E-9ABB-31A537CE3066}"/>
                </a:ext>
              </a:extLst>
            </p:cNvPr>
            <p:cNvSpPr txBox="1"/>
            <p:nvPr/>
          </p:nvSpPr>
          <p:spPr>
            <a:xfrm>
              <a:off x="567924" y="1340889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AB620C2E-3C2B-4E41-B044-519E74A3BFA6}"/>
                </a:ext>
              </a:extLst>
            </p:cNvPr>
            <p:cNvSpPr txBox="1"/>
            <p:nvPr/>
          </p:nvSpPr>
          <p:spPr>
            <a:xfrm>
              <a:off x="1145686" y="134088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41331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0E58E5A5-FD98-478B-9271-A27D5035C23D}"/>
                </a:ext>
              </a:extLst>
            </p:cNvPr>
            <p:cNvSpPr txBox="1"/>
            <p:nvPr/>
          </p:nvSpPr>
          <p:spPr>
            <a:xfrm>
              <a:off x="632520" y="1782253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연결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상태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B0EA5EF7-B1C8-46F0-A8A5-FA4A1B8BBFD4}"/>
                </a:ext>
              </a:extLst>
            </p:cNvPr>
            <p:cNvSpPr txBox="1"/>
            <p:nvPr/>
          </p:nvSpPr>
          <p:spPr>
            <a:xfrm>
              <a:off x="1844824" y="1782253"/>
              <a:ext cx="99081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CONNECTED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BA40DD78-A7C2-4126-9A48-3E804A62D615}"/>
                </a:ext>
              </a:extLst>
            </p:cNvPr>
            <p:cNvSpPr/>
            <p:nvPr/>
          </p:nvSpPr>
          <p:spPr>
            <a:xfrm>
              <a:off x="3665966" y="970728"/>
              <a:ext cx="1808507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05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2018-06-15  2:39:01 PM</a:t>
              </a:r>
              <a:endParaRPr lang="ko-KR" altLang="en-US" sz="105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46A31D40-E7EE-47A3-9A8A-C0DE7CADDA26}"/>
                </a:ext>
              </a:extLst>
            </p:cNvPr>
            <p:cNvSpPr txBox="1"/>
            <p:nvPr/>
          </p:nvSpPr>
          <p:spPr>
            <a:xfrm>
              <a:off x="1648184" y="1340889"/>
              <a:ext cx="79378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그룹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1EC79CF-BF51-4CAC-9100-67084E7FDB39}"/>
                </a:ext>
              </a:extLst>
            </p:cNvPr>
            <p:cNvSpPr txBox="1"/>
            <p:nvPr/>
          </p:nvSpPr>
          <p:spPr>
            <a:xfrm>
              <a:off x="2358156" y="134088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별관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_1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72EA1F6-3183-46BF-87A5-FA6C8A4F9B6D}"/>
                </a:ext>
              </a:extLst>
            </p:cNvPr>
            <p:cNvSpPr txBox="1"/>
            <p:nvPr/>
          </p:nvSpPr>
          <p:spPr>
            <a:xfrm>
              <a:off x="4744818" y="2420888"/>
              <a:ext cx="720080" cy="25391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닫기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BDE8B782-5280-45D8-A9D5-5187334E4D80}"/>
                </a:ext>
              </a:extLst>
            </p:cNvPr>
            <p:cNvSpPr txBox="1"/>
            <p:nvPr/>
          </p:nvSpPr>
          <p:spPr>
            <a:xfrm>
              <a:off x="632520" y="2102659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메시지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0DAFC637-DCB1-4F7D-A778-FDCA44EDD72E}"/>
                </a:ext>
              </a:extLst>
            </p:cNvPr>
            <p:cNvSpPr txBox="1"/>
            <p:nvPr/>
          </p:nvSpPr>
          <p:spPr>
            <a:xfrm>
              <a:off x="1721750" y="2122602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-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68042484-69D6-496F-938A-A8DBCF50A0F1}"/>
                </a:ext>
              </a:extLst>
            </p:cNvPr>
            <p:cNvCxnSpPr/>
            <p:nvPr/>
          </p:nvCxnSpPr>
          <p:spPr>
            <a:xfrm>
              <a:off x="559973" y="1652653"/>
              <a:ext cx="486232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0" name="Picture 2" descr="enertalkì ëí ì´ë¯¸ì§ ê²ìê²°ê³¼">
              <a:extLst>
                <a:ext uri="{FF2B5EF4-FFF2-40B4-BE49-F238E27FC236}">
                  <a16:creationId xmlns:a16="http://schemas.microsoft.com/office/drawing/2014/main" id="{B4E4E39B-B2D5-4B51-9CB2-872D7C5E8D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9097" y="837833"/>
              <a:ext cx="423124" cy="42312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1" name="Picture 4" descr="connectedì ëí ì´ë¯¸ì§ ê²ìê²°ê³¼">
              <a:extLst>
                <a:ext uri="{FF2B5EF4-FFF2-40B4-BE49-F238E27FC236}">
                  <a16:creationId xmlns:a16="http://schemas.microsoft.com/office/drawing/2014/main" id="{53329641-A609-494E-B884-6B81BA7A52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73349" y="1771355"/>
              <a:ext cx="216000" cy="216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27" name="타원형 설명선 226"/>
          <p:cNvSpPr/>
          <p:nvPr/>
        </p:nvSpPr>
        <p:spPr>
          <a:xfrm>
            <a:off x="4797923" y="207988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1749526" y="289985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1663205" y="244890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700577" y="2045285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" name="타원형 설명선 243">
            <a:extLst>
              <a:ext uri="{FF2B5EF4-FFF2-40B4-BE49-F238E27FC236}">
                <a16:creationId xmlns:a16="http://schemas.microsoft.com/office/drawing/2014/main" id="{88210255-9E72-4B00-A04C-D59BFB45C839}"/>
              </a:ext>
            </a:extLst>
          </p:cNvPr>
          <p:cNvSpPr/>
          <p:nvPr/>
        </p:nvSpPr>
        <p:spPr>
          <a:xfrm>
            <a:off x="1753424" y="323213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90E7A54E-FDE9-4E01-B8C9-4D28753639DE}"/>
              </a:ext>
            </a:extLst>
          </p:cNvPr>
          <p:cNvSpPr/>
          <p:nvPr/>
        </p:nvSpPr>
        <p:spPr>
          <a:xfrm>
            <a:off x="7304456" y="4413062"/>
            <a:ext cx="849191" cy="360040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형 설명선 265">
            <a:extLst>
              <a:ext uri="{FF2B5EF4-FFF2-40B4-BE49-F238E27FC236}">
                <a16:creationId xmlns:a16="http://schemas.microsoft.com/office/drawing/2014/main" id="{32606272-0531-4317-9F2E-56CEABEC5E5F}"/>
              </a:ext>
            </a:extLst>
          </p:cNvPr>
          <p:cNvSpPr/>
          <p:nvPr/>
        </p:nvSpPr>
        <p:spPr>
          <a:xfrm>
            <a:off x="5776150" y="347778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9218815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4411904"/>
              </p:ext>
            </p:extLst>
          </p:nvPr>
        </p:nvGraphicFramePr>
        <p:xfrm>
          <a:off x="8469313" y="276225"/>
          <a:ext cx="1404000" cy="451910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명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장치 명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정보 조회 시간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장치 정보 조회 날짜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시간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및 장치 기본 정보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Site,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 정보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장치그룹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Site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사이트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상태 값 확인 후 수정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메시지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발생 시의 알람 내용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AC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 정보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AC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 관련 정보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전력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역률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주파수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전력설정치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3017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DC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 정보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DC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 관련 정보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운정상태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운전모드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171528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창 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상세보기 창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E378E4C-417D-46FC-8EB2-997074DCFB87}"/>
              </a:ext>
            </a:extLst>
          </p:cNvPr>
          <p:cNvSpPr txBox="1"/>
          <p:nvPr/>
        </p:nvSpPr>
        <p:spPr>
          <a:xfrm>
            <a:off x="378210" y="407514"/>
            <a:ext cx="206375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PCS </a:t>
            </a:r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상세보기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ACB2AA9B-C292-43B1-A2A5-844EEE480D15}"/>
              </a:ext>
            </a:extLst>
          </p:cNvPr>
          <p:cNvGrpSpPr/>
          <p:nvPr/>
        </p:nvGrpSpPr>
        <p:grpSpPr>
          <a:xfrm>
            <a:off x="373623" y="737090"/>
            <a:ext cx="5434338" cy="4060062"/>
            <a:chOff x="373623" y="737090"/>
            <a:chExt cx="5434338" cy="4060062"/>
          </a:xfrm>
        </p:grpSpPr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80DBD963-6553-410B-BFF5-229C31D43475}"/>
                </a:ext>
              </a:extLst>
            </p:cNvPr>
            <p:cNvSpPr/>
            <p:nvPr/>
          </p:nvSpPr>
          <p:spPr>
            <a:xfrm>
              <a:off x="373623" y="737090"/>
              <a:ext cx="5371466" cy="4060062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endPara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E2CD9C4C-AC9C-4723-9CBA-75FEECB1C4FC}"/>
                </a:ext>
              </a:extLst>
            </p:cNvPr>
            <p:cNvSpPr txBox="1"/>
            <p:nvPr/>
          </p:nvSpPr>
          <p:spPr>
            <a:xfrm>
              <a:off x="583571" y="925139"/>
              <a:ext cx="109598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PCS_1</a:t>
              </a:r>
              <a:endPara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081F883C-0743-43D1-B92E-549FADD9A2E0}"/>
                </a:ext>
              </a:extLst>
            </p:cNvPr>
            <p:cNvSpPr txBox="1"/>
            <p:nvPr/>
          </p:nvSpPr>
          <p:spPr>
            <a:xfrm>
              <a:off x="2926628" y="1340889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명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9748951A-BFEC-4C51-B821-9796DB3D393C}"/>
                </a:ext>
              </a:extLst>
            </p:cNvPr>
            <p:cNvSpPr txBox="1"/>
            <p:nvPr/>
          </p:nvSpPr>
          <p:spPr>
            <a:xfrm>
              <a:off x="4170022" y="1340889"/>
              <a:ext cx="6867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45615B77-03BE-4A16-9975-F72805336E30}"/>
                </a:ext>
              </a:extLst>
            </p:cNvPr>
            <p:cNvSpPr txBox="1"/>
            <p:nvPr/>
          </p:nvSpPr>
          <p:spPr>
            <a:xfrm>
              <a:off x="3493111" y="1340889"/>
              <a:ext cx="89293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제일화성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4FCA0C8-B872-4EBF-84A0-E133B178310A}"/>
                </a:ext>
              </a:extLst>
            </p:cNvPr>
            <p:cNvSpPr txBox="1"/>
            <p:nvPr/>
          </p:nvSpPr>
          <p:spPr>
            <a:xfrm>
              <a:off x="4744818" y="1340889"/>
              <a:ext cx="8092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10037202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4530671C-3799-4874-BBA2-09D46A720BC7}"/>
                </a:ext>
              </a:extLst>
            </p:cNvPr>
            <p:cNvSpPr txBox="1"/>
            <p:nvPr/>
          </p:nvSpPr>
          <p:spPr>
            <a:xfrm>
              <a:off x="567924" y="1340889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01D7F8B0-E3B7-41C7-963C-9E89A54D0EC2}"/>
                </a:ext>
              </a:extLst>
            </p:cNvPr>
            <p:cNvSpPr txBox="1"/>
            <p:nvPr/>
          </p:nvSpPr>
          <p:spPr>
            <a:xfrm>
              <a:off x="1145686" y="134088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41331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E6C66611-991B-40AF-80FC-1D0B8788B754}"/>
                </a:ext>
              </a:extLst>
            </p:cNvPr>
            <p:cNvSpPr txBox="1"/>
            <p:nvPr/>
          </p:nvSpPr>
          <p:spPr>
            <a:xfrm>
              <a:off x="632521" y="1802196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상태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5491260-E688-4EAB-B409-1C2BE298FA42}"/>
                </a:ext>
              </a:extLst>
            </p:cNvPr>
            <p:cNvSpPr txBox="1"/>
            <p:nvPr/>
          </p:nvSpPr>
          <p:spPr>
            <a:xfrm>
              <a:off x="1844825" y="1802196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RUN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55B5E93C-E71C-4B8F-81A9-99A183EBD650}"/>
                </a:ext>
              </a:extLst>
            </p:cNvPr>
            <p:cNvSpPr txBox="1"/>
            <p:nvPr/>
          </p:nvSpPr>
          <p:spPr>
            <a:xfrm>
              <a:off x="767401" y="2707681"/>
              <a:ext cx="6719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전압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(V)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6C536AA3-58AA-498E-9553-ED307CCA2756}"/>
                </a:ext>
              </a:extLst>
            </p:cNvPr>
            <p:cNvSpPr txBox="1"/>
            <p:nvPr/>
          </p:nvSpPr>
          <p:spPr>
            <a:xfrm>
              <a:off x="1415473" y="2707681"/>
              <a:ext cx="52497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366.2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2C059726-7675-4821-9A8D-BFC8F530FB17}"/>
                </a:ext>
              </a:extLst>
            </p:cNvPr>
            <p:cNvSpPr/>
            <p:nvPr/>
          </p:nvSpPr>
          <p:spPr>
            <a:xfrm>
              <a:off x="3665966" y="970728"/>
              <a:ext cx="1808507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05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2018-06-15  2:39:01 PM</a:t>
              </a:r>
              <a:endParaRPr lang="ko-KR" altLang="en-US" sz="105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51DCFD66-F17E-4CAA-B4D1-318448A89980}"/>
                </a:ext>
              </a:extLst>
            </p:cNvPr>
            <p:cNvSpPr txBox="1"/>
            <p:nvPr/>
          </p:nvSpPr>
          <p:spPr>
            <a:xfrm>
              <a:off x="1648184" y="1340889"/>
              <a:ext cx="79378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그룹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56601379-72BE-4FCD-8CCC-36B69A872757}"/>
                </a:ext>
              </a:extLst>
            </p:cNvPr>
            <p:cNvSpPr txBox="1"/>
            <p:nvPr/>
          </p:nvSpPr>
          <p:spPr>
            <a:xfrm>
              <a:off x="2358156" y="134088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별관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_1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036" name="Picture 12" descr="okì ëí ì´ë¯¸ì§ ê²ìê²°ê³¼">
              <a:extLst>
                <a:ext uri="{FF2B5EF4-FFF2-40B4-BE49-F238E27FC236}">
                  <a16:creationId xmlns:a16="http://schemas.microsoft.com/office/drawing/2014/main" id="{EECD6184-7F36-43FD-AA75-A2F5D98D05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81607" y="1772816"/>
              <a:ext cx="226000" cy="226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AB4AB62-D3A6-4677-9E3B-A880A640AA22}"/>
                </a:ext>
              </a:extLst>
            </p:cNvPr>
            <p:cNvSpPr txBox="1"/>
            <p:nvPr/>
          </p:nvSpPr>
          <p:spPr>
            <a:xfrm>
              <a:off x="4664968" y="4399220"/>
              <a:ext cx="720080" cy="25391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닫기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37FC64FF-514E-4883-BB9A-556C7E095EEA}"/>
                </a:ext>
              </a:extLst>
            </p:cNvPr>
            <p:cNvSpPr txBox="1"/>
            <p:nvPr/>
          </p:nvSpPr>
          <p:spPr>
            <a:xfrm>
              <a:off x="632521" y="2102659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메시지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2CA30599-46B0-47D6-B24F-4FDADF8CD0DB}"/>
                </a:ext>
              </a:extLst>
            </p:cNvPr>
            <p:cNvSpPr txBox="1"/>
            <p:nvPr/>
          </p:nvSpPr>
          <p:spPr>
            <a:xfrm>
              <a:off x="1640607" y="210265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-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3074" name="Picture 2" descr="ê´ë ¨ ì´ë¯¸ì§">
              <a:extLst>
                <a:ext uri="{FF2B5EF4-FFF2-40B4-BE49-F238E27FC236}">
                  <a16:creationId xmlns:a16="http://schemas.microsoft.com/office/drawing/2014/main" id="{B3FF6F82-3471-4BF5-816D-CCD14205BB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08997" y="843749"/>
              <a:ext cx="470556" cy="47055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6B02F3B-7FB0-4486-8ED3-55B6EA320F57}"/>
                </a:ext>
              </a:extLst>
            </p:cNvPr>
            <p:cNvCxnSpPr>
              <a:cxnSpLocks/>
            </p:cNvCxnSpPr>
            <p:nvPr/>
          </p:nvCxnSpPr>
          <p:spPr>
            <a:xfrm>
              <a:off x="559973" y="1652653"/>
              <a:ext cx="500481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67F5EDB3-7AFF-4532-A7EA-BE0524A05808}"/>
                </a:ext>
              </a:extLst>
            </p:cNvPr>
            <p:cNvSpPr txBox="1"/>
            <p:nvPr/>
          </p:nvSpPr>
          <p:spPr>
            <a:xfrm>
              <a:off x="767401" y="3035041"/>
              <a:ext cx="6719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전류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(A)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21507F51-6C3B-4DA4-B67A-5E2CBFF2A1B9}"/>
                </a:ext>
              </a:extLst>
            </p:cNvPr>
            <p:cNvSpPr txBox="1"/>
            <p:nvPr/>
          </p:nvSpPr>
          <p:spPr>
            <a:xfrm>
              <a:off x="1415473" y="3035041"/>
              <a:ext cx="52497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1.1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BACB4506-6B50-4E78-B97C-089F939F7CA8}"/>
                </a:ext>
              </a:extLst>
            </p:cNvPr>
            <p:cNvSpPr txBox="1"/>
            <p:nvPr/>
          </p:nvSpPr>
          <p:spPr>
            <a:xfrm>
              <a:off x="2098307" y="2711403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전력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3A029E64-CD88-45D1-8E29-2101A4E049F1}"/>
                </a:ext>
              </a:extLst>
            </p:cNvPr>
            <p:cNvSpPr txBox="1"/>
            <p:nvPr/>
          </p:nvSpPr>
          <p:spPr>
            <a:xfrm>
              <a:off x="3059851" y="2711403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59.7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813E8BA6-628E-445F-A710-A80CA4B4CF78}"/>
                </a:ext>
              </a:extLst>
            </p:cNvPr>
            <p:cNvSpPr txBox="1"/>
            <p:nvPr/>
          </p:nvSpPr>
          <p:spPr>
            <a:xfrm>
              <a:off x="2098307" y="3038763"/>
              <a:ext cx="87590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역률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(PF)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93F224CE-6487-4360-9A6E-CAAD6F6FC0C2}"/>
                </a:ext>
              </a:extLst>
            </p:cNvPr>
            <p:cNvSpPr txBox="1"/>
            <p:nvPr/>
          </p:nvSpPr>
          <p:spPr>
            <a:xfrm>
              <a:off x="3059851" y="3038763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45E7CDDD-EA85-46BB-AC97-ADE537C03221}"/>
                </a:ext>
              </a:extLst>
            </p:cNvPr>
            <p:cNvSpPr txBox="1"/>
            <p:nvPr/>
          </p:nvSpPr>
          <p:spPr>
            <a:xfrm>
              <a:off x="632520" y="2431845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AC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출력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3788A7C-445B-4755-8219-643250A31AE2}"/>
                </a:ext>
              </a:extLst>
            </p:cNvPr>
            <p:cNvSpPr txBox="1"/>
            <p:nvPr/>
          </p:nvSpPr>
          <p:spPr>
            <a:xfrm>
              <a:off x="3726942" y="2711975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주파수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(Hz)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BA84A44-8324-42C6-B3C7-24193D374880}"/>
                </a:ext>
              </a:extLst>
            </p:cNvPr>
            <p:cNvSpPr txBox="1"/>
            <p:nvPr/>
          </p:nvSpPr>
          <p:spPr>
            <a:xfrm>
              <a:off x="4932059" y="2711975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59.7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9F82508-382A-4A86-AD80-DCBC803A25DF}"/>
                </a:ext>
              </a:extLst>
            </p:cNvPr>
            <p:cNvSpPr txBox="1"/>
            <p:nvPr/>
          </p:nvSpPr>
          <p:spPr>
            <a:xfrm>
              <a:off x="3726942" y="3039335"/>
              <a:ext cx="13364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전력설정치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448E1C07-DBAF-4FB6-B861-7B9485A50616}"/>
                </a:ext>
              </a:extLst>
            </p:cNvPr>
            <p:cNvSpPr txBox="1"/>
            <p:nvPr/>
          </p:nvSpPr>
          <p:spPr>
            <a:xfrm>
              <a:off x="4932059" y="3039335"/>
              <a:ext cx="63273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3,486.0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DD539E1-0148-48E8-B189-5C7DD1DBEE43}"/>
                </a:ext>
              </a:extLst>
            </p:cNvPr>
            <p:cNvSpPr txBox="1"/>
            <p:nvPr/>
          </p:nvSpPr>
          <p:spPr>
            <a:xfrm>
              <a:off x="767401" y="3643213"/>
              <a:ext cx="6719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전압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(V)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8B843C0-E0DC-46E9-8D15-AC0D754C9480}"/>
                </a:ext>
              </a:extLst>
            </p:cNvPr>
            <p:cNvSpPr txBox="1"/>
            <p:nvPr/>
          </p:nvSpPr>
          <p:spPr>
            <a:xfrm>
              <a:off x="1415473" y="3643213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758.2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4966178B-06B0-4B04-B0EF-372C7686F5F5}"/>
                </a:ext>
              </a:extLst>
            </p:cNvPr>
            <p:cNvSpPr txBox="1"/>
            <p:nvPr/>
          </p:nvSpPr>
          <p:spPr>
            <a:xfrm>
              <a:off x="767401" y="3970573"/>
              <a:ext cx="6719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전류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(A)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90C7F00D-86DC-4F14-B540-73487B6374CB}"/>
                </a:ext>
              </a:extLst>
            </p:cNvPr>
            <p:cNvSpPr txBox="1"/>
            <p:nvPr/>
          </p:nvSpPr>
          <p:spPr>
            <a:xfrm>
              <a:off x="1415473" y="3970573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1.6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B2CDFF4-655B-4EFF-9448-4D9897938B34}"/>
                </a:ext>
              </a:extLst>
            </p:cNvPr>
            <p:cNvSpPr txBox="1"/>
            <p:nvPr/>
          </p:nvSpPr>
          <p:spPr>
            <a:xfrm>
              <a:off x="2098307" y="3646935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운전상태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7CF19AE4-9F30-404E-A9CF-9A8D9D1E8D99}"/>
                </a:ext>
              </a:extLst>
            </p:cNvPr>
            <p:cNvSpPr txBox="1"/>
            <p:nvPr/>
          </p:nvSpPr>
          <p:spPr>
            <a:xfrm>
              <a:off x="3059851" y="3646935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 중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00C49F7-5A05-4DD0-A7DD-BDBE038844DE}"/>
                </a:ext>
              </a:extLst>
            </p:cNvPr>
            <p:cNvSpPr txBox="1"/>
            <p:nvPr/>
          </p:nvSpPr>
          <p:spPr>
            <a:xfrm>
              <a:off x="2098307" y="3974295"/>
              <a:ext cx="100808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충전량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DA75292A-712D-4259-AA86-A428D30ECD26}"/>
                </a:ext>
              </a:extLst>
            </p:cNvPr>
            <p:cNvSpPr txBox="1"/>
            <p:nvPr/>
          </p:nvSpPr>
          <p:spPr>
            <a:xfrm>
              <a:off x="3059851" y="3974295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2,089.0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8A93D5D-FE6B-436D-B531-CA4443DD18C0}"/>
                </a:ext>
              </a:extLst>
            </p:cNvPr>
            <p:cNvSpPr txBox="1"/>
            <p:nvPr/>
          </p:nvSpPr>
          <p:spPr>
            <a:xfrm>
              <a:off x="632520" y="3367377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DC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출력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8D4A8D6-9FC0-4E59-B7EB-7981A7E542A5}"/>
                </a:ext>
              </a:extLst>
            </p:cNvPr>
            <p:cNvSpPr txBox="1"/>
            <p:nvPr/>
          </p:nvSpPr>
          <p:spPr>
            <a:xfrm>
              <a:off x="3726942" y="3647507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운전모드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9C0A75BF-EE9F-4254-BEB2-77CE4614C37D}"/>
                </a:ext>
              </a:extLst>
            </p:cNvPr>
            <p:cNvSpPr txBox="1"/>
            <p:nvPr/>
          </p:nvSpPr>
          <p:spPr>
            <a:xfrm>
              <a:off x="4932059" y="3647507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Remote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2DEE0BE0-2327-4F8D-92C5-FE60B5614DD9}"/>
                </a:ext>
              </a:extLst>
            </p:cNvPr>
            <p:cNvSpPr txBox="1"/>
            <p:nvPr/>
          </p:nvSpPr>
          <p:spPr>
            <a:xfrm>
              <a:off x="3726942" y="3974867"/>
              <a:ext cx="13364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방전량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C4D59F2-E445-4796-AB97-9991E29AD74D}"/>
                </a:ext>
              </a:extLst>
            </p:cNvPr>
            <p:cNvSpPr txBox="1"/>
            <p:nvPr/>
          </p:nvSpPr>
          <p:spPr>
            <a:xfrm>
              <a:off x="4932059" y="3974867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1,564.0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3510942" y="82081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395839" y="169437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51973" y="119677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395839" y="238078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4354219" y="423687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402087" y="330440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51973" y="820817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" name="타원형 설명선 245">
            <a:extLst>
              <a:ext uri="{FF2B5EF4-FFF2-40B4-BE49-F238E27FC236}">
                <a16:creationId xmlns:a16="http://schemas.microsoft.com/office/drawing/2014/main" id="{0179658D-26AA-4F1B-B86B-58DFEF09263F}"/>
              </a:ext>
            </a:extLst>
          </p:cNvPr>
          <p:cNvSpPr/>
          <p:nvPr/>
        </p:nvSpPr>
        <p:spPr>
          <a:xfrm>
            <a:off x="390245" y="200132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71EABF5-169B-46E4-BEEC-7EB00492866D}"/>
              </a:ext>
            </a:extLst>
          </p:cNvPr>
          <p:cNvSpPr/>
          <p:nvPr/>
        </p:nvSpPr>
        <p:spPr>
          <a:xfrm>
            <a:off x="790373" y="2706533"/>
            <a:ext cx="4774417" cy="659015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699BB88E-AF2E-418D-B1E0-470D28573F8A}"/>
              </a:ext>
            </a:extLst>
          </p:cNvPr>
          <p:cNvSpPr/>
          <p:nvPr/>
        </p:nvSpPr>
        <p:spPr>
          <a:xfrm>
            <a:off x="789485" y="3643894"/>
            <a:ext cx="4774417" cy="659015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371819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2378899"/>
              </p:ext>
            </p:extLst>
          </p:nvPr>
        </p:nvGraphicFramePr>
        <p:xfrm>
          <a:off x="8469313" y="276225"/>
          <a:ext cx="1404000" cy="403257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명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장치 명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정보 조회 시간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장치 정보 조회 날짜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시간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및 장치 기본 정보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Site,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 정보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장치그룹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Site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사이트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상태 값 확인 후 수정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메시지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발생 시의 알람 내용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상태 정보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장치의 각 상태 정보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SOC, SOC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SOC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SOC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최소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SOH,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출력전압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출력전류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DoD, C-rate,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방전상태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창 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상세보기 창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121433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E378E4C-417D-46FC-8EB2-997074DCFB87}"/>
              </a:ext>
            </a:extLst>
          </p:cNvPr>
          <p:cNvSpPr txBox="1"/>
          <p:nvPr/>
        </p:nvSpPr>
        <p:spPr>
          <a:xfrm>
            <a:off x="378210" y="407514"/>
            <a:ext cx="206375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BMS </a:t>
            </a:r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상세보기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732FEA46-A6B3-468A-8B76-6F04034CE923}"/>
              </a:ext>
            </a:extLst>
          </p:cNvPr>
          <p:cNvGrpSpPr/>
          <p:nvPr/>
        </p:nvGrpSpPr>
        <p:grpSpPr>
          <a:xfrm>
            <a:off x="378210" y="717202"/>
            <a:ext cx="5510894" cy="3556468"/>
            <a:chOff x="378210" y="717202"/>
            <a:chExt cx="5510894" cy="3556468"/>
          </a:xfrm>
        </p:grpSpPr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80DBD963-6553-410B-BFF5-229C31D43475}"/>
                </a:ext>
              </a:extLst>
            </p:cNvPr>
            <p:cNvSpPr/>
            <p:nvPr/>
          </p:nvSpPr>
          <p:spPr>
            <a:xfrm>
              <a:off x="378210" y="717202"/>
              <a:ext cx="5371466" cy="3556468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endPara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E2CD9C4C-AC9C-4723-9CBA-75FEECB1C4FC}"/>
                </a:ext>
              </a:extLst>
            </p:cNvPr>
            <p:cNvSpPr txBox="1"/>
            <p:nvPr/>
          </p:nvSpPr>
          <p:spPr>
            <a:xfrm>
              <a:off x="588158" y="905251"/>
              <a:ext cx="109598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BMS_1</a:t>
              </a:r>
              <a:endPara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081F883C-0743-43D1-B92E-549FADD9A2E0}"/>
                </a:ext>
              </a:extLst>
            </p:cNvPr>
            <p:cNvSpPr txBox="1"/>
            <p:nvPr/>
          </p:nvSpPr>
          <p:spPr>
            <a:xfrm>
              <a:off x="2931215" y="1321001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명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9748951A-BFEC-4C51-B821-9796DB3D393C}"/>
                </a:ext>
              </a:extLst>
            </p:cNvPr>
            <p:cNvSpPr txBox="1"/>
            <p:nvPr/>
          </p:nvSpPr>
          <p:spPr>
            <a:xfrm>
              <a:off x="4174609" y="1321001"/>
              <a:ext cx="6867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45615B77-03BE-4A16-9975-F72805336E30}"/>
                </a:ext>
              </a:extLst>
            </p:cNvPr>
            <p:cNvSpPr txBox="1"/>
            <p:nvPr/>
          </p:nvSpPr>
          <p:spPr>
            <a:xfrm>
              <a:off x="3497698" y="1321001"/>
              <a:ext cx="89293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제일화성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4FCA0C8-B872-4EBF-84A0-E133B178310A}"/>
                </a:ext>
              </a:extLst>
            </p:cNvPr>
            <p:cNvSpPr txBox="1"/>
            <p:nvPr/>
          </p:nvSpPr>
          <p:spPr>
            <a:xfrm>
              <a:off x="4749405" y="1321001"/>
              <a:ext cx="8092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10037202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4530671C-3799-4874-BBA2-09D46A720BC7}"/>
                </a:ext>
              </a:extLst>
            </p:cNvPr>
            <p:cNvSpPr txBox="1"/>
            <p:nvPr/>
          </p:nvSpPr>
          <p:spPr>
            <a:xfrm>
              <a:off x="572511" y="1321001"/>
              <a:ext cx="67364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01D7F8B0-E3B7-41C7-963C-9E89A54D0EC2}"/>
                </a:ext>
              </a:extLst>
            </p:cNvPr>
            <p:cNvSpPr txBox="1"/>
            <p:nvPr/>
          </p:nvSpPr>
          <p:spPr>
            <a:xfrm>
              <a:off x="1150273" y="1321001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50001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E6C66611-991B-40AF-80FC-1D0B8788B754}"/>
                </a:ext>
              </a:extLst>
            </p:cNvPr>
            <p:cNvSpPr txBox="1"/>
            <p:nvPr/>
          </p:nvSpPr>
          <p:spPr>
            <a:xfrm>
              <a:off x="637108" y="1782308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운전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상태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5491260-E688-4EAB-B409-1C2BE298FA42}"/>
                </a:ext>
              </a:extLst>
            </p:cNvPr>
            <p:cNvSpPr txBox="1"/>
            <p:nvPr/>
          </p:nvSpPr>
          <p:spPr>
            <a:xfrm>
              <a:off x="1849412" y="1782308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RUN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55B5E93C-E71C-4B8F-81A9-99A183EBD650}"/>
                </a:ext>
              </a:extLst>
            </p:cNvPr>
            <p:cNvSpPr txBox="1"/>
            <p:nvPr/>
          </p:nvSpPr>
          <p:spPr>
            <a:xfrm>
              <a:off x="636738" y="2881322"/>
              <a:ext cx="71586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SOC(%)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6C536AA3-58AA-498E-9553-ED307CCA2756}"/>
                </a:ext>
              </a:extLst>
            </p:cNvPr>
            <p:cNvSpPr txBox="1"/>
            <p:nvPr/>
          </p:nvSpPr>
          <p:spPr>
            <a:xfrm>
              <a:off x="1712640" y="2881322"/>
              <a:ext cx="52497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80.0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2C059726-7675-4821-9A8D-BFC8F530FB17}"/>
                </a:ext>
              </a:extLst>
            </p:cNvPr>
            <p:cNvSpPr/>
            <p:nvPr/>
          </p:nvSpPr>
          <p:spPr>
            <a:xfrm>
              <a:off x="3670553" y="950840"/>
              <a:ext cx="1808507" cy="261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05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2018-06-15  2:39:01 PM</a:t>
              </a:r>
              <a:endParaRPr lang="ko-KR" altLang="en-US" sz="105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51DCFD66-F17E-4CAA-B4D1-318448A89980}"/>
                </a:ext>
              </a:extLst>
            </p:cNvPr>
            <p:cNvSpPr txBox="1"/>
            <p:nvPr/>
          </p:nvSpPr>
          <p:spPr>
            <a:xfrm>
              <a:off x="1652771" y="1321001"/>
              <a:ext cx="79378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그룹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56601379-72BE-4FCD-8CCC-36B69A872757}"/>
                </a:ext>
              </a:extLst>
            </p:cNvPr>
            <p:cNvSpPr txBox="1"/>
            <p:nvPr/>
          </p:nvSpPr>
          <p:spPr>
            <a:xfrm>
              <a:off x="2362743" y="1321001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별관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_1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036" name="Picture 12" descr="okì ëí ì´ë¯¸ì§ ê²ìê²°ê³¼">
              <a:extLst>
                <a:ext uri="{FF2B5EF4-FFF2-40B4-BE49-F238E27FC236}">
                  <a16:creationId xmlns:a16="http://schemas.microsoft.com/office/drawing/2014/main" id="{EECD6184-7F36-43FD-AA75-A2F5D98D05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86194" y="1752928"/>
              <a:ext cx="226000" cy="226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AB4AB62-D3A6-4677-9E3B-A880A640AA22}"/>
                </a:ext>
              </a:extLst>
            </p:cNvPr>
            <p:cNvSpPr txBox="1"/>
            <p:nvPr/>
          </p:nvSpPr>
          <p:spPr>
            <a:xfrm>
              <a:off x="4783580" y="3861048"/>
              <a:ext cx="720080" cy="25391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닫기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37FC64FF-514E-4883-BB9A-556C7E095EEA}"/>
                </a:ext>
              </a:extLst>
            </p:cNvPr>
            <p:cNvSpPr txBox="1"/>
            <p:nvPr/>
          </p:nvSpPr>
          <p:spPr>
            <a:xfrm>
              <a:off x="637108" y="2082771"/>
              <a:ext cx="93607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메시지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2CA30599-46B0-47D6-B24F-4FDADF8CD0DB}"/>
                </a:ext>
              </a:extLst>
            </p:cNvPr>
            <p:cNvSpPr txBox="1"/>
            <p:nvPr/>
          </p:nvSpPr>
          <p:spPr>
            <a:xfrm>
              <a:off x="1645194" y="2082771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-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6B02F3B-7FB0-4486-8ED3-55B6EA320F57}"/>
                </a:ext>
              </a:extLst>
            </p:cNvPr>
            <p:cNvCxnSpPr>
              <a:cxnSpLocks/>
            </p:cNvCxnSpPr>
            <p:nvPr/>
          </p:nvCxnSpPr>
          <p:spPr>
            <a:xfrm>
              <a:off x="564560" y="1632765"/>
              <a:ext cx="500481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67F5EDB3-7AFF-4532-A7EA-BE0524A05808}"/>
                </a:ext>
              </a:extLst>
            </p:cNvPr>
            <p:cNvSpPr txBox="1"/>
            <p:nvPr/>
          </p:nvSpPr>
          <p:spPr>
            <a:xfrm>
              <a:off x="636737" y="3208682"/>
              <a:ext cx="124526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현재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21507F51-6C3B-4DA4-B67A-5E2CBFF2A1B9}"/>
                </a:ext>
              </a:extLst>
            </p:cNvPr>
            <p:cNvSpPr txBox="1"/>
            <p:nvPr/>
          </p:nvSpPr>
          <p:spPr>
            <a:xfrm>
              <a:off x="1712640" y="3208682"/>
              <a:ext cx="52497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50.0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BACB4506-6B50-4E78-B97C-089F939F7CA8}"/>
                </a:ext>
              </a:extLst>
            </p:cNvPr>
            <p:cNvSpPr txBox="1"/>
            <p:nvPr/>
          </p:nvSpPr>
          <p:spPr>
            <a:xfrm>
              <a:off x="2375225" y="2885044"/>
              <a:ext cx="116504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최대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3A029E64-CD88-45D1-8E29-2101A4E049F1}"/>
                </a:ext>
              </a:extLst>
            </p:cNvPr>
            <p:cNvSpPr txBox="1"/>
            <p:nvPr/>
          </p:nvSpPr>
          <p:spPr>
            <a:xfrm>
              <a:off x="3435924" y="2885044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90.0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813E8BA6-628E-445F-A710-A80CA4B4CF78}"/>
                </a:ext>
              </a:extLst>
            </p:cNvPr>
            <p:cNvSpPr txBox="1"/>
            <p:nvPr/>
          </p:nvSpPr>
          <p:spPr>
            <a:xfrm>
              <a:off x="2375225" y="3212404"/>
              <a:ext cx="116504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SOC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최소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(kWh)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93F224CE-6487-4360-9A6E-CAAD6F6FC0C2}"/>
                </a:ext>
              </a:extLst>
            </p:cNvPr>
            <p:cNvSpPr txBox="1"/>
            <p:nvPr/>
          </p:nvSpPr>
          <p:spPr>
            <a:xfrm>
              <a:off x="3435924" y="3212404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3788A7C-445B-4755-8219-643250A31AE2}"/>
                </a:ext>
              </a:extLst>
            </p:cNvPr>
            <p:cNvSpPr txBox="1"/>
            <p:nvPr/>
          </p:nvSpPr>
          <p:spPr>
            <a:xfrm>
              <a:off x="4103417" y="2885616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SOH(%)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BA84A44-8324-42C6-B3C7-24193D374880}"/>
                </a:ext>
              </a:extLst>
            </p:cNvPr>
            <p:cNvSpPr txBox="1"/>
            <p:nvPr/>
          </p:nvSpPr>
          <p:spPr>
            <a:xfrm>
              <a:off x="5013202" y="2881321"/>
              <a:ext cx="48468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59.7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9F82508-382A-4A86-AD80-DCBC803A25DF}"/>
                </a:ext>
              </a:extLst>
            </p:cNvPr>
            <p:cNvSpPr txBox="1"/>
            <p:nvPr/>
          </p:nvSpPr>
          <p:spPr>
            <a:xfrm>
              <a:off x="4103417" y="3212976"/>
              <a:ext cx="13364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출력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전압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(V) :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448E1C07-DBAF-4FB6-B861-7B9485A50616}"/>
                </a:ext>
              </a:extLst>
            </p:cNvPr>
            <p:cNvSpPr txBox="1"/>
            <p:nvPr/>
          </p:nvSpPr>
          <p:spPr>
            <a:xfrm>
              <a:off x="5013202" y="3214089"/>
              <a:ext cx="63273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384.0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4966178B-06B0-4B04-B0EF-372C7686F5F5}"/>
                </a:ext>
              </a:extLst>
            </p:cNvPr>
            <p:cNvSpPr txBox="1"/>
            <p:nvPr/>
          </p:nvSpPr>
          <p:spPr>
            <a:xfrm>
              <a:off x="630651" y="3534930"/>
              <a:ext cx="100808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출력 전류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(A)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90C7F00D-86DC-4F14-B540-73487B6374CB}"/>
                </a:ext>
              </a:extLst>
            </p:cNvPr>
            <p:cNvSpPr txBox="1"/>
            <p:nvPr/>
          </p:nvSpPr>
          <p:spPr>
            <a:xfrm>
              <a:off x="1711757" y="3534929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1.6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B2CDFF4-655B-4EFF-9448-4D9897938B34}"/>
                </a:ext>
              </a:extLst>
            </p:cNvPr>
            <p:cNvSpPr txBox="1"/>
            <p:nvPr/>
          </p:nvSpPr>
          <p:spPr>
            <a:xfrm>
              <a:off x="626679" y="2564904"/>
              <a:ext cx="102609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방전 상태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7CF19AE4-9F30-404E-A9CF-9A8D9D1E8D99}"/>
                </a:ext>
              </a:extLst>
            </p:cNvPr>
            <p:cNvSpPr txBox="1"/>
            <p:nvPr/>
          </p:nvSpPr>
          <p:spPr>
            <a:xfrm>
              <a:off x="1588224" y="2564904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충전 중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00C49F7-5A05-4DD0-A7DD-BDBE038844DE}"/>
                </a:ext>
              </a:extLst>
            </p:cNvPr>
            <p:cNvSpPr txBox="1"/>
            <p:nvPr/>
          </p:nvSpPr>
          <p:spPr>
            <a:xfrm>
              <a:off x="2370188" y="3531207"/>
              <a:ext cx="100808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DoD(%)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DA75292A-712D-4259-AA86-A428D30ECD26}"/>
                </a:ext>
              </a:extLst>
            </p:cNvPr>
            <p:cNvSpPr txBox="1"/>
            <p:nvPr/>
          </p:nvSpPr>
          <p:spPr>
            <a:xfrm>
              <a:off x="3435924" y="3531206"/>
              <a:ext cx="56851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80.0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2DEE0BE0-2327-4F8D-92C5-FE60B5614DD9}"/>
                </a:ext>
              </a:extLst>
            </p:cNvPr>
            <p:cNvSpPr txBox="1"/>
            <p:nvPr/>
          </p:nvSpPr>
          <p:spPr>
            <a:xfrm>
              <a:off x="4103417" y="3531205"/>
              <a:ext cx="13364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C-rate(C):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C4D59F2-E445-4796-AB97-9991E29AD74D}"/>
                </a:ext>
              </a:extLst>
            </p:cNvPr>
            <p:cNvSpPr txBox="1"/>
            <p:nvPr/>
          </p:nvSpPr>
          <p:spPr>
            <a:xfrm>
              <a:off x="5013202" y="3531205"/>
              <a:ext cx="87590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33.0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86" name="Picture 2">
              <a:extLst>
                <a:ext uri="{FF2B5EF4-FFF2-40B4-BE49-F238E27FC236}">
                  <a16:creationId xmlns:a16="http://schemas.microsoft.com/office/drawing/2014/main" id="{960F2D23-2485-4348-BF7B-A773907B0DB9}"/>
                </a:ext>
              </a:extLst>
            </p:cNvPr>
            <p:cNvPicPr/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 flipH="1">
              <a:off x="1301265" y="861437"/>
              <a:ext cx="299838" cy="3774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227" name="타원형 설명선 226"/>
          <p:cNvSpPr/>
          <p:nvPr/>
        </p:nvSpPr>
        <p:spPr>
          <a:xfrm>
            <a:off x="3572647" y="80564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444139" y="166177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389989" y="1161171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440479" y="19904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4525922" y="3711237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440171" y="244233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389989" y="803102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98B899AE-AF8B-48DE-9878-65057CC4FB49}"/>
              </a:ext>
            </a:extLst>
          </p:cNvPr>
          <p:cNvSpPr/>
          <p:nvPr/>
        </p:nvSpPr>
        <p:spPr>
          <a:xfrm>
            <a:off x="690054" y="2609084"/>
            <a:ext cx="4807833" cy="1134178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2299173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999833"/>
              </p:ext>
            </p:extLst>
          </p:nvPr>
        </p:nvGraphicFramePr>
        <p:xfrm>
          <a:off x="8469313" y="276225"/>
          <a:ext cx="1404000" cy="391065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명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장치 명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정보 조회 시간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장치 정보 조회 날짜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Gill Sans"/>
                        </a:rPr>
                        <a:t>시간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Site</a:t>
                      </a: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및 장치 기본 정보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Site,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 정보 표시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장치그룹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Site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사이트</a:t>
                      </a: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운전 상태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상태 값 확인 후 수정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메시지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발생 시의 알람 내용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상태 정보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장치의 각 상태 정보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온도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수평일사량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경사일사량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오늘예측발전량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오늘누적발전량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창 닫기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상세보기 창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1197329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0DBD963-6553-410B-BFF5-229C31D43475}"/>
              </a:ext>
            </a:extLst>
          </p:cNvPr>
          <p:cNvSpPr/>
          <p:nvPr/>
        </p:nvSpPr>
        <p:spPr>
          <a:xfrm>
            <a:off x="373622" y="737090"/>
            <a:ext cx="5191327" cy="3206203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2CD9C4C-AC9C-4723-9CBA-75FEECB1C4FC}"/>
              </a:ext>
            </a:extLst>
          </p:cNvPr>
          <p:cNvSpPr txBox="1"/>
          <p:nvPr/>
        </p:nvSpPr>
        <p:spPr>
          <a:xfrm>
            <a:off x="583571" y="925139"/>
            <a:ext cx="109598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PV_1</a:t>
            </a:r>
            <a:endParaRPr lang="ko-KR" altLang="en-US" sz="1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081F883C-0743-43D1-B92E-549FADD9A2E0}"/>
              </a:ext>
            </a:extLst>
          </p:cNvPr>
          <p:cNvSpPr txBox="1"/>
          <p:nvPr/>
        </p:nvSpPr>
        <p:spPr>
          <a:xfrm>
            <a:off x="2926628" y="1340889"/>
            <a:ext cx="67364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명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748951A-BFEC-4C51-B821-9796DB3D393C}"/>
              </a:ext>
            </a:extLst>
          </p:cNvPr>
          <p:cNvSpPr txBox="1"/>
          <p:nvPr/>
        </p:nvSpPr>
        <p:spPr>
          <a:xfrm>
            <a:off x="4170022" y="1340889"/>
            <a:ext cx="68674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Site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45615B77-03BE-4A16-9975-F72805336E30}"/>
              </a:ext>
            </a:extLst>
          </p:cNvPr>
          <p:cNvSpPr txBox="1"/>
          <p:nvPr/>
        </p:nvSpPr>
        <p:spPr>
          <a:xfrm>
            <a:off x="3493111" y="1340889"/>
            <a:ext cx="89293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제일화성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4FCA0C8-B872-4EBF-84A0-E133B178310A}"/>
              </a:ext>
            </a:extLst>
          </p:cNvPr>
          <p:cNvSpPr txBox="1"/>
          <p:nvPr/>
        </p:nvSpPr>
        <p:spPr>
          <a:xfrm>
            <a:off x="4744818" y="1340889"/>
            <a:ext cx="8092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10037202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4530671C-3799-4874-BBA2-09D46A720BC7}"/>
              </a:ext>
            </a:extLst>
          </p:cNvPr>
          <p:cNvSpPr txBox="1"/>
          <p:nvPr/>
        </p:nvSpPr>
        <p:spPr>
          <a:xfrm>
            <a:off x="567924" y="1340889"/>
            <a:ext cx="67364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01D7F8B0-E3B7-41C7-963C-9E89A54D0EC2}"/>
              </a:ext>
            </a:extLst>
          </p:cNvPr>
          <p:cNvSpPr txBox="1"/>
          <p:nvPr/>
        </p:nvSpPr>
        <p:spPr>
          <a:xfrm>
            <a:off x="1145686" y="1340889"/>
            <a:ext cx="87590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60001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E6C66611-991B-40AF-80FC-1D0B8788B754}"/>
              </a:ext>
            </a:extLst>
          </p:cNvPr>
          <p:cNvSpPr txBox="1"/>
          <p:nvPr/>
        </p:nvSpPr>
        <p:spPr>
          <a:xfrm>
            <a:off x="632520" y="1782253"/>
            <a:ext cx="93607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PV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상태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55491260-E688-4EAB-B409-1C2BE298FA42}"/>
              </a:ext>
            </a:extLst>
          </p:cNvPr>
          <p:cNvSpPr txBox="1"/>
          <p:nvPr/>
        </p:nvSpPr>
        <p:spPr>
          <a:xfrm>
            <a:off x="1844824" y="1782253"/>
            <a:ext cx="87590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RUN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55B5E93C-E71C-4B8F-81A9-99A183EBD650}"/>
              </a:ext>
            </a:extLst>
          </p:cNvPr>
          <p:cNvSpPr txBox="1"/>
          <p:nvPr/>
        </p:nvSpPr>
        <p:spPr>
          <a:xfrm>
            <a:off x="628948" y="2474900"/>
            <a:ext cx="67192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온도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6C536AA3-58AA-498E-9553-ED307CCA2756}"/>
              </a:ext>
            </a:extLst>
          </p:cNvPr>
          <p:cNvSpPr txBox="1"/>
          <p:nvPr/>
        </p:nvSpPr>
        <p:spPr>
          <a:xfrm>
            <a:off x="1496616" y="2474900"/>
            <a:ext cx="67192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51 </a:t>
            </a:r>
            <a:r>
              <a:rPr lang="ko-KR" altLang="en-US" sz="1000" dirty="0"/>
              <a:t>℃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C059726-7675-4821-9A8D-BFC8F530FB17}"/>
              </a:ext>
            </a:extLst>
          </p:cNvPr>
          <p:cNvSpPr/>
          <p:nvPr/>
        </p:nvSpPr>
        <p:spPr>
          <a:xfrm>
            <a:off x="3665966" y="970728"/>
            <a:ext cx="1808507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05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2018-06-15  2:39:01 PM</a:t>
            </a:r>
            <a:endParaRPr lang="ko-KR" altLang="en-US" sz="105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1DCFD66-F17E-4CAA-B4D1-318448A89980}"/>
              </a:ext>
            </a:extLst>
          </p:cNvPr>
          <p:cNvSpPr txBox="1"/>
          <p:nvPr/>
        </p:nvSpPr>
        <p:spPr>
          <a:xfrm>
            <a:off x="1648184" y="1340889"/>
            <a:ext cx="79378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그룹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56601379-72BE-4FCD-8CCC-36B69A872757}"/>
              </a:ext>
            </a:extLst>
          </p:cNvPr>
          <p:cNvSpPr txBox="1"/>
          <p:nvPr/>
        </p:nvSpPr>
        <p:spPr>
          <a:xfrm>
            <a:off x="2358156" y="1340889"/>
            <a:ext cx="87590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별관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_1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32" name="Picture 8" descr="photovoltaicsì ëí ì´ë¯¸ì§ ê²ìê²°ê³¼">
            <a:extLst>
              <a:ext uri="{FF2B5EF4-FFF2-40B4-BE49-F238E27FC236}">
                <a16:creationId xmlns:a16="http://schemas.microsoft.com/office/drawing/2014/main" id="{768FB77A-8865-4616-853F-93958C5302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3846" y="837554"/>
            <a:ext cx="482945" cy="4829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6" name="Picture 12" descr="okì ëí ì´ë¯¸ì§ ê²ìê²°ê³¼">
            <a:extLst>
              <a:ext uri="{FF2B5EF4-FFF2-40B4-BE49-F238E27FC236}">
                <a16:creationId xmlns:a16="http://schemas.microsoft.com/office/drawing/2014/main" id="{EECD6184-7F36-43FD-AA75-A2F5D98D05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1606" y="1752873"/>
            <a:ext cx="226000" cy="22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2" name="TextBox 81">
            <a:extLst>
              <a:ext uri="{FF2B5EF4-FFF2-40B4-BE49-F238E27FC236}">
                <a16:creationId xmlns:a16="http://schemas.microsoft.com/office/drawing/2014/main" id="{7AB4AB62-D3A6-4677-9E3B-A880A640AA22}"/>
              </a:ext>
            </a:extLst>
          </p:cNvPr>
          <p:cNvSpPr txBox="1"/>
          <p:nvPr/>
        </p:nvSpPr>
        <p:spPr>
          <a:xfrm>
            <a:off x="4744818" y="3607132"/>
            <a:ext cx="720080" cy="25391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닫기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37FC64FF-514E-4883-BB9A-556C7E095EEA}"/>
              </a:ext>
            </a:extLst>
          </p:cNvPr>
          <p:cNvSpPr txBox="1"/>
          <p:nvPr/>
        </p:nvSpPr>
        <p:spPr>
          <a:xfrm>
            <a:off x="632520" y="2102659"/>
            <a:ext cx="93607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알람 메시지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2CA30599-46B0-47D6-B24F-4FDADF8CD0DB}"/>
              </a:ext>
            </a:extLst>
          </p:cNvPr>
          <p:cNvSpPr txBox="1"/>
          <p:nvPr/>
        </p:nvSpPr>
        <p:spPr>
          <a:xfrm>
            <a:off x="1721750" y="2122602"/>
            <a:ext cx="87590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-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E378E4C-417D-46FC-8EB2-997074DCFB87}"/>
              </a:ext>
            </a:extLst>
          </p:cNvPr>
          <p:cNvSpPr txBox="1"/>
          <p:nvPr/>
        </p:nvSpPr>
        <p:spPr>
          <a:xfrm>
            <a:off x="378210" y="407514"/>
            <a:ext cx="164337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PV </a:t>
            </a:r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상세보기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EA3E2A98-F4A7-4ADC-8F50-EFFAAF32080B}"/>
              </a:ext>
            </a:extLst>
          </p:cNvPr>
          <p:cNvCxnSpPr/>
          <p:nvPr/>
        </p:nvCxnSpPr>
        <p:spPr>
          <a:xfrm>
            <a:off x="559973" y="1652653"/>
            <a:ext cx="486232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EFEC1D8C-C8F1-4E0A-ADC4-BE2E28410105}"/>
              </a:ext>
            </a:extLst>
          </p:cNvPr>
          <p:cNvSpPr txBox="1"/>
          <p:nvPr/>
        </p:nvSpPr>
        <p:spPr>
          <a:xfrm>
            <a:off x="2732558" y="2474900"/>
            <a:ext cx="124560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오늘 예측 발전량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DC2CB08-A1CA-4574-8F4E-34E643CF02F9}"/>
              </a:ext>
            </a:extLst>
          </p:cNvPr>
          <p:cNvSpPr txBox="1"/>
          <p:nvPr/>
        </p:nvSpPr>
        <p:spPr>
          <a:xfrm>
            <a:off x="3968650" y="2474900"/>
            <a:ext cx="73993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600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kWh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111EEC8C-DC74-4FD0-BB2A-C052D71D6A6B}"/>
              </a:ext>
            </a:extLst>
          </p:cNvPr>
          <p:cNvSpPr txBox="1"/>
          <p:nvPr/>
        </p:nvSpPr>
        <p:spPr>
          <a:xfrm>
            <a:off x="2735670" y="2817998"/>
            <a:ext cx="124249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오늘 누적 발전량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BB707781-840B-48F8-8315-934695493569}"/>
              </a:ext>
            </a:extLst>
          </p:cNvPr>
          <p:cNvSpPr txBox="1"/>
          <p:nvPr/>
        </p:nvSpPr>
        <p:spPr>
          <a:xfrm>
            <a:off x="3971762" y="2817998"/>
            <a:ext cx="7685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580 kWh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10E02F7-DF9B-496F-BDDD-18492DBDE81C}"/>
              </a:ext>
            </a:extLst>
          </p:cNvPr>
          <p:cNvSpPr txBox="1"/>
          <p:nvPr/>
        </p:nvSpPr>
        <p:spPr>
          <a:xfrm>
            <a:off x="637427" y="2817998"/>
            <a:ext cx="93607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수평 일사량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7C5D5AE-30DF-4C14-9BFB-B4D7AEA16BEB}"/>
              </a:ext>
            </a:extLst>
          </p:cNvPr>
          <p:cNvSpPr txBox="1"/>
          <p:nvPr/>
        </p:nvSpPr>
        <p:spPr>
          <a:xfrm>
            <a:off x="1505096" y="2817998"/>
            <a:ext cx="76850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251 W/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㎡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5FD8E50D-CDBE-40AA-844A-4E4C65FFA052}"/>
              </a:ext>
            </a:extLst>
          </p:cNvPr>
          <p:cNvSpPr txBox="1"/>
          <p:nvPr/>
        </p:nvSpPr>
        <p:spPr>
          <a:xfrm>
            <a:off x="639245" y="3161097"/>
            <a:ext cx="93607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경사 일사량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E47063A-ED6B-44EE-B007-EA54B6CC5A35}"/>
              </a:ext>
            </a:extLst>
          </p:cNvPr>
          <p:cNvSpPr txBox="1"/>
          <p:nvPr/>
        </p:nvSpPr>
        <p:spPr>
          <a:xfrm>
            <a:off x="1506914" y="3161097"/>
            <a:ext cx="76668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206 W/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㎡</a:t>
            </a:r>
          </a:p>
        </p:txBody>
      </p:sp>
      <p:sp>
        <p:nvSpPr>
          <p:cNvPr id="227" name="타원형 설명선 226"/>
          <p:cNvSpPr/>
          <p:nvPr/>
        </p:nvSpPr>
        <p:spPr>
          <a:xfrm>
            <a:off x="3522140" y="85182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401776" y="1684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4428767" y="342900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411901" y="236414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01776" y="863026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405244" y="120701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401776" y="200834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9B8F824D-4157-463B-B9F7-75E63BE7ACA6}"/>
              </a:ext>
            </a:extLst>
          </p:cNvPr>
          <p:cNvSpPr/>
          <p:nvPr/>
        </p:nvSpPr>
        <p:spPr>
          <a:xfrm>
            <a:off x="709216" y="2480689"/>
            <a:ext cx="4031053" cy="926626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522684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38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4187887"/>
              </p:ext>
            </p:extLst>
          </p:nvPr>
        </p:nvGraphicFramePr>
        <p:xfrm>
          <a:off x="8469313" y="276225"/>
          <a:ext cx="1404000" cy="367507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저장 팝업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 화면 內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데이터 저장하기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버튼을 클릭하면 출력되는 팝업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전체 장비 현황 데이터가 저장됨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IOE, PCS, BMS, PV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 파일 형식은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csv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형태의 엑셀 파일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파일명 지정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저장될 파일명 입력 창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파일형식 표시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csv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형식으로 고정하고 변경되지 않음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저장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버튼 클릭 시에 파일 저장을 진행하고 파일 저장에 시간이 소요되는 경우에는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Wating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Animation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을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작업을 취소하고 팝업을 출력시킨 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모니터링 화면으로 복귀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94365"/>
            <a:ext cx="8208912" cy="424847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325" y="755669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482125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장치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모니터링 현황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0BACBD-4B64-4649-BD7C-E1EE3620FBC6}"/>
              </a:ext>
            </a:extLst>
          </p:cNvPr>
          <p:cNvSpPr/>
          <p:nvPr/>
        </p:nvSpPr>
        <p:spPr>
          <a:xfrm>
            <a:off x="120419" y="1714689"/>
            <a:ext cx="1510265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9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YYYY-MM-DD hh:mm</a:t>
            </a:r>
            <a:endParaRPr lang="ko-KR" altLang="en-US" sz="9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" name="직사각형 51">
            <a:extLst>
              <a:ext uri="{FF2B5EF4-FFF2-40B4-BE49-F238E27FC236}">
                <a16:creationId xmlns:a16="http://schemas.microsoft.com/office/drawing/2014/main" id="{9D066E92-3969-4163-8951-1B55C00C795F}"/>
              </a:ext>
            </a:extLst>
          </p:cNvPr>
          <p:cNvSpPr/>
          <p:nvPr/>
        </p:nvSpPr>
        <p:spPr>
          <a:xfrm>
            <a:off x="4531730" y="1773988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IOE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4025361-6332-409A-9ED3-B4DC569F15A4}"/>
              </a:ext>
            </a:extLst>
          </p:cNvPr>
          <p:cNvSpPr/>
          <p:nvPr/>
        </p:nvSpPr>
        <p:spPr>
          <a:xfrm>
            <a:off x="5610498" y="1773988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96A8CDE-D090-4223-824B-6E5F732F96F5}"/>
              </a:ext>
            </a:extLst>
          </p:cNvPr>
          <p:cNvSpPr/>
          <p:nvPr/>
        </p:nvSpPr>
        <p:spPr>
          <a:xfrm>
            <a:off x="6641480" y="1773988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7ADA0F-08A8-41EA-A8F7-52F93AD8E01C}"/>
              </a:ext>
            </a:extLst>
          </p:cNvPr>
          <p:cNvSpPr/>
          <p:nvPr/>
        </p:nvSpPr>
        <p:spPr>
          <a:xfrm>
            <a:off x="7669915" y="1773621"/>
            <a:ext cx="673646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PV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4F5BBFF8-DC71-4275-B2EF-09F0FB53F93D}"/>
              </a:ext>
            </a:extLst>
          </p:cNvPr>
          <p:cNvSpPr/>
          <p:nvPr/>
        </p:nvSpPr>
        <p:spPr>
          <a:xfrm>
            <a:off x="7534296" y="1856895"/>
            <a:ext cx="131472" cy="1227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F150DCBD-0243-47A6-BD6A-8F4B604E5DFA}"/>
              </a:ext>
            </a:extLst>
          </p:cNvPr>
          <p:cNvSpPr/>
          <p:nvPr/>
        </p:nvSpPr>
        <p:spPr>
          <a:xfrm>
            <a:off x="5466574" y="1862415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5DC52973-FB1B-4E3E-AF29-3E272387B2E7}"/>
              </a:ext>
            </a:extLst>
          </p:cNvPr>
          <p:cNvSpPr/>
          <p:nvPr/>
        </p:nvSpPr>
        <p:spPr>
          <a:xfrm>
            <a:off x="6473243" y="1869103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A4F073-2990-4297-A95B-4D06A4AABA02}"/>
              </a:ext>
            </a:extLst>
          </p:cNvPr>
          <p:cNvSpPr/>
          <p:nvPr/>
        </p:nvSpPr>
        <p:spPr>
          <a:xfrm>
            <a:off x="4396111" y="1861221"/>
            <a:ext cx="131472" cy="12271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EC6621BA-B527-44A5-B27F-990A7C9AD790}"/>
              </a:ext>
            </a:extLst>
          </p:cNvPr>
          <p:cNvGrpSpPr/>
          <p:nvPr/>
        </p:nvGrpSpPr>
        <p:grpSpPr>
          <a:xfrm>
            <a:off x="416496" y="4579438"/>
            <a:ext cx="862386" cy="211955"/>
            <a:chOff x="4861742" y="3907374"/>
            <a:chExt cx="862386" cy="211955"/>
          </a:xfrm>
        </p:grpSpPr>
        <p:pic>
          <p:nvPicPr>
            <p:cNvPr id="61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AA2B83FB-8FE8-4F4A-AAFB-F712DA9679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BD3E16E-9FD9-4439-8B41-53E5659D5D34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데이터 저장하기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766D9608-44C0-49A5-AE7B-0C52B8010531}"/>
              </a:ext>
            </a:extLst>
          </p:cNvPr>
          <p:cNvSpPr txBox="1"/>
          <p:nvPr/>
        </p:nvSpPr>
        <p:spPr>
          <a:xfrm>
            <a:off x="7378090" y="4452480"/>
            <a:ext cx="720080" cy="253916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상세보기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7DCEC264-2C3E-49DE-BD29-EB3774BE91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2284942"/>
              </p:ext>
            </p:extLst>
          </p:nvPr>
        </p:nvGraphicFramePr>
        <p:xfrm>
          <a:off x="243249" y="2155868"/>
          <a:ext cx="7992888" cy="14171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131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089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08823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3080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NO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Site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Name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Device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ID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PV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Status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Temperature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PV</a:t>
                      </a:r>
                      <a:r>
                        <a:rPr lang="en-US" altLang="ko-KR" sz="1000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Message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Status Time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PV_01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60001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RUN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51 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℃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제일화성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10037202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PV_02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60002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FAULT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Bulk UV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2018-06-15  2:39:01 PM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72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38" name="Picture 2" descr="ììë¡ ì ì¥íê¸° íìì ëí ì´ë¯¸ì§ ê²ìê²°ê³¼">
            <a:extLst>
              <a:ext uri="{FF2B5EF4-FFF2-40B4-BE49-F238E27FC236}">
                <a16:creationId xmlns:a16="http://schemas.microsoft.com/office/drawing/2014/main" id="{B2190638-9B7F-4705-B06A-F0B5E1ACDD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4651" y="1931275"/>
            <a:ext cx="3916535" cy="183867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9" name="그룹 38">
            <a:extLst>
              <a:ext uri="{FF2B5EF4-FFF2-40B4-BE49-F238E27FC236}">
                <a16:creationId xmlns:a16="http://schemas.microsoft.com/office/drawing/2014/main" id="{264B9BEB-0271-467C-9B82-D1FC9FBEA765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2A56A96B-69B8-429E-AF89-968C4AF494F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97FF9A40-DB93-404F-8B0E-59947A5ABD92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D15145F1-C4F0-45F7-9038-8CA3BE6E8D6E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C34311D5-6CAB-4798-9B6D-CAB49C586455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7ABE93DD-CE7A-4C3A-8774-4B49585114BD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45" name="타원형 설명선 226">
            <a:extLst>
              <a:ext uri="{FF2B5EF4-FFF2-40B4-BE49-F238E27FC236}">
                <a16:creationId xmlns:a16="http://schemas.microsoft.com/office/drawing/2014/main" id="{CBAFB91A-2776-4A12-9351-F4B56F4665FC}"/>
              </a:ext>
            </a:extLst>
          </p:cNvPr>
          <p:cNvSpPr/>
          <p:nvPr/>
        </p:nvSpPr>
        <p:spPr>
          <a:xfrm>
            <a:off x="2922515" y="312538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타원형 설명선 243">
            <a:extLst>
              <a:ext uri="{FF2B5EF4-FFF2-40B4-BE49-F238E27FC236}">
                <a16:creationId xmlns:a16="http://schemas.microsoft.com/office/drawing/2014/main" id="{E2E370E9-73B3-4F0E-A9BD-D1946663A517}"/>
              </a:ext>
            </a:extLst>
          </p:cNvPr>
          <p:cNvSpPr/>
          <p:nvPr/>
        </p:nvSpPr>
        <p:spPr>
          <a:xfrm>
            <a:off x="5071520" y="313646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타원형 설명선 244">
            <a:extLst>
              <a:ext uri="{FF2B5EF4-FFF2-40B4-BE49-F238E27FC236}">
                <a16:creationId xmlns:a16="http://schemas.microsoft.com/office/drawing/2014/main" id="{1FE2CDD6-18B0-403C-B414-CE568A944338}"/>
              </a:ext>
            </a:extLst>
          </p:cNvPr>
          <p:cNvSpPr/>
          <p:nvPr/>
        </p:nvSpPr>
        <p:spPr>
          <a:xfrm>
            <a:off x="2923626" y="335933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타원형 설명선 245">
            <a:extLst>
              <a:ext uri="{FF2B5EF4-FFF2-40B4-BE49-F238E27FC236}">
                <a16:creationId xmlns:a16="http://schemas.microsoft.com/office/drawing/2014/main" id="{F463CD09-EA66-4CBF-8981-3F16496A790A}"/>
              </a:ext>
            </a:extLst>
          </p:cNvPr>
          <p:cNvSpPr/>
          <p:nvPr/>
        </p:nvSpPr>
        <p:spPr>
          <a:xfrm>
            <a:off x="5076600" y="336863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타원형 설명선 225">
            <a:extLst>
              <a:ext uri="{FF2B5EF4-FFF2-40B4-BE49-F238E27FC236}">
                <a16:creationId xmlns:a16="http://schemas.microsoft.com/office/drawing/2014/main" id="{34271130-CBA6-46BA-AE21-369D09B0DF01}"/>
              </a:ext>
            </a:extLst>
          </p:cNvPr>
          <p:cNvSpPr/>
          <p:nvPr/>
        </p:nvSpPr>
        <p:spPr>
          <a:xfrm>
            <a:off x="2108268" y="181259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4160229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39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6905881"/>
              </p:ext>
            </p:extLst>
          </p:nvPr>
        </p:nvGraphicFramePr>
        <p:xfrm>
          <a:off x="8469313" y="276225"/>
          <a:ext cx="1404000" cy="6259776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우측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콤보박스를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선택하면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리스트가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드랍다운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드랍 다운 리스트에서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선택하면 해당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장치 그룹을 하단에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3)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좌측 텍스트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에디트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창에 직접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명을 입력하고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엔터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키를 누르면 해당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장치 그룹을 하단에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 존재하지 않을 경우 안내문구 출력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입력하신 사이트를 찾을 수 없습니다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.”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 표시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선택된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정보 표시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SiteID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그룹 리스트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그룹 편집에서 추가된 장치 그룹을 리스트 형태로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 내 장치를 단순 정보와 이미지로 표현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- </a:t>
                      </a:r>
                      <a:r>
                        <a:rPr lang="ko-KR" altLang="en-US" sz="800" b="0" u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장치명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3)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장치가 그룹 내 표시 영역보다 많을 경우 좌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우에 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&lt; &gt;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아이콘을 생성하여 스크롤 되도록 표현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알람 정보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 내 알람 정보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비상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주의 각각의 발생 개수를 표시하고 하단에 알람 발생 장치 리스트를 출력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4730236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그룹 현황 편집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 內 장치를 추가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삭제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수정 할 수 있는 편집 페이지로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796" y="794364"/>
            <a:ext cx="8208912" cy="481554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325" y="755669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42639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482125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장치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현황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9" name="그룹 38">
            <a:extLst>
              <a:ext uri="{FF2B5EF4-FFF2-40B4-BE49-F238E27FC236}">
                <a16:creationId xmlns:a16="http://schemas.microsoft.com/office/drawing/2014/main" id="{264B9BEB-0271-467C-9B82-D1FC9FBEA765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2A56A96B-69B8-429E-AF89-968C4AF494F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97FF9A40-DB93-404F-8B0E-59947A5ABD92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D15145F1-C4F0-45F7-9038-8CA3BE6E8D6E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C34311D5-6CAB-4798-9B6D-CAB49C586455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7ABE93DD-CE7A-4C3A-8774-4B49585114BD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3014313F-74A6-48BC-BEA3-1002DF87CBAD}"/>
              </a:ext>
            </a:extLst>
          </p:cNvPr>
          <p:cNvSpPr txBox="1"/>
          <p:nvPr/>
        </p:nvSpPr>
        <p:spPr>
          <a:xfrm>
            <a:off x="7076013" y="5157192"/>
            <a:ext cx="1079719" cy="24622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현황 편집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07A33635-DB1C-477E-AD4C-E6FD62D42E17}"/>
              </a:ext>
            </a:extLst>
          </p:cNvPr>
          <p:cNvSpPr/>
          <p:nvPr/>
        </p:nvSpPr>
        <p:spPr>
          <a:xfrm>
            <a:off x="454928" y="1890486"/>
            <a:ext cx="7488832" cy="1457921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D741837-C914-4EB2-9C62-C1BEF7FFACF1}"/>
              </a:ext>
            </a:extLst>
          </p:cNvPr>
          <p:cNvSpPr txBox="1"/>
          <p:nvPr/>
        </p:nvSpPr>
        <p:spPr>
          <a:xfrm>
            <a:off x="454928" y="1923026"/>
            <a:ext cx="89029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별관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_1</a:t>
            </a:r>
            <a:endParaRPr lang="ko-KR" altLang="en-US" sz="10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CC42CE1B-0512-4FD0-8A31-0F3208A85D11}"/>
              </a:ext>
            </a:extLst>
          </p:cNvPr>
          <p:cNvSpPr/>
          <p:nvPr/>
        </p:nvSpPr>
        <p:spPr>
          <a:xfrm>
            <a:off x="444123" y="3491482"/>
            <a:ext cx="7499637" cy="1458000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754E35-DAEF-4149-929C-3F4B06EE645B}"/>
              </a:ext>
            </a:extLst>
          </p:cNvPr>
          <p:cNvSpPr txBox="1"/>
          <p:nvPr/>
        </p:nvSpPr>
        <p:spPr>
          <a:xfrm>
            <a:off x="444123" y="3533293"/>
            <a:ext cx="89029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별관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_2</a:t>
            </a:r>
            <a:endParaRPr lang="ko-KR" altLang="en-US" sz="10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B8AF1B9C-37DB-40E7-8A4C-F877432EADD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54093" y="1885267"/>
            <a:ext cx="115247" cy="3064215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DF624E43-DB55-43F1-90C0-1E55E05001F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70690" y="2242364"/>
            <a:ext cx="575548" cy="968744"/>
          </a:xfrm>
          <a:prstGeom prst="rect">
            <a:avLst/>
          </a:prstGeom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BCE498AE-7B03-417E-9074-47B7E062A91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382604" y="2247337"/>
            <a:ext cx="572593" cy="963771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2576C3BE-E3AE-49B7-A448-3470EEA60E4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091563" y="2242364"/>
            <a:ext cx="593132" cy="968744"/>
          </a:xfrm>
          <a:prstGeom prst="rect">
            <a:avLst/>
          </a:prstGeom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C991CBAE-BC47-465F-821B-DAC69208C40B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821060" y="2247337"/>
            <a:ext cx="586196" cy="963770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67E36F86-64A0-44D0-8FEE-4703E48E3E63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091564" y="3842685"/>
            <a:ext cx="593132" cy="1012989"/>
          </a:xfrm>
          <a:prstGeom prst="rect">
            <a:avLst/>
          </a:prstGeom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EBF6230A-F2C2-49BA-87A4-41ADD9E5C413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43017" y="3832369"/>
            <a:ext cx="601946" cy="1027265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E9E642D9-24F2-47FA-97E6-F88EB928B155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81968" y="3842685"/>
            <a:ext cx="572590" cy="1016949"/>
          </a:xfrm>
          <a:prstGeom prst="rect">
            <a:avLst/>
          </a:prstGeom>
        </p:spPr>
      </p:pic>
      <p:grpSp>
        <p:nvGrpSpPr>
          <p:cNvPr id="15" name="그룹 14">
            <a:extLst>
              <a:ext uri="{FF2B5EF4-FFF2-40B4-BE49-F238E27FC236}">
                <a16:creationId xmlns:a16="http://schemas.microsoft.com/office/drawing/2014/main" id="{10797AAF-100E-4AE4-A8C5-9714D3B232DA}"/>
              </a:ext>
            </a:extLst>
          </p:cNvPr>
          <p:cNvGrpSpPr/>
          <p:nvPr/>
        </p:nvGrpSpPr>
        <p:grpSpPr>
          <a:xfrm>
            <a:off x="5696398" y="1628800"/>
            <a:ext cx="2459334" cy="215444"/>
            <a:chOff x="1321055" y="1881972"/>
            <a:chExt cx="2459334" cy="215444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40FB992A-2CC6-45C3-BBFF-C27211F67FC9}"/>
                </a:ext>
              </a:extLst>
            </p:cNvPr>
            <p:cNvSpPr txBox="1"/>
            <p:nvPr/>
          </p:nvSpPr>
          <p:spPr>
            <a:xfrm>
              <a:off x="1321055" y="1881972"/>
              <a:ext cx="67364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명</a:t>
              </a:r>
              <a:r>
                <a:rPr lang="ko-KR" altLang="en-US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5A380CA-F55B-4A43-9D69-8C8EC7AC9661}"/>
                </a:ext>
              </a:extLst>
            </p:cNvPr>
            <p:cNvSpPr txBox="1"/>
            <p:nvPr/>
          </p:nvSpPr>
          <p:spPr>
            <a:xfrm>
              <a:off x="2564449" y="1881972"/>
              <a:ext cx="68674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Site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en-US" altLang="ko-KR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B63765F0-D975-4588-9583-7826CE0974A6}"/>
                </a:ext>
              </a:extLst>
            </p:cNvPr>
            <p:cNvSpPr txBox="1"/>
            <p:nvPr/>
          </p:nvSpPr>
          <p:spPr>
            <a:xfrm>
              <a:off x="1856656" y="1881972"/>
              <a:ext cx="89293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제일화성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B9567AB-DD31-42F1-902D-76BEBD85D850}"/>
                </a:ext>
              </a:extLst>
            </p:cNvPr>
            <p:cNvSpPr txBox="1"/>
            <p:nvPr/>
          </p:nvSpPr>
          <p:spPr>
            <a:xfrm>
              <a:off x="3080792" y="1881972"/>
              <a:ext cx="6995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10037202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1" name="말풍선: 모서리가 둥근 사각형 50">
            <a:extLst>
              <a:ext uri="{FF2B5EF4-FFF2-40B4-BE49-F238E27FC236}">
                <a16:creationId xmlns:a16="http://schemas.microsoft.com/office/drawing/2014/main" id="{39BCF7D5-402B-47EE-AE35-5CBF9ACB3DE6}"/>
              </a:ext>
            </a:extLst>
          </p:cNvPr>
          <p:cNvSpPr/>
          <p:nvPr/>
        </p:nvSpPr>
        <p:spPr>
          <a:xfrm>
            <a:off x="643016" y="5058888"/>
            <a:ext cx="1645688" cy="517793"/>
          </a:xfrm>
          <a:prstGeom prst="wedgeRoundRectCallout">
            <a:avLst>
              <a:gd name="adj1" fmla="val -31973"/>
              <a:gd name="adj2" fmla="val -72860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-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장치 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ID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추가 필요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-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충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/</a:t>
            </a:r>
            <a:r>
              <a:rPr kumimoji="1"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방전량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,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전압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,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전류 등의 값은 제거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8BAFFCFA-A2C3-492D-A787-03E3E962AFE4}"/>
              </a:ext>
            </a:extLst>
          </p:cNvPr>
          <p:cNvGrpSpPr/>
          <p:nvPr/>
        </p:nvGrpSpPr>
        <p:grpSpPr>
          <a:xfrm>
            <a:off x="1504069" y="1540215"/>
            <a:ext cx="1550785" cy="249549"/>
            <a:chOff x="2397055" y="5156251"/>
            <a:chExt cx="1550785" cy="249549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D5483CB7-CC12-4102-BF3E-4F25E75135EB}"/>
                </a:ext>
              </a:extLst>
            </p:cNvPr>
            <p:cNvSpPr/>
            <p:nvPr/>
          </p:nvSpPr>
          <p:spPr>
            <a:xfrm>
              <a:off x="2397055" y="5156251"/>
              <a:ext cx="1262753" cy="24954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9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제일화성</a:t>
              </a: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55274408-F201-45C2-A7FB-653C4DB0852C}"/>
                </a:ext>
              </a:extLst>
            </p:cNvPr>
            <p:cNvSpPr/>
            <p:nvPr/>
          </p:nvSpPr>
          <p:spPr>
            <a:xfrm>
              <a:off x="3659808" y="5156251"/>
              <a:ext cx="288032" cy="249549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9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5466793" y="148212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5150849" y="171985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242464" y="173624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1269086" y="137976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B47E1698-449E-4AE1-A781-1980A6A27A42}"/>
              </a:ext>
            </a:extLst>
          </p:cNvPr>
          <p:cNvCxnSpPr/>
          <p:nvPr/>
        </p:nvCxnSpPr>
        <p:spPr>
          <a:xfrm>
            <a:off x="5313040" y="1952244"/>
            <a:ext cx="0" cy="13327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D371AC65-B9F8-48D0-B3A1-8EEF0156D66C}"/>
              </a:ext>
            </a:extLst>
          </p:cNvPr>
          <p:cNvCxnSpPr>
            <a:cxnSpLocks/>
          </p:cNvCxnSpPr>
          <p:nvPr/>
        </p:nvCxnSpPr>
        <p:spPr>
          <a:xfrm>
            <a:off x="5312564" y="3570685"/>
            <a:ext cx="0" cy="13327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28" name="Picture 4" descr="ì£¼ìì ëí ì´ë¯¸ì§ ê²ìê²°ê³¼">
            <a:extLst>
              <a:ext uri="{FF2B5EF4-FFF2-40B4-BE49-F238E27FC236}">
                <a16:creationId xmlns:a16="http://schemas.microsoft.com/office/drawing/2014/main" id="{4DC270B1-F3B3-4A15-A20A-03BFC989B2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74849" y="1978792"/>
            <a:ext cx="287000" cy="25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 descr="ì£¼ìì ëí ì´ë¯¸ì§ ê²ìê²°ê³¼">
            <a:extLst>
              <a:ext uri="{FF2B5EF4-FFF2-40B4-BE49-F238E27FC236}">
                <a16:creationId xmlns:a16="http://schemas.microsoft.com/office/drawing/2014/main" id="{11BC5DD0-5142-4543-8780-CA40878A00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10487" y="1978943"/>
            <a:ext cx="275100" cy="25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4" name="TextBox 63">
            <a:extLst>
              <a:ext uri="{FF2B5EF4-FFF2-40B4-BE49-F238E27FC236}">
                <a16:creationId xmlns:a16="http://schemas.microsoft.com/office/drawing/2014/main" id="{4CABEF87-2AE6-421B-9455-B79D8E3919D5}"/>
              </a:ext>
            </a:extLst>
          </p:cNvPr>
          <p:cNvSpPr txBox="1"/>
          <p:nvPr/>
        </p:nvSpPr>
        <p:spPr>
          <a:xfrm>
            <a:off x="5877298" y="2009581"/>
            <a:ext cx="87590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비상 </a:t>
            </a:r>
            <a:r>
              <a:rPr lang="en-US" altLang="ko-KR" sz="9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(0)</a:t>
            </a:r>
            <a:endParaRPr lang="ko-KR" altLang="en-US" sz="9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B70A39D6-76BF-49E1-B72D-7B854226AF2A}"/>
              </a:ext>
            </a:extLst>
          </p:cNvPr>
          <p:cNvSpPr txBox="1"/>
          <p:nvPr/>
        </p:nvSpPr>
        <p:spPr>
          <a:xfrm>
            <a:off x="7205953" y="2006843"/>
            <a:ext cx="87590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주의 </a:t>
            </a:r>
            <a:r>
              <a:rPr lang="en-US" altLang="ko-KR" sz="900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(1)</a:t>
            </a:r>
            <a:endParaRPr lang="ko-KR" altLang="en-US" sz="900" dirty="0">
              <a:solidFill>
                <a:srgbClr val="FF9933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1F509F9E-F514-4692-BE9F-14936611C9DA}"/>
              </a:ext>
            </a:extLst>
          </p:cNvPr>
          <p:cNvSpPr txBox="1"/>
          <p:nvPr/>
        </p:nvSpPr>
        <p:spPr>
          <a:xfrm>
            <a:off x="7082630" y="2309868"/>
            <a:ext cx="65898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BMS_1</a:t>
            </a:r>
            <a:endParaRPr lang="ko-KR" altLang="en-US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A0BCC7DB-4489-4F12-B3E3-5B2520A54454}"/>
              </a:ext>
            </a:extLst>
          </p:cNvPr>
          <p:cNvCxnSpPr/>
          <p:nvPr/>
        </p:nvCxnSpPr>
        <p:spPr>
          <a:xfrm>
            <a:off x="5312564" y="1952244"/>
            <a:ext cx="0" cy="13327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65363BFB-1625-4F20-8FE0-24B7088DB2D9}"/>
              </a:ext>
            </a:extLst>
          </p:cNvPr>
          <p:cNvCxnSpPr/>
          <p:nvPr/>
        </p:nvCxnSpPr>
        <p:spPr>
          <a:xfrm>
            <a:off x="6678466" y="1952244"/>
            <a:ext cx="0" cy="13327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7B03489E-56E0-47CE-9F36-3778B7711E42}"/>
              </a:ext>
            </a:extLst>
          </p:cNvPr>
          <p:cNvCxnSpPr>
            <a:cxnSpLocks/>
          </p:cNvCxnSpPr>
          <p:nvPr/>
        </p:nvCxnSpPr>
        <p:spPr>
          <a:xfrm>
            <a:off x="6678466" y="3570685"/>
            <a:ext cx="0" cy="13327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0" name="Picture 4" descr="ì£¼ìì ëí ì´ë¯¸ì§ ê²ìê²°ê³¼">
            <a:extLst>
              <a:ext uri="{FF2B5EF4-FFF2-40B4-BE49-F238E27FC236}">
                <a16:creationId xmlns:a16="http://schemas.microsoft.com/office/drawing/2014/main" id="{584CA59F-1288-4545-905A-A5FCDBAC56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73759" y="3592111"/>
            <a:ext cx="287000" cy="25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" name="Picture 6" descr="ì£¼ìì ëí ì´ë¯¸ì§ ê²ìê²°ê³¼">
            <a:extLst>
              <a:ext uri="{FF2B5EF4-FFF2-40B4-BE49-F238E27FC236}">
                <a16:creationId xmlns:a16="http://schemas.microsoft.com/office/drawing/2014/main" id="{16AF1F1F-A741-4CB6-A12A-FADEF646D2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9397" y="3592262"/>
            <a:ext cx="275100" cy="25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2" name="TextBox 71">
            <a:extLst>
              <a:ext uri="{FF2B5EF4-FFF2-40B4-BE49-F238E27FC236}">
                <a16:creationId xmlns:a16="http://schemas.microsoft.com/office/drawing/2014/main" id="{65CC9FBA-8100-46A8-9E13-7F966EF6AA55}"/>
              </a:ext>
            </a:extLst>
          </p:cNvPr>
          <p:cNvSpPr txBox="1"/>
          <p:nvPr/>
        </p:nvSpPr>
        <p:spPr>
          <a:xfrm>
            <a:off x="5876208" y="3622900"/>
            <a:ext cx="87590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비상 </a:t>
            </a:r>
            <a:r>
              <a:rPr lang="en-US" altLang="ko-KR" sz="9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(1)</a:t>
            </a:r>
            <a:endParaRPr lang="ko-KR" altLang="en-US" sz="9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2A0D9DE2-2676-4412-AD46-54B701511313}"/>
              </a:ext>
            </a:extLst>
          </p:cNvPr>
          <p:cNvSpPr txBox="1"/>
          <p:nvPr/>
        </p:nvSpPr>
        <p:spPr>
          <a:xfrm>
            <a:off x="7204863" y="3620162"/>
            <a:ext cx="87590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주의 </a:t>
            </a:r>
            <a:r>
              <a:rPr lang="en-US" altLang="ko-KR" sz="900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(1)</a:t>
            </a:r>
            <a:endParaRPr lang="ko-KR" altLang="en-US" sz="900" dirty="0">
              <a:solidFill>
                <a:srgbClr val="FF9933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3EAD332C-B934-4375-9605-9E579AD07068}"/>
              </a:ext>
            </a:extLst>
          </p:cNvPr>
          <p:cNvSpPr txBox="1"/>
          <p:nvPr/>
        </p:nvSpPr>
        <p:spPr>
          <a:xfrm>
            <a:off x="7076013" y="3878653"/>
            <a:ext cx="65898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BMS_2</a:t>
            </a:r>
            <a:endParaRPr lang="ko-KR" altLang="en-US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CE478706-0656-40A6-A347-7E3ABA5F56DE}"/>
              </a:ext>
            </a:extLst>
          </p:cNvPr>
          <p:cNvSpPr txBox="1"/>
          <p:nvPr/>
        </p:nvSpPr>
        <p:spPr>
          <a:xfrm>
            <a:off x="5820710" y="3880258"/>
            <a:ext cx="65898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PCS_2</a:t>
            </a:r>
            <a:endParaRPr lang="ko-KR" altLang="en-US" sz="9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말풍선: 모서리가 둥근 사각형 75">
            <a:extLst>
              <a:ext uri="{FF2B5EF4-FFF2-40B4-BE49-F238E27FC236}">
                <a16:creationId xmlns:a16="http://schemas.microsoft.com/office/drawing/2014/main" id="{144634E7-CFE1-4585-A6D7-4C26EC2828A1}"/>
              </a:ext>
            </a:extLst>
          </p:cNvPr>
          <p:cNvSpPr/>
          <p:nvPr/>
        </p:nvSpPr>
        <p:spPr>
          <a:xfrm>
            <a:off x="3929721" y="4942120"/>
            <a:ext cx="1907063" cy="517793"/>
          </a:xfrm>
          <a:prstGeom prst="wedgeRoundRectCallout">
            <a:avLst>
              <a:gd name="adj1" fmla="val -31973"/>
              <a:gd name="adj2" fmla="val -72860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-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장치가 많아질 경우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&lt; &gt;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아이콘을 좌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,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우에 생성하여 </a:t>
            </a:r>
            <a:r>
              <a:rPr kumimoji="1"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이동가능하도록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 처리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</p:txBody>
      </p:sp>
      <p:sp>
        <p:nvSpPr>
          <p:cNvPr id="77" name="타원형 설명선 243">
            <a:extLst>
              <a:ext uri="{FF2B5EF4-FFF2-40B4-BE49-F238E27FC236}">
                <a16:creationId xmlns:a16="http://schemas.microsoft.com/office/drawing/2014/main" id="{07D81748-D366-49DB-8673-099CC7324394}"/>
              </a:ext>
            </a:extLst>
          </p:cNvPr>
          <p:cNvSpPr/>
          <p:nvPr/>
        </p:nvSpPr>
        <p:spPr>
          <a:xfrm>
            <a:off x="6846408" y="494948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75823413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40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2624089"/>
              </p:ext>
            </p:extLst>
          </p:nvPr>
        </p:nvGraphicFramePr>
        <p:xfrm>
          <a:off x="8469313" y="276225"/>
          <a:ext cx="1404000" cy="6207552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콤보박스에서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선택하면 하단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장치그룹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리스트에 해당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현황이 반영된다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텍스트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에디트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창에 직접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명을 입력하고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엔터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키를 누르면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과 같이 동작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 존재하지 않을 경우 안내문구 출력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입력하신 사이트를 찾을 수 없습니다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.”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內 장치 그룹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추가된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內 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 선택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1-2)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항목과 동일하게 동작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장치그룹 편집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內 장치 그룹의 추가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삭제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수정이 가능한 팝업을 출력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다음 페이지 참고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 內 장치 현황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추가된 그룹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內 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사이트 內 장치 현황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內 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추가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/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삭제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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버튼을 사용하여 각 리스트 內에 포함된 장치를 추가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삭제 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.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76972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7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적용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적용하고 이전 페이지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그룹 현황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으로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902037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8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적용하지 않고 이전 페이지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그룹 현황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으로 이동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6286058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50405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1196752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장치 그룹 현황 편집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FB85F2F-51DC-4017-8C5E-AD9462F439F6}"/>
              </a:ext>
            </a:extLst>
          </p:cNvPr>
          <p:cNvSpPr/>
          <p:nvPr/>
        </p:nvSpPr>
        <p:spPr>
          <a:xfrm>
            <a:off x="344488" y="1556792"/>
            <a:ext cx="7776864" cy="3197667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30D1016A-13FB-4513-A8E9-706EE203BB52}"/>
              </a:ext>
            </a:extLst>
          </p:cNvPr>
          <p:cNvGrpSpPr/>
          <p:nvPr/>
        </p:nvGrpSpPr>
        <p:grpSpPr>
          <a:xfrm>
            <a:off x="3039178" y="5121796"/>
            <a:ext cx="2494046" cy="323428"/>
            <a:chOff x="3791228" y="5284908"/>
            <a:chExt cx="2630919" cy="360040"/>
          </a:xfrm>
        </p:grpSpPr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적용</a:t>
              </a: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3D9A0764-2FF1-44DF-A947-222307667FC1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3F865AF4-D812-4E47-8A2C-BB70C9A7446E}"/>
              </a:ext>
            </a:extLst>
          </p:cNvPr>
          <p:cNvSpPr/>
          <p:nvPr/>
        </p:nvSpPr>
        <p:spPr>
          <a:xfrm>
            <a:off x="344488" y="1700808"/>
            <a:ext cx="850276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사이트 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44E89D5-57EC-4427-A76C-DEC387D92F51}"/>
              </a:ext>
            </a:extLst>
          </p:cNvPr>
          <p:cNvSpPr/>
          <p:nvPr/>
        </p:nvSpPr>
        <p:spPr>
          <a:xfrm>
            <a:off x="1328683" y="1700808"/>
            <a:ext cx="2216695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롯데 정밀 화학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E2D75D4-0BB3-4E93-856D-B663937405D5}"/>
              </a:ext>
            </a:extLst>
          </p:cNvPr>
          <p:cNvSpPr/>
          <p:nvPr/>
        </p:nvSpPr>
        <p:spPr>
          <a:xfrm>
            <a:off x="1078388" y="2407121"/>
            <a:ext cx="1440160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그룹에 포함된 장치</a:t>
            </a:r>
          </a:p>
        </p:txBody>
      </p: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7F805C03-852D-4E38-823B-7B260687800F}"/>
              </a:ext>
            </a:extLst>
          </p:cNvPr>
          <p:cNvGrpSpPr/>
          <p:nvPr/>
        </p:nvGrpSpPr>
        <p:grpSpPr>
          <a:xfrm>
            <a:off x="1088559" y="2731094"/>
            <a:ext cx="3290806" cy="1626713"/>
            <a:chOff x="1100657" y="3228816"/>
            <a:chExt cx="2668622" cy="1807807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0B3E5012-7687-467A-9A40-176235875AE4}"/>
                </a:ext>
              </a:extLst>
            </p:cNvPr>
            <p:cNvSpPr/>
            <p:nvPr/>
          </p:nvSpPr>
          <p:spPr>
            <a:xfrm>
              <a:off x="1100657" y="3228817"/>
              <a:ext cx="2319215" cy="178435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_PCS_01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_PCS_02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_BMS_03</a:t>
              </a:r>
              <a:endParaRPr lang="ko-KR" altLang="en-US" sz="10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8ABDD246-FAC3-4FD7-AED1-015D2C7A4F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3633802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1717978E-CB68-4667-B2C8-4A96593EA3C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3973891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56D50F60-0FF8-44E4-A909-A86EB5A7EE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4323930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6" name="Picture 4" descr="ê´ë ¨ ì´ë¯¸ì§">
              <a:extLst>
                <a:ext uri="{FF2B5EF4-FFF2-40B4-BE49-F238E27FC236}">
                  <a16:creationId xmlns:a16="http://schemas.microsoft.com/office/drawing/2014/main" id="{6F44EBD6-67AB-4639-88A7-F21429C496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02287" y="3228816"/>
              <a:ext cx="866992" cy="180780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A6EEDE16-7A2F-439E-A0EB-09D7BA5068B2}"/>
              </a:ext>
            </a:extLst>
          </p:cNvPr>
          <p:cNvGrpSpPr/>
          <p:nvPr/>
        </p:nvGrpSpPr>
        <p:grpSpPr>
          <a:xfrm>
            <a:off x="4800064" y="2715577"/>
            <a:ext cx="3213122" cy="1626713"/>
            <a:chOff x="5364088" y="3211572"/>
            <a:chExt cx="3183311" cy="1807807"/>
          </a:xfrm>
        </p:grpSpPr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52821123-AFBB-4823-AEB1-DA07B26BB164}"/>
                </a:ext>
              </a:extLst>
            </p:cNvPr>
            <p:cNvSpPr/>
            <p:nvPr/>
          </p:nvSpPr>
          <p:spPr>
            <a:xfrm>
              <a:off x="5364088" y="3211573"/>
              <a:ext cx="2766515" cy="178435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_PCS_01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_PCS_02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_PCS_03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_BMS_01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_BMS_02</a:t>
              </a:r>
              <a:endPara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81BACF2B-3F89-430B-9BC1-726CA834F6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81932" y="3590919"/>
              <a:ext cx="2576593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CE1917E2-7952-415E-B1F7-43B1DC41AA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81932" y="3950056"/>
              <a:ext cx="2576593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F693D65-E3B0-497B-91F7-D1286E253A6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81932" y="4285724"/>
              <a:ext cx="2576593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2" name="Picture 4" descr="ê´ë ¨ ì´ë¯¸ì§">
              <a:extLst>
                <a:ext uri="{FF2B5EF4-FFF2-40B4-BE49-F238E27FC236}">
                  <a16:creationId xmlns:a16="http://schemas.microsoft.com/office/drawing/2014/main" id="{6E0D5C54-9FEC-44ED-8A61-00725E4E78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13193" y="3211572"/>
              <a:ext cx="1034206" cy="180780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6CD9608D-1C2B-4A79-9E37-6F8B167FEC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81932" y="4628236"/>
              <a:ext cx="2576593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C24B7912-C57E-4BAC-ADE4-FC75497AA8C6}"/>
              </a:ext>
            </a:extLst>
          </p:cNvPr>
          <p:cNvGrpSpPr/>
          <p:nvPr/>
        </p:nvGrpSpPr>
        <p:grpSpPr>
          <a:xfrm>
            <a:off x="4184292" y="3145423"/>
            <a:ext cx="393759" cy="745922"/>
            <a:chOff x="4437543" y="3456671"/>
            <a:chExt cx="423448" cy="828962"/>
          </a:xfrm>
        </p:grpSpPr>
        <p:pic>
          <p:nvPicPr>
            <p:cNvPr id="67" name="Picture 6" descr="white arrowì ëí ì´ë¯¸ì§ ê²ìê²°ê³¼">
              <a:extLst>
                <a:ext uri="{FF2B5EF4-FFF2-40B4-BE49-F238E27FC236}">
                  <a16:creationId xmlns:a16="http://schemas.microsoft.com/office/drawing/2014/main" id="{42F4033E-32DD-4EA0-B8B6-9FDBCAFE5E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>
              <a:off x="4437544" y="3456671"/>
              <a:ext cx="423447" cy="42344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8" name="Picture 8" descr="white arrowì ëí ì´ë¯¸ì§ ê²ìê²°ê³¼">
              <a:extLst>
                <a:ext uri="{FF2B5EF4-FFF2-40B4-BE49-F238E27FC236}">
                  <a16:creationId xmlns:a16="http://schemas.microsoft.com/office/drawing/2014/main" id="{D4A218E6-1CBE-4834-B8A3-5D1653EFCD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7543" y="3862185"/>
              <a:ext cx="423448" cy="42344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C3C75D86-456C-40F9-8DD5-C0EA33A6DFA9}"/>
              </a:ext>
            </a:extLst>
          </p:cNvPr>
          <p:cNvSpPr/>
          <p:nvPr/>
        </p:nvSpPr>
        <p:spPr>
          <a:xfrm>
            <a:off x="4750796" y="2408081"/>
            <a:ext cx="1138308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사이트 내 장치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E7F3C013-B344-4F51-9EF0-D4AB977EE137}"/>
              </a:ext>
            </a:extLst>
          </p:cNvPr>
          <p:cNvSpPr/>
          <p:nvPr/>
        </p:nvSpPr>
        <p:spPr>
          <a:xfrm>
            <a:off x="3548692" y="1700808"/>
            <a:ext cx="334796" cy="323974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227" name="타원형 설명선 226"/>
          <p:cNvSpPr/>
          <p:nvPr/>
        </p:nvSpPr>
        <p:spPr>
          <a:xfrm>
            <a:off x="4038127" y="158316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872559" y="235099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4576827" y="235099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4157598" y="492553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2799240" y="492553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458958" y="1585659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말풍선: 모서리가 둥근 사각형 72">
            <a:extLst>
              <a:ext uri="{FF2B5EF4-FFF2-40B4-BE49-F238E27FC236}">
                <a16:creationId xmlns:a16="http://schemas.microsoft.com/office/drawing/2014/main" id="{F414FDFC-4E1D-4716-9AA1-B567A1EE790F}"/>
              </a:ext>
            </a:extLst>
          </p:cNvPr>
          <p:cNvSpPr/>
          <p:nvPr/>
        </p:nvSpPr>
        <p:spPr>
          <a:xfrm>
            <a:off x="1118058" y="4397680"/>
            <a:ext cx="2394782" cy="517793"/>
          </a:xfrm>
          <a:prstGeom prst="wedgeRoundRectCallout">
            <a:avLst>
              <a:gd name="adj1" fmla="val -32861"/>
              <a:gd name="adj2" fmla="val -75598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Description #2-2), #2-3)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항목에 대한 동작을 리스트 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UI 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상에 버튼 등으로 추가하는 방안 검토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F649E07A-7A68-4A13-A8F7-FD79A0570A9A}"/>
              </a:ext>
            </a:extLst>
          </p:cNvPr>
          <p:cNvSpPr/>
          <p:nvPr/>
        </p:nvSpPr>
        <p:spPr>
          <a:xfrm>
            <a:off x="3790264" y="1695986"/>
            <a:ext cx="1138308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장치</a:t>
            </a:r>
            <a:r>
              <a:rPr lang="en-US" altLang="ko-KR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그룹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0338F2B5-647D-4895-93FF-A2F587EDA292}"/>
              </a:ext>
            </a:extLst>
          </p:cNvPr>
          <p:cNvSpPr/>
          <p:nvPr/>
        </p:nvSpPr>
        <p:spPr>
          <a:xfrm>
            <a:off x="5062491" y="1695986"/>
            <a:ext cx="2216695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롯데</a:t>
            </a:r>
            <a:r>
              <a: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_</a:t>
            </a: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장치그룹</a:t>
            </a:r>
            <a:r>
              <a:rPr lang="en-US" altLang="ko-KR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_01</a:t>
            </a: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95818874-825F-4255-8751-74823B8D071F}"/>
              </a:ext>
            </a:extLst>
          </p:cNvPr>
          <p:cNvSpPr/>
          <p:nvPr/>
        </p:nvSpPr>
        <p:spPr>
          <a:xfrm>
            <a:off x="7282500" y="1695986"/>
            <a:ext cx="334796" cy="323974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77" name="Picture 2" descr="editì ëí ì´ë¯¸ì§ ê²ìê²°ê³¼">
            <a:extLst>
              <a:ext uri="{FF2B5EF4-FFF2-40B4-BE49-F238E27FC236}">
                <a16:creationId xmlns:a16="http://schemas.microsoft.com/office/drawing/2014/main" id="{D1AD4A20-5A02-4BA3-9251-D704499486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7296" y="1671491"/>
            <a:ext cx="348469" cy="3484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5" name="타원형 설명선 244"/>
          <p:cNvSpPr/>
          <p:nvPr/>
        </p:nvSpPr>
        <p:spPr>
          <a:xfrm>
            <a:off x="7418797" y="152195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타원형 설명선 265">
            <a:extLst>
              <a:ext uri="{FF2B5EF4-FFF2-40B4-BE49-F238E27FC236}">
                <a16:creationId xmlns:a16="http://schemas.microsoft.com/office/drawing/2014/main" id="{93539A79-AC69-44AD-80F8-C257969835DB}"/>
              </a:ext>
            </a:extLst>
          </p:cNvPr>
          <p:cNvSpPr/>
          <p:nvPr/>
        </p:nvSpPr>
        <p:spPr>
          <a:xfrm>
            <a:off x="4025683" y="304385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8629307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41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2816137"/>
              </p:ext>
            </p:extLst>
          </p:nvPr>
        </p:nvGraphicFramePr>
        <p:xfrm>
          <a:off x="8469313" y="276225"/>
          <a:ext cx="1404000" cy="5527104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콤보박스에서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를 선택하면 하단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장치그룹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과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리스트에 해당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의 현황이 반영된다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텍스트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에디트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창에 직접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명을 입력하고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엔터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키를 누르면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1)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과 같이 동작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가 존재하지 않을 경우 안내문구 출력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“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입력하신 사이트를 찾을 수 없습니다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.”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Site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內 장치 그룹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현황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현재 선택된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Site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內 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그룹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내 각 항목은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editable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상태이며 마우스 클릭 후 활성화되면 장치 그룹명을 편집 가능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장치 그룹 삭제</a:t>
                      </a:r>
                      <a:endParaRPr lang="en-US" altLang="ko-KR" sz="800" b="1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1) </a:t>
                      </a:r>
                      <a:r>
                        <a:rPr lang="ko-KR" altLang="en-US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버튼 클릭하여 해당 장치 그룹 삭제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리스트 내 장치 그룹명을 선택하고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delete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키를 누르면 동일 동작 진행</a:t>
                      </a:r>
                      <a:endParaRPr lang="en-US" altLang="ko-KR" sz="800" b="0" u="none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 그룹 추가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에디트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영역에 장치 그룹 명을 입력하고 우측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+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버튼을 클릭하면 장치 그룹 추가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적용하고 팝업을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6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취소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모든 변경사항을 적용하지 않고 팝업을 종료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0DBD963-6553-410B-BFF5-229C31D43475}"/>
              </a:ext>
            </a:extLst>
          </p:cNvPr>
          <p:cNvSpPr/>
          <p:nvPr/>
        </p:nvSpPr>
        <p:spPr>
          <a:xfrm>
            <a:off x="373623" y="737091"/>
            <a:ext cx="4363353" cy="305195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200000"/>
              </a:lnSpc>
            </a:pPr>
            <a:endParaRPr lang="ko-KR" altLang="en-US" sz="10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E378E4C-417D-46FC-8EB2-997074DCFB87}"/>
              </a:ext>
            </a:extLst>
          </p:cNvPr>
          <p:cNvSpPr txBox="1"/>
          <p:nvPr/>
        </p:nvSpPr>
        <p:spPr>
          <a:xfrm>
            <a:off x="378210" y="407514"/>
            <a:ext cx="198250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장치 그룹 </a:t>
            </a:r>
            <a:r>
              <a:rPr lang="ko-KR" altLang="en-US" sz="1400" b="1">
                <a:latin typeface="맑은 고딕" panose="020B0503020000020004" pitchFamily="50" charset="-127"/>
                <a:ea typeface="맑은 고딕" panose="020B0503020000020004" pitchFamily="50" charset="-127"/>
              </a:rPr>
              <a:t>편집 팝업</a:t>
            </a:r>
            <a:endParaRPr lang="ko-KR" altLang="en-US" sz="1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0AD99E74-E4F8-4B82-A2CD-9386EF543A8B}"/>
              </a:ext>
            </a:extLst>
          </p:cNvPr>
          <p:cNvGrpSpPr/>
          <p:nvPr/>
        </p:nvGrpSpPr>
        <p:grpSpPr>
          <a:xfrm>
            <a:off x="992560" y="1427641"/>
            <a:ext cx="3600400" cy="1626713"/>
            <a:chOff x="1100657" y="3228816"/>
            <a:chExt cx="2668622" cy="1807807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974D6881-ECEE-4E2C-A4B3-C75BCC16014E}"/>
                </a:ext>
              </a:extLst>
            </p:cNvPr>
            <p:cNvSpPr/>
            <p:nvPr/>
          </p:nvSpPr>
          <p:spPr>
            <a:xfrm>
              <a:off x="1100657" y="3228817"/>
              <a:ext cx="2319215" cy="178435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</a:t>
              </a: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장치그룹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</a:t>
              </a: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장치그룹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</a:t>
              </a:r>
              <a:r>
                <a: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장치그룹</a:t>
              </a:r>
              <a:r>
                <a:rPr lang="en-US" altLang="ko-KR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_03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BBE382CB-7FB4-4349-B757-F0B3756754F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3633802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BF3D7605-B4DA-4590-ABFB-8CDFEA0DC63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3973891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1291EB12-1BED-4251-8B98-71D9DC6122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5616" y="4323930"/>
              <a:ext cx="2160000" cy="1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7" name="Picture 4" descr="ê´ë ¨ ì´ë¯¸ì§">
              <a:extLst>
                <a:ext uri="{FF2B5EF4-FFF2-40B4-BE49-F238E27FC236}">
                  <a16:creationId xmlns:a16="http://schemas.microsoft.com/office/drawing/2014/main" id="{9EE981B0-52E6-4178-8F73-2925A06E2F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02287" y="3228816"/>
              <a:ext cx="866992" cy="180780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E60D982C-7F26-44D9-89C7-D01BD08B20FD}"/>
              </a:ext>
            </a:extLst>
          </p:cNvPr>
          <p:cNvGrpSpPr/>
          <p:nvPr/>
        </p:nvGrpSpPr>
        <p:grpSpPr>
          <a:xfrm>
            <a:off x="1222812" y="3284984"/>
            <a:ext cx="2494046" cy="323428"/>
            <a:chOff x="3791228" y="5284908"/>
            <a:chExt cx="2630919" cy="360040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D78F6B5F-2DE0-46C0-804A-7FD446E3A050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확인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9AACB16A-A432-4E62-8840-DBA85B487862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64FEF60E-79CA-4C96-93CE-80B774127007}"/>
              </a:ext>
            </a:extLst>
          </p:cNvPr>
          <p:cNvSpPr/>
          <p:nvPr/>
        </p:nvSpPr>
        <p:spPr>
          <a:xfrm>
            <a:off x="606245" y="920378"/>
            <a:ext cx="850276" cy="32397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r"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사이트 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81C41558-AAC1-4B9A-BC4B-167FE8B81F45}"/>
              </a:ext>
            </a:extLst>
          </p:cNvPr>
          <p:cNvSpPr/>
          <p:nvPr/>
        </p:nvSpPr>
        <p:spPr>
          <a:xfrm>
            <a:off x="1590440" y="920378"/>
            <a:ext cx="2216695" cy="32397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롯데 정밀 화학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FAF4FEF-9533-470D-88B3-3E88E1FF897E}"/>
              </a:ext>
            </a:extLst>
          </p:cNvPr>
          <p:cNvSpPr/>
          <p:nvPr/>
        </p:nvSpPr>
        <p:spPr>
          <a:xfrm>
            <a:off x="3810449" y="920378"/>
            <a:ext cx="334796" cy="323974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>
              <a:lnSpc>
                <a:spcPct val="150000"/>
              </a:lnSpc>
            </a:pPr>
            <a:r>
              <a: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098" name="Picture 2" descr="ì­ì ì ëí ì´ë¯¸ì§ ê²ìê²°ê³¼">
            <a:extLst>
              <a:ext uri="{FF2B5EF4-FFF2-40B4-BE49-F238E27FC236}">
                <a16:creationId xmlns:a16="http://schemas.microsoft.com/office/drawing/2014/main" id="{99016921-344E-42F9-85A9-B6B3682D2E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6830" y="1554316"/>
            <a:ext cx="200055" cy="2000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6" name="Picture 2" descr="ì­ì ì ëí ì´ë¯¸ì§ ê²ìê²°ê³¼">
            <a:extLst>
              <a:ext uri="{FF2B5EF4-FFF2-40B4-BE49-F238E27FC236}">
                <a16:creationId xmlns:a16="http://schemas.microsoft.com/office/drawing/2014/main" id="{13C9F879-CF66-4FED-A9DC-3D61751ED7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6829" y="1852601"/>
            <a:ext cx="200055" cy="2000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7" name="Picture 2" descr="ì­ì ì ëí ì´ë¯¸ì§ ê²ìê²°ê³¼">
            <a:extLst>
              <a:ext uri="{FF2B5EF4-FFF2-40B4-BE49-F238E27FC236}">
                <a16:creationId xmlns:a16="http://schemas.microsoft.com/office/drawing/2014/main" id="{0A0CC7A3-059E-4F56-94DD-8B29BF10D1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6829" y="2143798"/>
            <a:ext cx="200055" cy="2000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6" name="Picture 10" descr="ê´ë ¨ ì´ë¯¸ì§">
            <a:extLst>
              <a:ext uri="{FF2B5EF4-FFF2-40B4-BE49-F238E27FC236}">
                <a16:creationId xmlns:a16="http://schemas.microsoft.com/office/drawing/2014/main" id="{0C7CDA59-2BCF-410E-B829-A37678CDC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99856" y="2452816"/>
            <a:ext cx="234000" cy="23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직사각형 10">
            <a:extLst>
              <a:ext uri="{FF2B5EF4-FFF2-40B4-BE49-F238E27FC236}">
                <a16:creationId xmlns:a16="http://schemas.microsoft.com/office/drawing/2014/main" id="{AF80840A-E91B-4EC5-A6DB-214EF0E3555A}"/>
              </a:ext>
            </a:extLst>
          </p:cNvPr>
          <p:cNvSpPr/>
          <p:nvPr/>
        </p:nvSpPr>
        <p:spPr>
          <a:xfrm>
            <a:off x="1061392" y="2445154"/>
            <a:ext cx="2451447" cy="28194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타원형 설명선 226">
            <a:extLst>
              <a:ext uri="{FF2B5EF4-FFF2-40B4-BE49-F238E27FC236}">
                <a16:creationId xmlns:a16="http://schemas.microsoft.com/office/drawing/2014/main" id="{EFD1149C-96CE-4EA1-9D7D-C50D63557569}"/>
              </a:ext>
            </a:extLst>
          </p:cNvPr>
          <p:cNvSpPr/>
          <p:nvPr/>
        </p:nvSpPr>
        <p:spPr>
          <a:xfrm>
            <a:off x="666903" y="12390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1" name="타원형 설명선 243">
            <a:extLst>
              <a:ext uri="{FF2B5EF4-FFF2-40B4-BE49-F238E27FC236}">
                <a16:creationId xmlns:a16="http://schemas.microsoft.com/office/drawing/2014/main" id="{D29AD12E-8E7B-4125-BDDB-6B3CDC6DCAE3}"/>
              </a:ext>
            </a:extLst>
          </p:cNvPr>
          <p:cNvSpPr/>
          <p:nvPr/>
        </p:nvSpPr>
        <p:spPr>
          <a:xfrm>
            <a:off x="758375" y="230642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2" name="타원형 설명선 244">
            <a:extLst>
              <a:ext uri="{FF2B5EF4-FFF2-40B4-BE49-F238E27FC236}">
                <a16:creationId xmlns:a16="http://schemas.microsoft.com/office/drawing/2014/main" id="{D3163BF3-701F-4E5F-8B26-8DFB1E0E8D3C}"/>
              </a:ext>
            </a:extLst>
          </p:cNvPr>
          <p:cNvSpPr/>
          <p:nvPr/>
        </p:nvSpPr>
        <p:spPr>
          <a:xfrm>
            <a:off x="3244759" y="136698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3" name="타원형 설명선 245">
            <a:extLst>
              <a:ext uri="{FF2B5EF4-FFF2-40B4-BE49-F238E27FC236}">
                <a16:creationId xmlns:a16="http://schemas.microsoft.com/office/drawing/2014/main" id="{16AF123E-CE29-42D9-ABE4-FDFECB49598D}"/>
              </a:ext>
            </a:extLst>
          </p:cNvPr>
          <p:cNvSpPr/>
          <p:nvPr/>
        </p:nvSpPr>
        <p:spPr>
          <a:xfrm>
            <a:off x="1032461" y="305112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6" name="타원형 설명선 265">
            <a:extLst>
              <a:ext uri="{FF2B5EF4-FFF2-40B4-BE49-F238E27FC236}">
                <a16:creationId xmlns:a16="http://schemas.microsoft.com/office/drawing/2014/main" id="{1BCA392B-C604-4257-AC47-327CAD17BFF6}"/>
              </a:ext>
            </a:extLst>
          </p:cNvPr>
          <p:cNvSpPr/>
          <p:nvPr/>
        </p:nvSpPr>
        <p:spPr>
          <a:xfrm>
            <a:off x="2339299" y="306073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타원형 설명선 225">
            <a:extLst>
              <a:ext uri="{FF2B5EF4-FFF2-40B4-BE49-F238E27FC236}">
                <a16:creationId xmlns:a16="http://schemas.microsoft.com/office/drawing/2014/main" id="{9AD54132-DB96-47B0-83A3-FD8E738F7AF6}"/>
              </a:ext>
            </a:extLst>
          </p:cNvPr>
          <p:cNvSpPr/>
          <p:nvPr/>
        </p:nvSpPr>
        <p:spPr>
          <a:xfrm>
            <a:off x="648149" y="812378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말풍선: 모서리가 둥근 사각형 97">
            <a:extLst>
              <a:ext uri="{FF2B5EF4-FFF2-40B4-BE49-F238E27FC236}">
                <a16:creationId xmlns:a16="http://schemas.microsoft.com/office/drawing/2014/main" id="{82BB19FC-0EB4-48CE-959B-A0F859D7CF3C}"/>
              </a:ext>
            </a:extLst>
          </p:cNvPr>
          <p:cNvSpPr/>
          <p:nvPr/>
        </p:nvSpPr>
        <p:spPr>
          <a:xfrm>
            <a:off x="3742550" y="3849583"/>
            <a:ext cx="2002538" cy="517793"/>
          </a:xfrm>
          <a:prstGeom prst="wedgeRoundRectCallout">
            <a:avLst>
              <a:gd name="adj1" fmla="val -31973"/>
              <a:gd name="adj2" fmla="val -72860"/>
              <a:gd name="adj3" fmla="val 16667"/>
            </a:avLst>
          </a:prstGeom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eaLnBrk="0" fontAlgn="base" hangingPunct="0">
              <a:spcBef>
                <a:spcPct val="20000"/>
              </a:spcBef>
              <a:spcAft>
                <a:spcPct val="0"/>
              </a:spcAft>
            </a:pP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임의의 구성이므로 디자인</a:t>
            </a:r>
            <a:r>
              <a:rPr kumimoji="1"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/</a:t>
            </a:r>
            <a:r>
              <a:rPr kumimoji="1"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  <a:sym typeface="Gill Sans"/>
              </a:rPr>
              <a:t>퍼블리싱 검토 시에 범용적인 형태의 편집 창으로 구성 필요</a:t>
            </a:r>
            <a:endParaRPr kumimoji="1"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  <a:sym typeface="Gill Sans"/>
            </a:endParaRPr>
          </a:p>
        </p:txBody>
      </p:sp>
    </p:spTree>
    <p:extLst>
      <p:ext uri="{BB962C8B-B14F-4D97-AF65-F5344CB8AC3E}">
        <p14:creationId xmlns:p14="http://schemas.microsoft.com/office/powerpoint/2010/main" val="98459986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42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4361305"/>
              </p:ext>
            </p:extLst>
          </p:nvPr>
        </p:nvGraphicFramePr>
        <p:xfrm>
          <a:off x="8469313" y="276225"/>
          <a:ext cx="1404000" cy="4869888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확인 기간 선택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조회를 위한 기본 제공 기간 표시 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오늘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),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개월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확인 기간 지정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 조회를 위한 기간 직접 입력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2)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시작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종료 일정 선택 후에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‘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’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버튼을 클릭하면 조회 및 갱신 진행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별 알람 현황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1)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장치 별 알람 현황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2)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비상</a:t>
                      </a:r>
                      <a:r>
                        <a:rPr lang="en-US" altLang="ko-KR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u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주의 구분 없이 표시</a:t>
                      </a: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비상 알람 현황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內 비상 알람에 대한 리스트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장치타입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ID,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알람타입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알람메시지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알람상태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조치여부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차후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spec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 후 최종 반영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주의 알람 현황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1)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조회 기간 內 주의 알람에 대한 리스트 표시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 -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장치타입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장치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ID,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알람시간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알람타입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알람메시지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알람상태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조치여부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 *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차후 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spec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확인 후 최종 반영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489653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" name="직사각형 51">
            <a:extLst>
              <a:ext uri="{FF2B5EF4-FFF2-40B4-BE49-F238E27FC236}">
                <a16:creationId xmlns:a16="http://schemas.microsoft.com/office/drawing/2014/main" id="{FF961FF0-B06A-4DE7-80CF-7120ED9C40E4}"/>
              </a:ext>
            </a:extLst>
          </p:cNvPr>
          <p:cNvSpPr/>
          <p:nvPr/>
        </p:nvSpPr>
        <p:spPr>
          <a:xfrm>
            <a:off x="194427" y="2795104"/>
            <a:ext cx="1267003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비상 알람 현황 </a:t>
            </a:r>
            <a:r>
              <a:rPr lang="en-US" altLang="ko-KR" sz="11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(2)</a:t>
            </a:r>
            <a:endParaRPr lang="ko-KR" altLang="en-US" sz="8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F2B2C55A-CB3A-48E6-842E-AEC22848B775}"/>
              </a:ext>
            </a:extLst>
          </p:cNvPr>
          <p:cNvSpPr/>
          <p:nvPr/>
        </p:nvSpPr>
        <p:spPr>
          <a:xfrm>
            <a:off x="194427" y="4149080"/>
            <a:ext cx="1267003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주의 알람 현황 </a:t>
            </a:r>
            <a:r>
              <a:rPr lang="en-US" altLang="ko-KR" sz="1100" b="1" dirty="0">
                <a:solidFill>
                  <a:srgbClr val="FF9933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(3)</a:t>
            </a:r>
            <a:endParaRPr lang="ko-KR" altLang="en-US" sz="800" b="1" dirty="0">
              <a:solidFill>
                <a:srgbClr val="FF9933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02B3EEE5-B1A0-407B-8669-F0A58C57B5F8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B4D1C5AF-EF0F-41CE-A5B4-C9F158E00F5E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106" name="직사각형 105">
              <a:extLst>
                <a:ext uri="{FF2B5EF4-FFF2-40B4-BE49-F238E27FC236}">
                  <a16:creationId xmlns:a16="http://schemas.microsoft.com/office/drawing/2014/main" id="{47B2C708-B8C6-4801-9537-07C91D6B38B1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CDF83034-1DA8-4D53-8D2B-6BB884DC515A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1FC06577-1B1F-41A1-A98E-D9BA4F69C11C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0EEB248A-4E2F-4604-809B-8DABFC1348C1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CF8F42C2-0E6E-4FC3-8743-955F5B355F21}"/>
              </a:ext>
            </a:extLst>
          </p:cNvPr>
          <p:cNvSpPr/>
          <p:nvPr/>
        </p:nvSpPr>
        <p:spPr>
          <a:xfrm>
            <a:off x="4332753" y="1564409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E8921834-2370-409E-9FB6-957FE75767D1}"/>
              </a:ext>
            </a:extLst>
          </p:cNvPr>
          <p:cNvSpPr/>
          <p:nvPr/>
        </p:nvSpPr>
        <p:spPr>
          <a:xfrm>
            <a:off x="5595506" y="1564409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88C0475F-767D-4968-B239-64E8DF30C9DD}"/>
              </a:ext>
            </a:extLst>
          </p:cNvPr>
          <p:cNvSpPr/>
          <p:nvPr/>
        </p:nvSpPr>
        <p:spPr>
          <a:xfrm>
            <a:off x="5883538" y="1564409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5C21EEE7-E7FF-4C7B-8D0F-E42EDF56C030}"/>
              </a:ext>
            </a:extLst>
          </p:cNvPr>
          <p:cNvSpPr/>
          <p:nvPr/>
        </p:nvSpPr>
        <p:spPr>
          <a:xfrm>
            <a:off x="6132953" y="1564409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1E5A3EDC-C4EE-473B-A522-2C43DA6F2EBE}"/>
              </a:ext>
            </a:extLst>
          </p:cNvPr>
          <p:cNvSpPr/>
          <p:nvPr/>
        </p:nvSpPr>
        <p:spPr>
          <a:xfrm>
            <a:off x="7395706" y="1564409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4EC2CE1F-95FF-44B6-B6E3-594018B8589D}"/>
              </a:ext>
            </a:extLst>
          </p:cNvPr>
          <p:cNvSpPr/>
          <p:nvPr/>
        </p:nvSpPr>
        <p:spPr>
          <a:xfrm>
            <a:off x="7714065" y="1564409"/>
            <a:ext cx="471046" cy="288033"/>
          </a:xfrm>
          <a:prstGeom prst="rect">
            <a:avLst/>
          </a:prstGeom>
          <a:solidFill>
            <a:srgbClr val="0099FF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</a:p>
        </p:txBody>
      </p:sp>
      <p:sp>
        <p:nvSpPr>
          <p:cNvPr id="140" name="사각형: 둥근 모서리 139">
            <a:extLst>
              <a:ext uri="{FF2B5EF4-FFF2-40B4-BE49-F238E27FC236}">
                <a16:creationId xmlns:a16="http://schemas.microsoft.com/office/drawing/2014/main" id="{E1D9C8AC-4A60-4C5C-99D4-2AF4F6BDEB1B}"/>
              </a:ext>
            </a:extLst>
          </p:cNvPr>
          <p:cNvSpPr/>
          <p:nvPr/>
        </p:nvSpPr>
        <p:spPr>
          <a:xfrm>
            <a:off x="1275335" y="1556792"/>
            <a:ext cx="1013369" cy="295649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</a:rPr>
              <a:t>1</a:t>
            </a:r>
            <a:r>
              <a:rPr lang="ko-KR" altLang="en-US" sz="900" dirty="0">
                <a:solidFill>
                  <a:schemeClr val="tx1"/>
                </a:solidFill>
              </a:rPr>
              <a:t>일 </a:t>
            </a:r>
            <a:r>
              <a:rPr lang="en-US" altLang="ko-KR" sz="900" dirty="0">
                <a:solidFill>
                  <a:schemeClr val="tx1"/>
                </a:solidFill>
              </a:rPr>
              <a:t>(</a:t>
            </a:r>
            <a:r>
              <a:rPr lang="ko-KR" altLang="en-US" sz="900" dirty="0">
                <a:solidFill>
                  <a:schemeClr val="tx1"/>
                </a:solidFill>
              </a:rPr>
              <a:t>오늘</a:t>
            </a:r>
            <a:r>
              <a:rPr lang="en-US" altLang="ko-KR" sz="900" dirty="0">
                <a:solidFill>
                  <a:schemeClr val="tx1"/>
                </a:solidFill>
              </a:rPr>
              <a:t>)   </a:t>
            </a:r>
            <a:r>
              <a:rPr lang="ko-KR" altLang="en-US" sz="900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F20A0837-49C6-4153-8285-1657AE73D414}"/>
              </a:ext>
            </a:extLst>
          </p:cNvPr>
          <p:cNvSpPr/>
          <p:nvPr/>
        </p:nvSpPr>
        <p:spPr>
          <a:xfrm>
            <a:off x="216315" y="155679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알람 현황</a:t>
            </a: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B2133A3F-6B23-4ADF-822C-9DEA05C15891}"/>
              </a:ext>
            </a:extLst>
          </p:cNvPr>
          <p:cNvGrpSpPr/>
          <p:nvPr/>
        </p:nvGrpSpPr>
        <p:grpSpPr>
          <a:xfrm>
            <a:off x="321143" y="2009038"/>
            <a:ext cx="1476335" cy="835401"/>
            <a:chOff x="321143" y="1985652"/>
            <a:chExt cx="1476335" cy="835401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D0068107-0BA8-4B00-A4BE-F7BE86D5D551}"/>
                </a:ext>
              </a:extLst>
            </p:cNvPr>
            <p:cNvSpPr/>
            <p:nvPr/>
          </p:nvSpPr>
          <p:spPr>
            <a:xfrm>
              <a:off x="321143" y="1985652"/>
              <a:ext cx="1476335" cy="835401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143" name="Picture 2" descr="enertalkì ëí ì´ë¯¸ì§ ê²ìê²°ê³¼">
              <a:extLst>
                <a:ext uri="{FF2B5EF4-FFF2-40B4-BE49-F238E27FC236}">
                  <a16:creationId xmlns:a16="http://schemas.microsoft.com/office/drawing/2014/main" id="{6D4155BC-04C5-4EDA-A9BC-9503EBBE37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024" y="2334704"/>
              <a:ext cx="423124" cy="42312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A589BEED-C5E1-483C-A0B1-BA4604A7E73D}"/>
                </a:ext>
              </a:extLst>
            </p:cNvPr>
            <p:cNvCxnSpPr>
              <a:cxnSpLocks/>
            </p:cNvCxnSpPr>
            <p:nvPr/>
          </p:nvCxnSpPr>
          <p:spPr>
            <a:xfrm>
              <a:off x="992560" y="2014103"/>
              <a:ext cx="0" cy="773913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8BB889C-214C-48B1-A82D-487475D5D249}"/>
                </a:ext>
              </a:extLst>
            </p:cNvPr>
            <p:cNvSpPr txBox="1"/>
            <p:nvPr/>
          </p:nvSpPr>
          <p:spPr>
            <a:xfrm>
              <a:off x="349493" y="2014195"/>
              <a:ext cx="66972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IOE(</a:t>
              </a:r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건</a:t>
              </a:r>
              <a:r>
                <a:rPr lang="en-US" altLang="ko-KR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AE73F82-6355-4825-B1D8-8392DDF23AEC}"/>
                </a:ext>
              </a:extLst>
            </p:cNvPr>
            <p:cNvSpPr txBox="1"/>
            <p:nvPr/>
          </p:nvSpPr>
          <p:spPr>
            <a:xfrm>
              <a:off x="1246953" y="2147310"/>
              <a:ext cx="28803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</a:t>
              </a:r>
              <a:endParaRPr lang="ko-KR" altLang="en-US" sz="2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BD4ECB9D-07BE-4F3A-ADBA-2E8F0B10BA5B}"/>
              </a:ext>
            </a:extLst>
          </p:cNvPr>
          <p:cNvSpPr/>
          <p:nvPr/>
        </p:nvSpPr>
        <p:spPr>
          <a:xfrm>
            <a:off x="1911269" y="2009038"/>
            <a:ext cx="1476335" cy="835401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88F3ADFA-5478-4FEC-A0D1-9CA66A194448}"/>
              </a:ext>
            </a:extLst>
          </p:cNvPr>
          <p:cNvCxnSpPr>
            <a:cxnSpLocks/>
          </p:cNvCxnSpPr>
          <p:nvPr/>
        </p:nvCxnSpPr>
        <p:spPr>
          <a:xfrm>
            <a:off x="2582686" y="2037489"/>
            <a:ext cx="0" cy="7739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TextBox 154">
            <a:extLst>
              <a:ext uri="{FF2B5EF4-FFF2-40B4-BE49-F238E27FC236}">
                <a16:creationId xmlns:a16="http://schemas.microsoft.com/office/drawing/2014/main" id="{7BBC897B-0CAB-4410-915C-C3721383F30F}"/>
              </a:ext>
            </a:extLst>
          </p:cNvPr>
          <p:cNvSpPr txBox="1"/>
          <p:nvPr/>
        </p:nvSpPr>
        <p:spPr>
          <a:xfrm>
            <a:off x="1939619" y="2037581"/>
            <a:ext cx="66972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PCS(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BE8946D3-3B14-4B48-A646-378BBCAA8167}"/>
              </a:ext>
            </a:extLst>
          </p:cNvPr>
          <p:cNvSpPr txBox="1"/>
          <p:nvPr/>
        </p:nvSpPr>
        <p:spPr>
          <a:xfrm>
            <a:off x="2837079" y="2170696"/>
            <a:ext cx="2880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2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FC7198ED-609D-4EE8-89C9-A8BC35AF844D}"/>
              </a:ext>
            </a:extLst>
          </p:cNvPr>
          <p:cNvSpPr/>
          <p:nvPr/>
        </p:nvSpPr>
        <p:spPr>
          <a:xfrm>
            <a:off x="3501395" y="2009038"/>
            <a:ext cx="1476335" cy="835401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0" name="직선 연결선 159">
            <a:extLst>
              <a:ext uri="{FF2B5EF4-FFF2-40B4-BE49-F238E27FC236}">
                <a16:creationId xmlns:a16="http://schemas.microsoft.com/office/drawing/2014/main" id="{0463B798-7A54-4B44-B941-61B3C71C1022}"/>
              </a:ext>
            </a:extLst>
          </p:cNvPr>
          <p:cNvCxnSpPr>
            <a:cxnSpLocks/>
          </p:cNvCxnSpPr>
          <p:nvPr/>
        </p:nvCxnSpPr>
        <p:spPr>
          <a:xfrm>
            <a:off x="4172812" y="2037489"/>
            <a:ext cx="0" cy="7739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TextBox 160">
            <a:extLst>
              <a:ext uri="{FF2B5EF4-FFF2-40B4-BE49-F238E27FC236}">
                <a16:creationId xmlns:a16="http://schemas.microsoft.com/office/drawing/2014/main" id="{479B1AD8-66CE-4F41-BDBD-5F7B45A0E294}"/>
              </a:ext>
            </a:extLst>
          </p:cNvPr>
          <p:cNvSpPr txBox="1"/>
          <p:nvPr/>
        </p:nvSpPr>
        <p:spPr>
          <a:xfrm>
            <a:off x="3529745" y="2037581"/>
            <a:ext cx="66972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BMS(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D1A4A63A-64C2-42A1-AD32-64181501079B}"/>
              </a:ext>
            </a:extLst>
          </p:cNvPr>
          <p:cNvSpPr txBox="1"/>
          <p:nvPr/>
        </p:nvSpPr>
        <p:spPr>
          <a:xfrm>
            <a:off x="4427205" y="2170696"/>
            <a:ext cx="2880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2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78403265-3DD2-4BCA-A7F0-45FE57C1B8F7}"/>
              </a:ext>
            </a:extLst>
          </p:cNvPr>
          <p:cNvSpPr/>
          <p:nvPr/>
        </p:nvSpPr>
        <p:spPr>
          <a:xfrm>
            <a:off x="5091521" y="2009038"/>
            <a:ext cx="1476335" cy="835401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5292FA36-9E84-4854-95CF-2E47DCBD183A}"/>
              </a:ext>
            </a:extLst>
          </p:cNvPr>
          <p:cNvCxnSpPr>
            <a:cxnSpLocks/>
          </p:cNvCxnSpPr>
          <p:nvPr/>
        </p:nvCxnSpPr>
        <p:spPr>
          <a:xfrm>
            <a:off x="5762938" y="2037489"/>
            <a:ext cx="0" cy="7739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4D706353-9122-4681-B7C8-EAE4D4DCDB74}"/>
              </a:ext>
            </a:extLst>
          </p:cNvPr>
          <p:cNvSpPr txBox="1"/>
          <p:nvPr/>
        </p:nvSpPr>
        <p:spPr>
          <a:xfrm>
            <a:off x="5119871" y="2037581"/>
            <a:ext cx="66972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PV(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2D3DBEB0-1C8E-4947-B574-CE965E7C2C50}"/>
              </a:ext>
            </a:extLst>
          </p:cNvPr>
          <p:cNvSpPr txBox="1"/>
          <p:nvPr/>
        </p:nvSpPr>
        <p:spPr>
          <a:xfrm>
            <a:off x="6017331" y="2170696"/>
            <a:ext cx="2880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  <a:endParaRPr lang="ko-KR" altLang="en-US" sz="2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648B381A-0C63-4E52-A4F0-0D2CD0459AEA}"/>
              </a:ext>
            </a:extLst>
          </p:cNvPr>
          <p:cNvSpPr/>
          <p:nvPr/>
        </p:nvSpPr>
        <p:spPr>
          <a:xfrm>
            <a:off x="6681647" y="2009038"/>
            <a:ext cx="1476335" cy="835401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F7B030C4-7907-4F6D-BF1A-604AC330E8DB}"/>
              </a:ext>
            </a:extLst>
          </p:cNvPr>
          <p:cNvCxnSpPr>
            <a:cxnSpLocks/>
          </p:cNvCxnSpPr>
          <p:nvPr/>
        </p:nvCxnSpPr>
        <p:spPr>
          <a:xfrm>
            <a:off x="7353064" y="2037489"/>
            <a:ext cx="0" cy="7739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extBox 172">
            <a:extLst>
              <a:ext uri="{FF2B5EF4-FFF2-40B4-BE49-F238E27FC236}">
                <a16:creationId xmlns:a16="http://schemas.microsoft.com/office/drawing/2014/main" id="{017D45BF-9AB5-490C-8D0A-E4B12FE0ADD6}"/>
              </a:ext>
            </a:extLst>
          </p:cNvPr>
          <p:cNvSpPr txBox="1"/>
          <p:nvPr/>
        </p:nvSpPr>
        <p:spPr>
          <a:xfrm>
            <a:off x="6709997" y="2304507"/>
            <a:ext cx="669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기타</a:t>
            </a:r>
            <a:r>
              <a:rPr lang="en-US" altLang="ko-KR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lang="en-US" altLang="ko-KR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1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B3AEFC19-0FED-4B3B-9966-635EC79D9482}"/>
              </a:ext>
            </a:extLst>
          </p:cNvPr>
          <p:cNvSpPr txBox="1"/>
          <p:nvPr/>
        </p:nvSpPr>
        <p:spPr>
          <a:xfrm>
            <a:off x="7607457" y="2170696"/>
            <a:ext cx="2880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  <a:endParaRPr lang="ko-KR" altLang="en-US" sz="2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2" name="Picture 2" descr="ê´ë ¨ ì´ë¯¸ì§">
            <a:extLst>
              <a:ext uri="{FF2B5EF4-FFF2-40B4-BE49-F238E27FC236}">
                <a16:creationId xmlns:a16="http://schemas.microsoft.com/office/drawing/2014/main" id="{BE263A1A-FE65-4E5C-A129-D7A155CB12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15922" y="2324494"/>
            <a:ext cx="470556" cy="4705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4" name="Picture 2">
            <a:extLst>
              <a:ext uri="{FF2B5EF4-FFF2-40B4-BE49-F238E27FC236}">
                <a16:creationId xmlns:a16="http://schemas.microsoft.com/office/drawing/2014/main" id="{FA878888-83E4-4101-80F3-2FAA503BF209}"/>
              </a:ext>
            </a:extLst>
          </p:cNvPr>
          <p:cNvPicPr/>
          <p:nvPr/>
        </p:nvPicPr>
        <p:blipFill>
          <a:blip r:embed="rId8" cstate="print"/>
          <a:srcRect/>
          <a:stretch>
            <a:fillRect/>
          </a:stretch>
        </p:blipFill>
        <p:spPr bwMode="auto">
          <a:xfrm flipH="1">
            <a:off x="3706988" y="2366537"/>
            <a:ext cx="299838" cy="377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5" name="Picture 8" descr="photovoltaicsì ëí ì´ë¯¸ì§ ê²ìê²°ê³¼">
            <a:extLst>
              <a:ext uri="{FF2B5EF4-FFF2-40B4-BE49-F238E27FC236}">
                <a16:creationId xmlns:a16="http://schemas.microsoft.com/office/drawing/2014/main" id="{724265E9-8B6F-4D5A-A4DC-75352347CD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03867" y="2312345"/>
            <a:ext cx="482945" cy="4829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4" name="그룹 13">
            <a:extLst>
              <a:ext uri="{FF2B5EF4-FFF2-40B4-BE49-F238E27FC236}">
                <a16:creationId xmlns:a16="http://schemas.microsoft.com/office/drawing/2014/main" id="{8E41B280-A5CE-44F5-B6F1-CCFDFE80D0F8}"/>
              </a:ext>
            </a:extLst>
          </p:cNvPr>
          <p:cNvGrpSpPr/>
          <p:nvPr/>
        </p:nvGrpSpPr>
        <p:grpSpPr>
          <a:xfrm>
            <a:off x="277142" y="3149457"/>
            <a:ext cx="8265127" cy="979690"/>
            <a:chOff x="277142" y="3149457"/>
            <a:chExt cx="8265127" cy="979690"/>
          </a:xfrm>
        </p:grpSpPr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6802D395-F52D-4555-A630-7B80B833AA3B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149457"/>
              <a:ext cx="7748043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2FE84B20-D912-46CC-B65A-2CC0FD0FA29C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343864"/>
              <a:ext cx="7748043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542F2EFD-A9DC-426D-B0B0-0C6839A7AAEA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538271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AB0BC9D7-C2BA-430A-BBA8-906795FE11EB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732679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9D658DDE-50E0-41B1-BFBB-D722E1187246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927086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B92A9527-6DED-4C1E-8BA3-1CC2E8FD9842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4121493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EC5D7B87-DF81-4C4C-BB28-29ADCE252F7E}"/>
                </a:ext>
              </a:extLst>
            </p:cNvPr>
            <p:cNvGrpSpPr/>
            <p:nvPr/>
          </p:nvGrpSpPr>
          <p:grpSpPr>
            <a:xfrm>
              <a:off x="7697939" y="3326635"/>
              <a:ext cx="844330" cy="801586"/>
              <a:chOff x="8242960" y="2282537"/>
              <a:chExt cx="866992" cy="1143702"/>
            </a:xfrm>
          </p:grpSpPr>
          <p:sp>
            <p:nvSpPr>
              <p:cNvPr id="61" name="직사각형 60">
                <a:extLst>
                  <a:ext uri="{FF2B5EF4-FFF2-40B4-BE49-F238E27FC236}">
                    <a16:creationId xmlns:a16="http://schemas.microsoft.com/office/drawing/2014/main" id="{C3321668-029B-4E3B-8BBF-0485B6487D87}"/>
                  </a:ext>
                </a:extLst>
              </p:cNvPr>
              <p:cNvSpPr/>
              <p:nvPr/>
            </p:nvSpPr>
            <p:spPr>
              <a:xfrm>
                <a:off x="8579077" y="2289300"/>
                <a:ext cx="164131" cy="113693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62" name="Picture 4" descr="ê´ë ¨ ì´ë¯¸ì§">
                <a:extLst>
                  <a:ext uri="{FF2B5EF4-FFF2-40B4-BE49-F238E27FC236}">
                    <a16:creationId xmlns:a16="http://schemas.microsoft.com/office/drawing/2014/main" id="{BDF92AE1-4C00-4EE5-80D9-8496CB510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42960" y="2282537"/>
                <a:ext cx="866992" cy="11437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535A7499-D871-427A-BFE9-F5533B00EAA3}"/>
                </a:ext>
              </a:extLst>
            </p:cNvPr>
            <p:cNvSpPr txBox="1"/>
            <p:nvPr/>
          </p:nvSpPr>
          <p:spPr>
            <a:xfrm>
              <a:off x="1025735" y="3158233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명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0E20E09F-5951-46F4-8127-EE007BF9A043}"/>
                </a:ext>
              </a:extLst>
            </p:cNvPr>
            <p:cNvSpPr txBox="1"/>
            <p:nvPr/>
          </p:nvSpPr>
          <p:spPr>
            <a:xfrm>
              <a:off x="1753330" y="3158232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300DA903-A828-4247-99CF-B3AD6119CFED}"/>
                </a:ext>
              </a:extLst>
            </p:cNvPr>
            <p:cNvSpPr txBox="1"/>
            <p:nvPr/>
          </p:nvSpPr>
          <p:spPr>
            <a:xfrm>
              <a:off x="3420115" y="3158233"/>
              <a:ext cx="747163" cy="20005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타입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350C6183-0BCF-42FF-B08F-DF60489D516A}"/>
                </a:ext>
              </a:extLst>
            </p:cNvPr>
            <p:cNvSpPr txBox="1"/>
            <p:nvPr/>
          </p:nvSpPr>
          <p:spPr>
            <a:xfrm>
              <a:off x="4693130" y="3158233"/>
              <a:ext cx="907942" cy="20005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메시지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A83A878-BF96-47AD-84E5-848417EAD324}"/>
                </a:ext>
              </a:extLst>
            </p:cNvPr>
            <p:cNvSpPr txBox="1"/>
            <p:nvPr/>
          </p:nvSpPr>
          <p:spPr>
            <a:xfrm>
              <a:off x="6151156" y="3158233"/>
              <a:ext cx="771705" cy="20005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상태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3DA30F64-4F97-468B-82DE-A78031E001B2}"/>
                </a:ext>
              </a:extLst>
            </p:cNvPr>
            <p:cNvSpPr txBox="1"/>
            <p:nvPr/>
          </p:nvSpPr>
          <p:spPr>
            <a:xfrm>
              <a:off x="7050748" y="3156150"/>
              <a:ext cx="783748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조치 여부</a:t>
              </a:r>
            </a:p>
          </p:txBody>
        </p: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68E69F53-0751-45AC-AF70-D1FDEFB70256}"/>
                </a:ext>
              </a:extLst>
            </p:cNvPr>
            <p:cNvCxnSpPr>
              <a:cxnSpLocks/>
            </p:cNvCxnSpPr>
            <p:nvPr/>
          </p:nvCxnSpPr>
          <p:spPr>
            <a:xfrm>
              <a:off x="1630237" y="3343864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71AF4BA8-D643-4191-8ECD-5CB263DB5678}"/>
                </a:ext>
              </a:extLst>
            </p:cNvPr>
            <p:cNvCxnSpPr>
              <a:cxnSpLocks/>
            </p:cNvCxnSpPr>
            <p:nvPr/>
          </p:nvCxnSpPr>
          <p:spPr>
            <a:xfrm>
              <a:off x="2426106" y="3347022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FFD69206-8483-46D5-84EF-10A6D85E205D}"/>
                </a:ext>
              </a:extLst>
            </p:cNvPr>
            <p:cNvCxnSpPr>
              <a:cxnSpLocks/>
            </p:cNvCxnSpPr>
            <p:nvPr/>
          </p:nvCxnSpPr>
          <p:spPr>
            <a:xfrm>
              <a:off x="4232920" y="334076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3D7CD2C6-2CF1-44B3-A42C-4B7CD13877C7}"/>
                </a:ext>
              </a:extLst>
            </p:cNvPr>
            <p:cNvCxnSpPr>
              <a:cxnSpLocks/>
            </p:cNvCxnSpPr>
            <p:nvPr/>
          </p:nvCxnSpPr>
          <p:spPr>
            <a:xfrm>
              <a:off x="6048170" y="3348933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72ACAFEA-85C5-4DFD-A6EA-6C3389F6F2ED}"/>
                </a:ext>
              </a:extLst>
            </p:cNvPr>
            <p:cNvCxnSpPr>
              <a:cxnSpLocks/>
            </p:cNvCxnSpPr>
            <p:nvPr/>
          </p:nvCxnSpPr>
          <p:spPr>
            <a:xfrm>
              <a:off x="6998867" y="334076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86B672C0-3DA3-44F7-BD43-21A19CCA3DDC}"/>
                </a:ext>
              </a:extLst>
            </p:cNvPr>
            <p:cNvSpPr txBox="1"/>
            <p:nvPr/>
          </p:nvSpPr>
          <p:spPr>
            <a:xfrm>
              <a:off x="2533785" y="3160317"/>
              <a:ext cx="747163" cy="200055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시간</a:t>
              </a:r>
            </a:p>
          </p:txBody>
        </p: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B94C967-61F5-40E0-AA9C-585FD8AD21D6}"/>
                </a:ext>
              </a:extLst>
            </p:cNvPr>
            <p:cNvCxnSpPr>
              <a:cxnSpLocks/>
            </p:cNvCxnSpPr>
            <p:nvPr/>
          </p:nvCxnSpPr>
          <p:spPr>
            <a:xfrm>
              <a:off x="3336605" y="335152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4099CBD1-C2D5-45A9-81FB-B7E94662ECF3}"/>
                </a:ext>
              </a:extLst>
            </p:cNvPr>
            <p:cNvSpPr txBox="1"/>
            <p:nvPr/>
          </p:nvSpPr>
          <p:spPr>
            <a:xfrm>
              <a:off x="344488" y="3162060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타입</a:t>
              </a:r>
            </a:p>
          </p:txBody>
        </p: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7689F8A2-8B90-463C-A9F8-00DA91D162D0}"/>
                </a:ext>
              </a:extLst>
            </p:cNvPr>
            <p:cNvCxnSpPr>
              <a:cxnSpLocks/>
            </p:cNvCxnSpPr>
            <p:nvPr/>
          </p:nvCxnSpPr>
          <p:spPr>
            <a:xfrm>
              <a:off x="992560" y="334769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305286EA-382B-494D-A1FC-21858E17760C}"/>
              </a:ext>
            </a:extLst>
          </p:cNvPr>
          <p:cNvGrpSpPr/>
          <p:nvPr/>
        </p:nvGrpSpPr>
        <p:grpSpPr>
          <a:xfrm>
            <a:off x="277142" y="4499215"/>
            <a:ext cx="8265127" cy="979690"/>
            <a:chOff x="277142" y="3149457"/>
            <a:chExt cx="8265127" cy="979690"/>
          </a:xfrm>
        </p:grpSpPr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F9146F2B-5E01-4793-8DF3-9097C5D636F7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149457"/>
              <a:ext cx="7748043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DAD57D93-4F79-4C78-ADE6-FC31BE483310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343864"/>
              <a:ext cx="7748043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6B9FB14F-E45D-48CE-8367-08FBBDD4E726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538271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D8481565-8341-437E-9555-80A0BA42521F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732679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19F43DD8-901E-4F75-BBBC-DAAA905CDC4B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3927086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402D8A46-EAFC-4765-ABC9-D17D776D5D4C}"/>
                </a:ext>
              </a:extLst>
            </p:cNvPr>
            <p:cNvCxnSpPr>
              <a:cxnSpLocks/>
            </p:cNvCxnSpPr>
            <p:nvPr/>
          </p:nvCxnSpPr>
          <p:spPr>
            <a:xfrm>
              <a:off x="277142" y="4121493"/>
              <a:ext cx="7748043" cy="0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7950FEBB-E40A-4F59-AF6F-46F0F3F459CA}"/>
                </a:ext>
              </a:extLst>
            </p:cNvPr>
            <p:cNvGrpSpPr/>
            <p:nvPr/>
          </p:nvGrpSpPr>
          <p:grpSpPr>
            <a:xfrm>
              <a:off x="7697939" y="3326635"/>
              <a:ext cx="844330" cy="801586"/>
              <a:chOff x="8242960" y="2282537"/>
              <a:chExt cx="866992" cy="1143702"/>
            </a:xfrm>
          </p:grpSpPr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EB9A94E9-41CB-48FA-A698-167E235E632E}"/>
                  </a:ext>
                </a:extLst>
              </p:cNvPr>
              <p:cNvSpPr/>
              <p:nvPr/>
            </p:nvSpPr>
            <p:spPr>
              <a:xfrm>
                <a:off x="8579077" y="2289300"/>
                <a:ext cx="164131" cy="113693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205" name="Picture 4" descr="ê´ë ¨ ì´ë¯¸ì§">
                <a:extLst>
                  <a:ext uri="{FF2B5EF4-FFF2-40B4-BE49-F238E27FC236}">
                    <a16:creationId xmlns:a16="http://schemas.microsoft.com/office/drawing/2014/main" id="{0067442B-D31C-42B5-9E0B-C127B8C539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42960" y="2282537"/>
                <a:ext cx="866992" cy="11437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2D3E4F-6104-4B4C-9CF6-CE25A6F9F924}"/>
                </a:ext>
              </a:extLst>
            </p:cNvPr>
            <p:cNvSpPr txBox="1"/>
            <p:nvPr/>
          </p:nvSpPr>
          <p:spPr>
            <a:xfrm>
              <a:off x="1025735" y="3158233"/>
              <a:ext cx="614897" cy="2000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명</a:t>
              </a: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0AE621C6-9812-4A94-A079-EF33F1C52EB7}"/>
                </a:ext>
              </a:extLst>
            </p:cNvPr>
            <p:cNvSpPr txBox="1"/>
            <p:nvPr/>
          </p:nvSpPr>
          <p:spPr>
            <a:xfrm>
              <a:off x="1753330" y="3158232"/>
              <a:ext cx="614897" cy="2000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ID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37D23E3E-FB8E-4300-920A-6286722D3912}"/>
                </a:ext>
              </a:extLst>
            </p:cNvPr>
            <p:cNvSpPr txBox="1"/>
            <p:nvPr/>
          </p:nvSpPr>
          <p:spPr>
            <a:xfrm>
              <a:off x="3420115" y="3158233"/>
              <a:ext cx="747163" cy="2000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타입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14A3981E-F6C0-4C93-B8E8-9B5D6CF2C80F}"/>
                </a:ext>
              </a:extLst>
            </p:cNvPr>
            <p:cNvSpPr txBox="1"/>
            <p:nvPr/>
          </p:nvSpPr>
          <p:spPr>
            <a:xfrm>
              <a:off x="4693130" y="3158233"/>
              <a:ext cx="907942" cy="2000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메시지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B77388BA-2884-4EEA-AEED-7C6E6EE1B6EA}"/>
                </a:ext>
              </a:extLst>
            </p:cNvPr>
            <p:cNvSpPr txBox="1"/>
            <p:nvPr/>
          </p:nvSpPr>
          <p:spPr>
            <a:xfrm>
              <a:off x="6151156" y="3158233"/>
              <a:ext cx="771705" cy="2000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상태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9B560918-F701-4C11-973B-04FE8BB7FBBB}"/>
                </a:ext>
              </a:extLst>
            </p:cNvPr>
            <p:cNvSpPr txBox="1"/>
            <p:nvPr/>
          </p:nvSpPr>
          <p:spPr>
            <a:xfrm>
              <a:off x="7050748" y="3156150"/>
              <a:ext cx="783748" cy="2000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조치 여부</a:t>
              </a:r>
            </a:p>
          </p:txBody>
        </p: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29197E9E-5A0E-4731-800C-8A5F2BCF93AE}"/>
                </a:ext>
              </a:extLst>
            </p:cNvPr>
            <p:cNvCxnSpPr>
              <a:cxnSpLocks/>
            </p:cNvCxnSpPr>
            <p:nvPr/>
          </p:nvCxnSpPr>
          <p:spPr>
            <a:xfrm>
              <a:off x="1630237" y="3343864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0723A134-84E1-4B86-8533-83DD13AD54A7}"/>
                </a:ext>
              </a:extLst>
            </p:cNvPr>
            <p:cNvCxnSpPr>
              <a:cxnSpLocks/>
            </p:cNvCxnSpPr>
            <p:nvPr/>
          </p:nvCxnSpPr>
          <p:spPr>
            <a:xfrm>
              <a:off x="2426106" y="3347022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9E637D8C-54A3-4933-929E-5967CA0386C8}"/>
                </a:ext>
              </a:extLst>
            </p:cNvPr>
            <p:cNvCxnSpPr>
              <a:cxnSpLocks/>
            </p:cNvCxnSpPr>
            <p:nvPr/>
          </p:nvCxnSpPr>
          <p:spPr>
            <a:xfrm>
              <a:off x="4232920" y="334076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04855690-4B11-4E8D-BF66-BB5E0BC462A6}"/>
                </a:ext>
              </a:extLst>
            </p:cNvPr>
            <p:cNvCxnSpPr>
              <a:cxnSpLocks/>
            </p:cNvCxnSpPr>
            <p:nvPr/>
          </p:nvCxnSpPr>
          <p:spPr>
            <a:xfrm>
              <a:off x="6048170" y="3348933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FBF856F-91AE-4027-8832-E50A27ADFA6A}"/>
                </a:ext>
              </a:extLst>
            </p:cNvPr>
            <p:cNvCxnSpPr>
              <a:cxnSpLocks/>
            </p:cNvCxnSpPr>
            <p:nvPr/>
          </p:nvCxnSpPr>
          <p:spPr>
            <a:xfrm>
              <a:off x="6998867" y="334076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40376452-B2F4-4902-89C5-3AEA152AEE07}"/>
                </a:ext>
              </a:extLst>
            </p:cNvPr>
            <p:cNvSpPr txBox="1"/>
            <p:nvPr/>
          </p:nvSpPr>
          <p:spPr>
            <a:xfrm>
              <a:off x="2533785" y="3160317"/>
              <a:ext cx="747163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알람 시간</a:t>
              </a:r>
            </a:p>
          </p:txBody>
        </p: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402014CA-BF57-48AD-8D49-0BD65E16E5D8}"/>
                </a:ext>
              </a:extLst>
            </p:cNvPr>
            <p:cNvCxnSpPr>
              <a:cxnSpLocks/>
            </p:cNvCxnSpPr>
            <p:nvPr/>
          </p:nvCxnSpPr>
          <p:spPr>
            <a:xfrm>
              <a:off x="3336605" y="335152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E1FF4831-CA58-4E37-BCDE-17AC593F957B}"/>
                </a:ext>
              </a:extLst>
            </p:cNvPr>
            <p:cNvSpPr txBox="1"/>
            <p:nvPr/>
          </p:nvSpPr>
          <p:spPr>
            <a:xfrm>
              <a:off x="344488" y="3162060"/>
              <a:ext cx="614897" cy="2000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장치 타입</a:t>
              </a:r>
            </a:p>
          </p:txBody>
        </p: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B27D6B58-9605-487C-ADB4-973026F68266}"/>
                </a:ext>
              </a:extLst>
            </p:cNvPr>
            <p:cNvCxnSpPr>
              <a:cxnSpLocks/>
            </p:cNvCxnSpPr>
            <p:nvPr/>
          </p:nvCxnSpPr>
          <p:spPr>
            <a:xfrm>
              <a:off x="992560" y="3347691"/>
              <a:ext cx="0" cy="777626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83D8E88-589A-49DD-B606-4FCF87EDA728}"/>
              </a:ext>
            </a:extLst>
          </p:cNvPr>
          <p:cNvGrpSpPr/>
          <p:nvPr/>
        </p:nvGrpSpPr>
        <p:grpSpPr>
          <a:xfrm>
            <a:off x="318998" y="3351344"/>
            <a:ext cx="7511272" cy="205966"/>
            <a:chOff x="304948" y="4123517"/>
            <a:chExt cx="7511272" cy="205966"/>
          </a:xfrm>
        </p:grpSpPr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A08314C5-5FE8-4194-978D-8F886D824AC2}"/>
                </a:ext>
              </a:extLst>
            </p:cNvPr>
            <p:cNvSpPr txBox="1"/>
            <p:nvPr/>
          </p:nvSpPr>
          <p:spPr>
            <a:xfrm>
              <a:off x="1007459" y="4125600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BMS_1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CF400D87-5D10-419C-8AE9-F15747882735}"/>
                </a:ext>
              </a:extLst>
            </p:cNvPr>
            <p:cNvSpPr txBox="1"/>
            <p:nvPr/>
          </p:nvSpPr>
          <p:spPr>
            <a:xfrm>
              <a:off x="1720878" y="4125599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12001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14444AE5-9678-4887-AEEB-A7EE89ED80FB}"/>
                </a:ext>
              </a:extLst>
            </p:cNvPr>
            <p:cNvSpPr txBox="1"/>
            <p:nvPr/>
          </p:nvSpPr>
          <p:spPr>
            <a:xfrm>
              <a:off x="3380575" y="4125600"/>
              <a:ext cx="747163" cy="20005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FALUT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D7C95312-C453-474A-8C81-3DED91381D49}"/>
                </a:ext>
              </a:extLst>
            </p:cNvPr>
            <p:cNvSpPr txBox="1"/>
            <p:nvPr/>
          </p:nvSpPr>
          <p:spPr>
            <a:xfrm>
              <a:off x="4653590" y="4125600"/>
              <a:ext cx="907942" cy="200055"/>
            </a:xfrm>
            <a:prstGeom prst="rect">
              <a:avLst/>
            </a:prstGeom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algn="ctr">
                <a:defRPr sz="70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</a:lstStyle>
            <a:p>
              <a:r>
                <a:rPr lang="en-US" altLang="ko-KR" dirty="0"/>
                <a:t>Over cell Voltage</a:t>
              </a:r>
              <a:endParaRPr lang="ko-KR" alt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0A77E269-6C98-4BDE-B56B-E2FF7AD08553}"/>
                </a:ext>
              </a:extLst>
            </p:cNvPr>
            <p:cNvSpPr txBox="1"/>
            <p:nvPr/>
          </p:nvSpPr>
          <p:spPr>
            <a:xfrm>
              <a:off x="6111616" y="4125600"/>
              <a:ext cx="771705" cy="20005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발생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BC861573-1769-4EAE-9FAD-A727C7BB4AF8}"/>
                </a:ext>
              </a:extLst>
            </p:cNvPr>
            <p:cNvSpPr txBox="1"/>
            <p:nvPr/>
          </p:nvSpPr>
          <p:spPr>
            <a:xfrm>
              <a:off x="7032472" y="4123517"/>
              <a:ext cx="783748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700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미조치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557AF5ED-5AA8-48C8-8D2F-2F58710CE559}"/>
                </a:ext>
              </a:extLst>
            </p:cNvPr>
            <p:cNvSpPr txBox="1"/>
            <p:nvPr/>
          </p:nvSpPr>
          <p:spPr>
            <a:xfrm>
              <a:off x="2437541" y="4127684"/>
              <a:ext cx="886245" cy="18466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6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2018.07.15 16:01:02</a:t>
              </a:r>
              <a:endParaRPr lang="ko-KR" altLang="en-US" sz="6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E1C0AEE-571F-47F8-BBB9-8F82942ED42B}"/>
                </a:ext>
              </a:extLst>
            </p:cNvPr>
            <p:cNvSpPr txBox="1"/>
            <p:nvPr/>
          </p:nvSpPr>
          <p:spPr>
            <a:xfrm>
              <a:off x="304948" y="4129427"/>
              <a:ext cx="614897" cy="20005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BMS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7" name="타원형 설명선 226"/>
          <p:cNvSpPr/>
          <p:nvPr/>
        </p:nvSpPr>
        <p:spPr>
          <a:xfrm>
            <a:off x="4031037" y="1460092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18434" y="272951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119682" y="184867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56071" y="409435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973619" y="1487634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2265777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43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75252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68074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요금 조회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6BFF179-6D85-452E-9564-60FFD2CE0D3D}"/>
              </a:ext>
            </a:extLst>
          </p:cNvPr>
          <p:cNvGrpSpPr/>
          <p:nvPr/>
        </p:nvGrpSpPr>
        <p:grpSpPr>
          <a:xfrm>
            <a:off x="299939" y="5159516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2CEF38D-10AD-4758-B55F-6D8F72612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AB80116-BA59-4BBD-BC55-87962E3E05DB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834262" y="1580735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554342" y="1580735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817095" y="1580735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6105127" y="1580735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354542" y="1580735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617295" y="1580735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7B496C47-4B09-42E9-9426-A22039965EEC}"/>
              </a:ext>
            </a:extLst>
          </p:cNvPr>
          <p:cNvSpPr/>
          <p:nvPr/>
        </p:nvSpPr>
        <p:spPr>
          <a:xfrm>
            <a:off x="1311510" y="1609222"/>
            <a:ext cx="1013369" cy="231058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 </a:t>
            </a:r>
            <a:r>
              <a:rPr lang="en-US" altLang="ko-KR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올해</a:t>
            </a:r>
            <a:r>
              <a:rPr lang="en-US" altLang="ko-KR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 </a:t>
            </a:r>
            <a:r>
              <a:rPr lang="ko-KR" altLang="en-US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187A3FC0-D27B-41FF-B010-C51E062DB6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2473204"/>
              </p:ext>
            </p:extLst>
          </p:nvPr>
        </p:nvGraphicFramePr>
        <p:xfrm>
          <a:off x="307420" y="2156800"/>
          <a:ext cx="7885940" cy="17798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376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원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100,000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80,000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60,000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40,000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20,000</a:t>
                      </a:r>
                      <a:r>
                        <a:rPr lang="ko-KR" altLang="en-US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42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DB69066-32AC-45F9-B844-1F9F84804F23}"/>
              </a:ext>
            </a:extLst>
          </p:cNvPr>
          <p:cNvCxnSpPr/>
          <p:nvPr/>
        </p:nvCxnSpPr>
        <p:spPr>
          <a:xfrm>
            <a:off x="1280592" y="3043256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7DE02802-A0A6-40AB-96D1-E98E609E7E38}"/>
              </a:ext>
            </a:extLst>
          </p:cNvPr>
          <p:cNvCxnSpPr/>
          <p:nvPr/>
        </p:nvCxnSpPr>
        <p:spPr>
          <a:xfrm>
            <a:off x="1280592" y="2539200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5" name="표 54">
            <a:extLst>
              <a:ext uri="{FF2B5EF4-FFF2-40B4-BE49-F238E27FC236}">
                <a16:creationId xmlns:a16="http://schemas.microsoft.com/office/drawing/2014/main" id="{C76C4459-AB26-42D5-9919-06C4B3BE2A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3389564"/>
              </p:ext>
            </p:extLst>
          </p:nvPr>
        </p:nvGraphicFramePr>
        <p:xfrm>
          <a:off x="307420" y="3976256"/>
          <a:ext cx="7885940" cy="9977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376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70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29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9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기본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6,847,360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6,847,360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6,847,360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6,847,360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3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역률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-54,778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-54,778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-54,778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-54,778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사용요금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35,233,601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35,233,601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35,233,601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35,233,601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전기요금합계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42,026,183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42,026,183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42,026,183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42,026,183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전력산업기반기금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1,554,960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1,554,960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1,554,960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1,554,960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부가세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4,202,618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4,202,618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4,202,618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4,202,618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청구금액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47,783,760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47,783,760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47,783,760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47,783,760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843AEFFA-3B29-43D8-AD21-72D5A41FAC0C}"/>
              </a:ext>
            </a:extLst>
          </p:cNvPr>
          <p:cNvGrpSpPr/>
          <p:nvPr/>
        </p:nvGrpSpPr>
        <p:grpSpPr>
          <a:xfrm>
            <a:off x="1496616" y="3223288"/>
            <a:ext cx="288032" cy="457835"/>
            <a:chOff x="1531556" y="3127336"/>
            <a:chExt cx="288032" cy="457835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C7D274B0-4EAE-4073-8439-E4E9F14E3799}"/>
                </a:ext>
              </a:extLst>
            </p:cNvPr>
            <p:cNvSpPr/>
            <p:nvPr/>
          </p:nvSpPr>
          <p:spPr>
            <a:xfrm>
              <a:off x="1531556" y="3379352"/>
              <a:ext cx="288032" cy="205819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2F39A81B-A049-46FE-ABE5-20611839361C}"/>
                </a:ext>
              </a:extLst>
            </p:cNvPr>
            <p:cNvSpPr/>
            <p:nvPr/>
          </p:nvSpPr>
          <p:spPr>
            <a:xfrm>
              <a:off x="1531556" y="3307352"/>
              <a:ext cx="288032" cy="72000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45A03613-B265-49E7-A5CC-567381B01EFB}"/>
                </a:ext>
              </a:extLst>
            </p:cNvPr>
            <p:cNvSpPr/>
            <p:nvPr/>
          </p:nvSpPr>
          <p:spPr>
            <a:xfrm>
              <a:off x="1531556" y="3235344"/>
              <a:ext cx="288032" cy="72000"/>
            </a:xfrm>
            <a:prstGeom prst="rect">
              <a:avLst/>
            </a:prstGeom>
            <a:solidFill>
              <a:srgbClr val="0066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13746EBC-5005-4EF3-82AD-CE3AB29F3655}"/>
                </a:ext>
              </a:extLst>
            </p:cNvPr>
            <p:cNvSpPr/>
            <p:nvPr/>
          </p:nvSpPr>
          <p:spPr>
            <a:xfrm>
              <a:off x="1531556" y="3127336"/>
              <a:ext cx="288032" cy="1080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C6DB5B47-63BC-421D-BCA1-B173C0D48AD2}"/>
              </a:ext>
            </a:extLst>
          </p:cNvPr>
          <p:cNvGrpSpPr/>
          <p:nvPr/>
        </p:nvGrpSpPr>
        <p:grpSpPr>
          <a:xfrm>
            <a:off x="2065907" y="3090860"/>
            <a:ext cx="288032" cy="590263"/>
            <a:chOff x="2124398" y="2994908"/>
            <a:chExt cx="288032" cy="590263"/>
          </a:xfrm>
        </p:grpSpPr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4EABE6D8-BE6E-4F92-867E-7578C9B7D897}"/>
                </a:ext>
              </a:extLst>
            </p:cNvPr>
            <p:cNvSpPr/>
            <p:nvPr/>
          </p:nvSpPr>
          <p:spPr>
            <a:xfrm>
              <a:off x="2124398" y="3319819"/>
              <a:ext cx="288032" cy="265352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1C6EEC31-3D32-4B90-A84A-44A6684DE15C}"/>
                </a:ext>
              </a:extLst>
            </p:cNvPr>
            <p:cNvSpPr/>
            <p:nvPr/>
          </p:nvSpPr>
          <p:spPr>
            <a:xfrm>
              <a:off x="2124398" y="3226993"/>
              <a:ext cx="288032" cy="92826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B26EB58A-0AF5-46C4-A519-687C2BC42182}"/>
                </a:ext>
              </a:extLst>
            </p:cNvPr>
            <p:cNvSpPr/>
            <p:nvPr/>
          </p:nvSpPr>
          <p:spPr>
            <a:xfrm>
              <a:off x="2124398" y="3134157"/>
              <a:ext cx="288032" cy="92826"/>
            </a:xfrm>
            <a:prstGeom prst="rect">
              <a:avLst/>
            </a:prstGeom>
            <a:solidFill>
              <a:srgbClr val="0066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066C510D-2895-442C-9EE0-636A18FB9AFC}"/>
                </a:ext>
              </a:extLst>
            </p:cNvPr>
            <p:cNvSpPr/>
            <p:nvPr/>
          </p:nvSpPr>
          <p:spPr>
            <a:xfrm>
              <a:off x="2124398" y="2994908"/>
              <a:ext cx="288032" cy="139239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53922AA6-8387-42EC-AC9D-77A8028CACC4}"/>
              </a:ext>
            </a:extLst>
          </p:cNvPr>
          <p:cNvGrpSpPr/>
          <p:nvPr/>
        </p:nvGrpSpPr>
        <p:grpSpPr>
          <a:xfrm>
            <a:off x="2635198" y="3268906"/>
            <a:ext cx="288032" cy="412217"/>
            <a:chOff x="2717240" y="3172954"/>
            <a:chExt cx="288032" cy="412217"/>
          </a:xfrm>
        </p:grpSpPr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B4C9DDC6-8976-4148-8A6D-902B71653E21}"/>
                </a:ext>
              </a:extLst>
            </p:cNvPr>
            <p:cNvSpPr/>
            <p:nvPr/>
          </p:nvSpPr>
          <p:spPr>
            <a:xfrm>
              <a:off x="2717240" y="3396815"/>
              <a:ext cx="288032" cy="188356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FD20EB40-C3CE-4B61-A89D-83C708F60267}"/>
                </a:ext>
              </a:extLst>
            </p:cNvPr>
            <p:cNvSpPr/>
            <p:nvPr/>
          </p:nvSpPr>
          <p:spPr>
            <a:xfrm>
              <a:off x="2717240" y="3337696"/>
              <a:ext cx="288032" cy="6589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98EB024E-87E7-40C7-9079-F53753112848}"/>
                </a:ext>
              </a:extLst>
            </p:cNvPr>
            <p:cNvSpPr/>
            <p:nvPr/>
          </p:nvSpPr>
          <p:spPr>
            <a:xfrm>
              <a:off x="2717240" y="3271798"/>
              <a:ext cx="288032" cy="65891"/>
            </a:xfrm>
            <a:prstGeom prst="rect">
              <a:avLst/>
            </a:prstGeom>
            <a:solidFill>
              <a:srgbClr val="0066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248C23FF-D7B3-44C7-9AC0-B695BFA44D47}"/>
                </a:ext>
              </a:extLst>
            </p:cNvPr>
            <p:cNvSpPr/>
            <p:nvPr/>
          </p:nvSpPr>
          <p:spPr>
            <a:xfrm>
              <a:off x="2717240" y="3172954"/>
              <a:ext cx="288032" cy="98837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2C9787B3-D8CE-41C7-AC5B-C9D189C58DD6}"/>
              </a:ext>
            </a:extLst>
          </p:cNvPr>
          <p:cNvGrpSpPr/>
          <p:nvPr/>
        </p:nvGrpSpPr>
        <p:grpSpPr>
          <a:xfrm>
            <a:off x="3211262" y="3364817"/>
            <a:ext cx="288032" cy="316306"/>
            <a:chOff x="3323367" y="3268865"/>
            <a:chExt cx="288032" cy="316306"/>
          </a:xfrm>
        </p:grpSpPr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0B20D984-8171-4FA0-BA55-C5369607B0A6}"/>
                </a:ext>
              </a:extLst>
            </p:cNvPr>
            <p:cNvSpPr/>
            <p:nvPr/>
          </p:nvSpPr>
          <p:spPr>
            <a:xfrm>
              <a:off x="3323367" y="3442976"/>
              <a:ext cx="288032" cy="142195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96BE9DCE-ACAE-4A93-B198-FC5EB29D2343}"/>
                </a:ext>
              </a:extLst>
            </p:cNvPr>
            <p:cNvSpPr/>
            <p:nvPr/>
          </p:nvSpPr>
          <p:spPr>
            <a:xfrm>
              <a:off x="3323367" y="3393233"/>
              <a:ext cx="288032" cy="49743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50D7C79C-0E6E-4C9A-9A96-9971046A26BF}"/>
                </a:ext>
              </a:extLst>
            </p:cNvPr>
            <p:cNvSpPr/>
            <p:nvPr/>
          </p:nvSpPr>
          <p:spPr>
            <a:xfrm>
              <a:off x="3323367" y="3343485"/>
              <a:ext cx="288032" cy="49743"/>
            </a:xfrm>
            <a:prstGeom prst="rect">
              <a:avLst/>
            </a:prstGeom>
            <a:solidFill>
              <a:srgbClr val="0066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F7417BF7-8A21-4D7A-94AB-DAF510F475EE}"/>
                </a:ext>
              </a:extLst>
            </p:cNvPr>
            <p:cNvSpPr/>
            <p:nvPr/>
          </p:nvSpPr>
          <p:spPr>
            <a:xfrm>
              <a:off x="3323367" y="3268865"/>
              <a:ext cx="288032" cy="74614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8022E966-6773-477B-BC7F-8585C81A6134}"/>
              </a:ext>
            </a:extLst>
          </p:cNvPr>
          <p:cNvSpPr txBox="1"/>
          <p:nvPr/>
        </p:nvSpPr>
        <p:spPr>
          <a:xfrm>
            <a:off x="7149244" y="5157772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확인하기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F20F794E-4C53-4A0A-95B7-4F5F07A57AAC}"/>
              </a:ext>
            </a:extLst>
          </p:cNvPr>
          <p:cNvGrpSpPr/>
          <p:nvPr/>
        </p:nvGrpSpPr>
        <p:grpSpPr>
          <a:xfrm>
            <a:off x="3306578" y="1886167"/>
            <a:ext cx="4995374" cy="253211"/>
            <a:chOff x="416536" y="5920383"/>
            <a:chExt cx="4995374" cy="253211"/>
          </a:xfrm>
        </p:grpSpPr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119ABD98-86D9-477A-9484-B6813FE213DD}"/>
                </a:ext>
              </a:extLst>
            </p:cNvPr>
            <p:cNvCxnSpPr/>
            <p:nvPr/>
          </p:nvCxnSpPr>
          <p:spPr>
            <a:xfrm>
              <a:off x="416536" y="6042610"/>
              <a:ext cx="360000" cy="0"/>
            </a:xfrm>
            <a:prstGeom prst="line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248DD5B6-CD4B-48DA-A74F-B703234A794E}"/>
                </a:ext>
              </a:extLst>
            </p:cNvPr>
            <p:cNvSpPr/>
            <p:nvPr/>
          </p:nvSpPr>
          <p:spPr>
            <a:xfrm>
              <a:off x="788562" y="5920383"/>
              <a:ext cx="608104" cy="25321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 anchorCtr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기본요금</a:t>
              </a:r>
            </a:p>
          </p:txBody>
        </p: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4E17B173-BD8D-4E63-8378-AFFE340A318E}"/>
                </a:ext>
              </a:extLst>
            </p:cNvPr>
            <p:cNvCxnSpPr/>
            <p:nvPr/>
          </p:nvCxnSpPr>
          <p:spPr>
            <a:xfrm>
              <a:off x="1496656" y="6042610"/>
              <a:ext cx="360000" cy="0"/>
            </a:xfrm>
            <a:prstGeom prst="lin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solidFill>
                <a:srgbClr val="FF993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847239BB-125B-42AD-8F62-B5C2089F8FD4}"/>
                </a:ext>
              </a:extLst>
            </p:cNvPr>
            <p:cNvSpPr/>
            <p:nvPr/>
          </p:nvSpPr>
          <p:spPr>
            <a:xfrm>
              <a:off x="1856656" y="5920383"/>
              <a:ext cx="1106851" cy="25321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 anchorCtr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사용요금 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역률 적용</a:t>
              </a:r>
              <a:r>
                <a:rPr lang="en-US" altLang="ko-KR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  <a:endPara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F607CC83-83B5-4499-8866-055A9A8BCB0B}"/>
                </a:ext>
              </a:extLst>
            </p:cNvPr>
            <p:cNvCxnSpPr/>
            <p:nvPr/>
          </p:nvCxnSpPr>
          <p:spPr>
            <a:xfrm>
              <a:off x="3090547" y="6042610"/>
              <a:ext cx="360000" cy="0"/>
            </a:xfrm>
            <a:prstGeom prst="line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solidFill>
                <a:srgbClr val="0066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1" name="직사각형 100">
              <a:extLst>
                <a:ext uri="{FF2B5EF4-FFF2-40B4-BE49-F238E27FC236}">
                  <a16:creationId xmlns:a16="http://schemas.microsoft.com/office/drawing/2014/main" id="{17F68F49-FF0B-41D2-ADA0-9C53C54FB1F2}"/>
                </a:ext>
              </a:extLst>
            </p:cNvPr>
            <p:cNvSpPr/>
            <p:nvPr/>
          </p:nvSpPr>
          <p:spPr>
            <a:xfrm>
              <a:off x="3440832" y="5920383"/>
              <a:ext cx="1008112" cy="25321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 anchorCtr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전력산업기반기금</a:t>
              </a:r>
            </a:p>
          </p:txBody>
        </p: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ABD8719B-03D5-4496-B5C9-D9703EE880CB}"/>
                </a:ext>
              </a:extLst>
            </p:cNvPr>
            <p:cNvCxnSpPr/>
            <p:nvPr/>
          </p:nvCxnSpPr>
          <p:spPr>
            <a:xfrm>
              <a:off x="4525204" y="6042610"/>
              <a:ext cx="360000" cy="0"/>
            </a:xfrm>
            <a:prstGeom prst="lin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7D159337-7D29-42B4-82D4-E936914C7E14}"/>
                </a:ext>
              </a:extLst>
            </p:cNvPr>
            <p:cNvSpPr/>
            <p:nvPr/>
          </p:nvSpPr>
          <p:spPr>
            <a:xfrm>
              <a:off x="4880992" y="5920383"/>
              <a:ext cx="530918" cy="25321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 anchorCtr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8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부가세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64B67FC2-8379-49FF-8198-8F6CA4BC21E0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2A9796DD-A1A8-4160-9532-6B0348C513CA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9E8C8020-268D-415C-A23A-DEE3D5FB169E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B8A2870B-8325-49B3-9B1A-D76632897F0D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5F1E9526-3E5A-48A3-B37F-AE4759AE32DD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B3190C7A-F533-4D81-81CC-80955FB95174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6574064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44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6"/>
            <a:ext cx="8208912" cy="488986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44130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ESS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수익 조회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6BFF179-6D85-452E-9564-60FFD2CE0D3D}"/>
              </a:ext>
            </a:extLst>
          </p:cNvPr>
          <p:cNvGrpSpPr/>
          <p:nvPr/>
        </p:nvGrpSpPr>
        <p:grpSpPr>
          <a:xfrm>
            <a:off x="299939" y="5305277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2CEF38D-10AD-4758-B55F-6D8F72612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AB80116-BA59-4BBD-BC55-87962E3E05DB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834262" y="1556791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554342" y="1556791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817095" y="1556791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6105127" y="1556791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354542" y="1556791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617295" y="1556791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7B496C47-4B09-42E9-9426-A22039965EEC}"/>
              </a:ext>
            </a:extLst>
          </p:cNvPr>
          <p:cNvSpPr/>
          <p:nvPr/>
        </p:nvSpPr>
        <p:spPr>
          <a:xfrm>
            <a:off x="1311510" y="1585278"/>
            <a:ext cx="1013369" cy="231058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 </a:t>
            </a:r>
            <a:r>
              <a:rPr lang="en-US" altLang="ko-KR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올해</a:t>
            </a:r>
            <a:r>
              <a:rPr lang="en-US" altLang="ko-KR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 </a:t>
            </a:r>
            <a:r>
              <a:rPr lang="ko-KR" altLang="en-US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8022E966-6773-477B-BC7F-8585C81A6134}"/>
              </a:ext>
            </a:extLst>
          </p:cNvPr>
          <p:cNvSpPr txBox="1"/>
          <p:nvPr/>
        </p:nvSpPr>
        <p:spPr>
          <a:xfrm>
            <a:off x="7149244" y="5301788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확인하기</a:t>
            </a:r>
          </a:p>
        </p:txBody>
      </p:sp>
      <p:graphicFrame>
        <p:nvGraphicFramePr>
          <p:cNvPr id="104" name="표 103">
            <a:extLst>
              <a:ext uri="{FF2B5EF4-FFF2-40B4-BE49-F238E27FC236}">
                <a16:creationId xmlns:a16="http://schemas.microsoft.com/office/drawing/2014/main" id="{C3C021D3-E7C8-4579-B7EF-20FD396E35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2462261"/>
              </p:ext>
            </p:extLst>
          </p:nvPr>
        </p:nvGraphicFramePr>
        <p:xfrm>
          <a:off x="287407" y="3722272"/>
          <a:ext cx="7905957" cy="14443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32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4442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565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평일 일수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(d)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경부하충전량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중간부하충전량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최대부하방전량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중간부하방전량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7262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예상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할인금액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할인금액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고객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EWP)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83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정산비율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105" name="표 104">
            <a:extLst>
              <a:ext uri="{FF2B5EF4-FFF2-40B4-BE49-F238E27FC236}">
                <a16:creationId xmlns:a16="http://schemas.microsoft.com/office/drawing/2014/main" id="{FAD27066-A6A3-496E-AF15-D86E8E1550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8348557"/>
              </p:ext>
            </p:extLst>
          </p:nvPr>
        </p:nvGraphicFramePr>
        <p:xfrm>
          <a:off x="287407" y="2170282"/>
          <a:ext cx="7905957" cy="15235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32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460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1764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￦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7643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6FF4D37F-52DC-433B-A04B-FB80DB63AA74}"/>
              </a:ext>
            </a:extLst>
          </p:cNvPr>
          <p:cNvCxnSpPr>
            <a:cxnSpLocks/>
          </p:cNvCxnSpPr>
          <p:nvPr/>
        </p:nvCxnSpPr>
        <p:spPr>
          <a:xfrm>
            <a:off x="1640632" y="2932297"/>
            <a:ext cx="6336704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5C5E6AD5-5BD3-41B9-8904-4227F453F8DD}"/>
              </a:ext>
            </a:extLst>
          </p:cNvPr>
          <p:cNvCxnSpPr>
            <a:cxnSpLocks/>
          </p:cNvCxnSpPr>
          <p:nvPr/>
        </p:nvCxnSpPr>
        <p:spPr>
          <a:xfrm>
            <a:off x="1640632" y="2500249"/>
            <a:ext cx="6336704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05DA4163-9BCE-49A4-B8AF-3C3F9E58DD48}"/>
              </a:ext>
            </a:extLst>
          </p:cNvPr>
          <p:cNvSpPr/>
          <p:nvPr/>
        </p:nvSpPr>
        <p:spPr>
          <a:xfrm>
            <a:off x="1824804" y="3121252"/>
            <a:ext cx="72000" cy="208587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4E118C44-B7C2-4B8D-8E53-793F5E14364D}"/>
              </a:ext>
            </a:extLst>
          </p:cNvPr>
          <p:cNvSpPr/>
          <p:nvPr/>
        </p:nvSpPr>
        <p:spPr>
          <a:xfrm>
            <a:off x="1922916" y="2685312"/>
            <a:ext cx="72000" cy="644527"/>
          </a:xfrm>
          <a:prstGeom prst="rect">
            <a:avLst/>
          </a:prstGeom>
          <a:solidFill>
            <a:srgbClr val="FF9933"/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BF4FB32D-BB58-46E6-828D-CD549BD31A4D}"/>
              </a:ext>
            </a:extLst>
          </p:cNvPr>
          <p:cNvSpPr/>
          <p:nvPr/>
        </p:nvSpPr>
        <p:spPr>
          <a:xfrm>
            <a:off x="2328852" y="3121252"/>
            <a:ext cx="72000" cy="208587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00720A06-D676-4961-9104-79F321DEB0A6}"/>
              </a:ext>
            </a:extLst>
          </p:cNvPr>
          <p:cNvSpPr/>
          <p:nvPr/>
        </p:nvSpPr>
        <p:spPr>
          <a:xfrm>
            <a:off x="2426964" y="2685312"/>
            <a:ext cx="72000" cy="644527"/>
          </a:xfrm>
          <a:prstGeom prst="rect">
            <a:avLst/>
          </a:prstGeom>
          <a:solidFill>
            <a:srgbClr val="FF9933"/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6E36CEA1-006B-43B9-AA30-540C2492A53E}"/>
              </a:ext>
            </a:extLst>
          </p:cNvPr>
          <p:cNvSpPr/>
          <p:nvPr/>
        </p:nvSpPr>
        <p:spPr>
          <a:xfrm>
            <a:off x="2943802" y="3121252"/>
            <a:ext cx="72000" cy="208587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16646BD3-2C9B-42DF-8896-F67892FD3EAC}"/>
              </a:ext>
            </a:extLst>
          </p:cNvPr>
          <p:cNvSpPr/>
          <p:nvPr/>
        </p:nvSpPr>
        <p:spPr>
          <a:xfrm>
            <a:off x="3041914" y="2685312"/>
            <a:ext cx="72000" cy="644527"/>
          </a:xfrm>
          <a:prstGeom prst="rect">
            <a:avLst/>
          </a:prstGeom>
          <a:solidFill>
            <a:srgbClr val="FF9933"/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C26075CF-9F3B-4836-81B3-3BB2A5B22875}"/>
              </a:ext>
            </a:extLst>
          </p:cNvPr>
          <p:cNvSpPr/>
          <p:nvPr/>
        </p:nvSpPr>
        <p:spPr>
          <a:xfrm>
            <a:off x="3447850" y="3121252"/>
            <a:ext cx="72000" cy="208587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8BB539FB-4A28-407D-BC43-D5062C353F0B}"/>
              </a:ext>
            </a:extLst>
          </p:cNvPr>
          <p:cNvSpPr/>
          <p:nvPr/>
        </p:nvSpPr>
        <p:spPr>
          <a:xfrm>
            <a:off x="3545962" y="2685312"/>
            <a:ext cx="72000" cy="644527"/>
          </a:xfrm>
          <a:prstGeom prst="rect">
            <a:avLst/>
          </a:prstGeom>
          <a:solidFill>
            <a:srgbClr val="FF9933"/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C7693824-BB91-4E77-A9DD-B5C253E3F92A}"/>
              </a:ext>
            </a:extLst>
          </p:cNvPr>
          <p:cNvSpPr/>
          <p:nvPr/>
        </p:nvSpPr>
        <p:spPr>
          <a:xfrm>
            <a:off x="3990800" y="3121252"/>
            <a:ext cx="72000" cy="208587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195291E3-C496-4256-ADA3-E802872FB40C}"/>
              </a:ext>
            </a:extLst>
          </p:cNvPr>
          <p:cNvSpPr/>
          <p:nvPr/>
        </p:nvSpPr>
        <p:spPr>
          <a:xfrm>
            <a:off x="4088912" y="2685312"/>
            <a:ext cx="72000" cy="644527"/>
          </a:xfrm>
          <a:prstGeom prst="rect">
            <a:avLst/>
          </a:prstGeom>
          <a:solidFill>
            <a:srgbClr val="FF9933"/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25B329BB-EE5E-4E89-8198-18750E331D51}"/>
              </a:ext>
            </a:extLst>
          </p:cNvPr>
          <p:cNvCxnSpPr/>
          <p:nvPr/>
        </p:nvCxnSpPr>
        <p:spPr>
          <a:xfrm>
            <a:off x="5313040" y="1967052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29C7BCAA-D601-420B-B3F0-1175AA757E88}"/>
              </a:ext>
            </a:extLst>
          </p:cNvPr>
          <p:cNvSpPr/>
          <p:nvPr/>
        </p:nvSpPr>
        <p:spPr>
          <a:xfrm>
            <a:off x="5889104" y="1844824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고객 정산금액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3568DB83-CA24-4EF3-AC52-77CC468FA1B3}"/>
              </a:ext>
            </a:extLst>
          </p:cNvPr>
          <p:cNvCxnSpPr/>
          <p:nvPr/>
        </p:nvCxnSpPr>
        <p:spPr>
          <a:xfrm>
            <a:off x="6747697" y="1967052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B5256E29-EDBA-4EB7-AAFD-34118F3847B9}"/>
              </a:ext>
            </a:extLst>
          </p:cNvPr>
          <p:cNvSpPr/>
          <p:nvPr/>
        </p:nvSpPr>
        <p:spPr>
          <a:xfrm>
            <a:off x="7323761" y="1844824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실적 할인금액</a:t>
            </a:r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5CE64A58-D606-49A3-8E28-4A870346C395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405B9E18-4BB7-4C66-BD7A-40CCB333A820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438952A2-303F-4398-A3B7-AFB7D449BFAA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9ED31C6E-691A-48EF-88FB-FA1D615BB88B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597EB79E-7849-4102-9C4C-BF16F19427E3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C9854B3C-6F4E-4BCF-A34F-E63A0FB24FC7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2750020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45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5"/>
            <a:ext cx="8208912" cy="48898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540252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DR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수익 조회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6BFF179-6D85-452E-9564-60FFD2CE0D3D}"/>
              </a:ext>
            </a:extLst>
          </p:cNvPr>
          <p:cNvGrpSpPr/>
          <p:nvPr/>
        </p:nvGrpSpPr>
        <p:grpSpPr>
          <a:xfrm>
            <a:off x="299939" y="5303532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2CEF38D-10AD-4758-B55F-6D8F72612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AB80116-BA59-4BBD-BC55-87962E3E05DB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834262" y="1552913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554342" y="155291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817095" y="155291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6105127" y="1552913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354542" y="1552913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617295" y="1552913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7B496C47-4B09-42E9-9426-A22039965EEC}"/>
              </a:ext>
            </a:extLst>
          </p:cNvPr>
          <p:cNvSpPr/>
          <p:nvPr/>
        </p:nvSpPr>
        <p:spPr>
          <a:xfrm>
            <a:off x="1311510" y="1581400"/>
            <a:ext cx="1013369" cy="231058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 </a:t>
            </a:r>
            <a:r>
              <a:rPr lang="en-US" altLang="ko-KR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올해</a:t>
            </a:r>
            <a:r>
              <a:rPr lang="en-US" altLang="ko-KR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 </a:t>
            </a:r>
            <a:r>
              <a:rPr lang="ko-KR" altLang="en-US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8022E966-6773-477B-BC7F-8585C81A6134}"/>
              </a:ext>
            </a:extLst>
          </p:cNvPr>
          <p:cNvSpPr txBox="1"/>
          <p:nvPr/>
        </p:nvSpPr>
        <p:spPr>
          <a:xfrm>
            <a:off x="7149244" y="5301788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확인하기</a:t>
            </a:r>
          </a:p>
        </p:txBody>
      </p: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25B329BB-EE5E-4E89-8198-18750E331D51}"/>
              </a:ext>
            </a:extLst>
          </p:cNvPr>
          <p:cNvCxnSpPr/>
          <p:nvPr/>
        </p:nvCxnSpPr>
        <p:spPr>
          <a:xfrm>
            <a:off x="5313040" y="2039060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29C7BCAA-D601-420B-B3F0-1175AA757E88}"/>
              </a:ext>
            </a:extLst>
          </p:cNvPr>
          <p:cNvSpPr/>
          <p:nvPr/>
        </p:nvSpPr>
        <p:spPr>
          <a:xfrm>
            <a:off x="5889104" y="191683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총 정산금액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3568DB83-CA24-4EF3-AC52-77CC468FA1B3}"/>
              </a:ext>
            </a:extLst>
          </p:cNvPr>
          <p:cNvCxnSpPr/>
          <p:nvPr/>
        </p:nvCxnSpPr>
        <p:spPr>
          <a:xfrm>
            <a:off x="6747697" y="2039060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B5256E29-EDBA-4EB7-AAFD-34118F3847B9}"/>
              </a:ext>
            </a:extLst>
          </p:cNvPr>
          <p:cNvSpPr/>
          <p:nvPr/>
        </p:nvSpPr>
        <p:spPr>
          <a:xfrm>
            <a:off x="7323761" y="1916832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고객 정산금액</a:t>
            </a:r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5A0679D4-57A6-4057-B70A-B346336A8E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1313604"/>
              </p:ext>
            </p:extLst>
          </p:nvPr>
        </p:nvGraphicFramePr>
        <p:xfrm>
          <a:off x="272482" y="3809359"/>
          <a:ext cx="7920878" cy="13634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241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29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6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9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 횟수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lang="en-US" altLang="ko-KR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hr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1-2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1-2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1-2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1-2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1-2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감축이행용량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감축인정용량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(kWh)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감축이행율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용량정산금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감축정산금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총정산금액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고객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6858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EWP)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정산금액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￦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200,000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수익비율</a:t>
                      </a: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20%</a:t>
                      </a: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95EB64A5-3614-49FB-804B-FB37AAC858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092086"/>
              </p:ext>
            </p:extLst>
          </p:nvPr>
        </p:nvGraphicFramePr>
        <p:xfrm>
          <a:off x="272482" y="2236923"/>
          <a:ext cx="7920878" cy="15544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241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5806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￦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E1341F35-4643-4FFF-B7FF-0C7ABA562912}"/>
              </a:ext>
            </a:extLst>
          </p:cNvPr>
          <p:cNvCxnSpPr/>
          <p:nvPr/>
        </p:nvCxnSpPr>
        <p:spPr>
          <a:xfrm>
            <a:off x="1303114" y="3010498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1321C349-C060-4D13-BDDF-01218664D8CD}"/>
              </a:ext>
            </a:extLst>
          </p:cNvPr>
          <p:cNvCxnSpPr/>
          <p:nvPr/>
        </p:nvCxnSpPr>
        <p:spPr>
          <a:xfrm>
            <a:off x="1303114" y="2564904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그룹 1">
            <a:extLst>
              <a:ext uri="{FF2B5EF4-FFF2-40B4-BE49-F238E27FC236}">
                <a16:creationId xmlns:a16="http://schemas.microsoft.com/office/drawing/2014/main" id="{974FE334-EF98-49CA-A92C-693EB79E9705}"/>
              </a:ext>
            </a:extLst>
          </p:cNvPr>
          <p:cNvGrpSpPr/>
          <p:nvPr/>
        </p:nvGrpSpPr>
        <p:grpSpPr>
          <a:xfrm>
            <a:off x="1699094" y="2793855"/>
            <a:ext cx="2390292" cy="527108"/>
            <a:chOff x="1254498" y="2635699"/>
            <a:chExt cx="2390292" cy="347113"/>
          </a:xfrm>
        </p:grpSpPr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CE19614C-4234-458C-B4E0-14516A35AA20}"/>
                </a:ext>
              </a:extLst>
            </p:cNvPr>
            <p:cNvSpPr/>
            <p:nvPr/>
          </p:nvSpPr>
          <p:spPr>
            <a:xfrm>
              <a:off x="1254498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D58C0C0E-9A2E-42A4-8DBD-CC791E900B1E}"/>
                </a:ext>
              </a:extLst>
            </p:cNvPr>
            <p:cNvSpPr/>
            <p:nvPr/>
          </p:nvSpPr>
          <p:spPr>
            <a:xfrm>
              <a:off x="1352610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EFF0C1AF-2E2B-4746-8A24-5235069F80DE}"/>
                </a:ext>
              </a:extLst>
            </p:cNvPr>
            <p:cNvSpPr/>
            <p:nvPr/>
          </p:nvSpPr>
          <p:spPr>
            <a:xfrm>
              <a:off x="1811239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6158DF30-3782-4FA6-9B18-5AFDA6F91E40}"/>
                </a:ext>
              </a:extLst>
            </p:cNvPr>
            <p:cNvSpPr/>
            <p:nvPr/>
          </p:nvSpPr>
          <p:spPr>
            <a:xfrm>
              <a:off x="1909351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9F1AA584-3860-4A7F-A20E-09B6E41758B5}"/>
                </a:ext>
              </a:extLst>
            </p:cNvPr>
            <p:cNvSpPr/>
            <p:nvPr/>
          </p:nvSpPr>
          <p:spPr>
            <a:xfrm>
              <a:off x="2373496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021BF623-7FC1-46F7-82B9-092299E66899}"/>
                </a:ext>
              </a:extLst>
            </p:cNvPr>
            <p:cNvSpPr/>
            <p:nvPr/>
          </p:nvSpPr>
          <p:spPr>
            <a:xfrm>
              <a:off x="2471608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93A590AE-1C95-4E53-A5C2-638A7DCE2319}"/>
                </a:ext>
              </a:extLst>
            </p:cNvPr>
            <p:cNvSpPr/>
            <p:nvPr/>
          </p:nvSpPr>
          <p:spPr>
            <a:xfrm>
              <a:off x="2913177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D33532AF-1122-4B6D-8CC7-7C95D549C255}"/>
                </a:ext>
              </a:extLst>
            </p:cNvPr>
            <p:cNvSpPr/>
            <p:nvPr/>
          </p:nvSpPr>
          <p:spPr>
            <a:xfrm>
              <a:off x="3011289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6E4CAA77-734B-47F9-BCBB-D9321EDEEB3E}"/>
                </a:ext>
              </a:extLst>
            </p:cNvPr>
            <p:cNvSpPr/>
            <p:nvPr/>
          </p:nvSpPr>
          <p:spPr>
            <a:xfrm>
              <a:off x="3474678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C0C55AB9-6F4B-4FE6-91C9-FE7C1C44F740}"/>
                </a:ext>
              </a:extLst>
            </p:cNvPr>
            <p:cNvSpPr/>
            <p:nvPr/>
          </p:nvSpPr>
          <p:spPr>
            <a:xfrm>
              <a:off x="3572790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7878E1A8-E47B-4303-BDBE-D9153574C0DF}"/>
              </a:ext>
            </a:extLst>
          </p:cNvPr>
          <p:cNvGrpSpPr/>
          <p:nvPr/>
        </p:nvGrpSpPr>
        <p:grpSpPr>
          <a:xfrm>
            <a:off x="210356" y="1203435"/>
            <a:ext cx="8024876" cy="260092"/>
            <a:chOff x="184526" y="1505937"/>
            <a:chExt cx="8024876" cy="260092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22E66FFF-8A3A-4BFE-8CB3-FDC27F9A445E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860A8CA5-5E74-48C5-9DB5-0A2D5DDEAD5A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D85D8CA3-BC51-40A6-9651-3BF06AFF7D01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1EEA0171-B769-44E1-818F-0C260333DE72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CB44465B-AD92-45D5-A3E7-512C4BDB6F8F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13903366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46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671" y="920973"/>
            <a:ext cx="8208912" cy="4668261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605" y="84797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48782" y="1196752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5" y="1612260"/>
            <a:ext cx="1820532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PV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수익 조회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6BFF179-6D85-452E-9564-60FFD2CE0D3D}"/>
              </a:ext>
            </a:extLst>
          </p:cNvPr>
          <p:cNvGrpSpPr/>
          <p:nvPr/>
        </p:nvGrpSpPr>
        <p:grpSpPr>
          <a:xfrm>
            <a:off x="299939" y="5231524"/>
            <a:ext cx="862386" cy="211955"/>
            <a:chOff x="4861742" y="3907374"/>
            <a:chExt cx="862386" cy="211955"/>
          </a:xfrm>
        </p:grpSpPr>
        <p:pic>
          <p:nvPicPr>
            <p:cNvPr id="38" name="Picture 6" descr="ìì ë¤ì´ë¡ëì ëí ì´ë¯¸ì§ ê²ìê²°ê³¼">
              <a:extLst>
                <a:ext uri="{FF2B5EF4-FFF2-40B4-BE49-F238E27FC236}">
                  <a16:creationId xmlns:a16="http://schemas.microsoft.com/office/drawing/2014/main" id="{72CEF38D-10AD-4758-B55F-6D8F72612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61742" y="3907374"/>
              <a:ext cx="211955" cy="211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AB80116-BA59-4BBD-BC55-87962E3E05DB}"/>
                </a:ext>
              </a:extLst>
            </p:cNvPr>
            <p:cNvSpPr txBox="1"/>
            <p:nvPr/>
          </p:nvSpPr>
          <p:spPr>
            <a:xfrm>
              <a:off x="4949189" y="3921018"/>
              <a:ext cx="7749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데이터 저장하기</a:t>
              </a: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27B69D7-2B77-4AF2-A717-2F8B00E5023D}"/>
              </a:ext>
            </a:extLst>
          </p:cNvPr>
          <p:cNvSpPr/>
          <p:nvPr/>
        </p:nvSpPr>
        <p:spPr>
          <a:xfrm>
            <a:off x="3834262" y="1624921"/>
            <a:ext cx="1224136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기간 설정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E4F555-ACF8-422A-8A4C-263DF5607ED0}"/>
              </a:ext>
            </a:extLst>
          </p:cNvPr>
          <p:cNvSpPr/>
          <p:nvPr/>
        </p:nvSpPr>
        <p:spPr>
          <a:xfrm>
            <a:off x="4554342" y="1624921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56B85B8-E22D-471D-BF90-7BA59FDE59DA}"/>
              </a:ext>
            </a:extLst>
          </p:cNvPr>
          <p:cNvSpPr/>
          <p:nvPr/>
        </p:nvSpPr>
        <p:spPr>
          <a:xfrm>
            <a:off x="5817095" y="1624921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DE85575-6695-43D9-BA78-E72D7749FD5A}"/>
              </a:ext>
            </a:extLst>
          </p:cNvPr>
          <p:cNvSpPr/>
          <p:nvPr/>
        </p:nvSpPr>
        <p:spPr>
          <a:xfrm>
            <a:off x="6105127" y="1624921"/>
            <a:ext cx="249415" cy="288033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~</a:t>
            </a:r>
            <a:endParaRPr lang="ko-KR" altLang="en-US" sz="9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2DDF82F-9C8F-422F-B328-3979E21AEB5E}"/>
              </a:ext>
            </a:extLst>
          </p:cNvPr>
          <p:cNvSpPr/>
          <p:nvPr/>
        </p:nvSpPr>
        <p:spPr>
          <a:xfrm>
            <a:off x="6354542" y="1624921"/>
            <a:ext cx="1262753" cy="28803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YYYY-MM</a:t>
            </a:r>
            <a:endParaRPr lang="ko-KR" altLang="en-US" sz="9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08668D7-197F-47CF-8003-58499E43E073}"/>
              </a:ext>
            </a:extLst>
          </p:cNvPr>
          <p:cNvSpPr/>
          <p:nvPr/>
        </p:nvSpPr>
        <p:spPr>
          <a:xfrm>
            <a:off x="7617295" y="1624921"/>
            <a:ext cx="288032" cy="2880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▼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7B496C47-4B09-42E9-9426-A22039965EEC}"/>
              </a:ext>
            </a:extLst>
          </p:cNvPr>
          <p:cNvSpPr/>
          <p:nvPr/>
        </p:nvSpPr>
        <p:spPr>
          <a:xfrm>
            <a:off x="1311510" y="1653408"/>
            <a:ext cx="1013369" cy="231058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 </a:t>
            </a:r>
            <a:r>
              <a:rPr lang="en-US" altLang="ko-KR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올해</a:t>
            </a:r>
            <a:r>
              <a:rPr lang="en-US" altLang="ko-KR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  </a:t>
            </a:r>
            <a:r>
              <a:rPr lang="ko-KR" altLang="en-US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8022E966-6773-477B-BC7F-8585C81A6134}"/>
              </a:ext>
            </a:extLst>
          </p:cNvPr>
          <p:cNvSpPr txBox="1"/>
          <p:nvPr/>
        </p:nvSpPr>
        <p:spPr>
          <a:xfrm>
            <a:off x="7149244" y="5229780"/>
            <a:ext cx="972108" cy="2154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명세서 확인하기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29C7BCAA-D601-420B-B3F0-1175AA757E88}"/>
              </a:ext>
            </a:extLst>
          </p:cNvPr>
          <p:cNvSpPr/>
          <p:nvPr/>
        </p:nvSpPr>
        <p:spPr>
          <a:xfrm>
            <a:off x="4736976" y="198884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총 수익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B5256E29-EDBA-4EB7-AAFD-34118F3847B9}"/>
              </a:ext>
            </a:extLst>
          </p:cNvPr>
          <p:cNvSpPr/>
          <p:nvPr/>
        </p:nvSpPr>
        <p:spPr>
          <a:xfrm>
            <a:off x="6105128" y="1988840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SMP 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수익</a:t>
            </a: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FF56CDFC-3B94-4C7C-B074-DE46915AB355}"/>
              </a:ext>
            </a:extLst>
          </p:cNvPr>
          <p:cNvCxnSpPr/>
          <p:nvPr/>
        </p:nvCxnSpPr>
        <p:spPr>
          <a:xfrm>
            <a:off x="4160912" y="2111068"/>
            <a:ext cx="504056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E662AB0-314D-4E09-BDDF-E02966A5EF6E}"/>
              </a:ext>
            </a:extLst>
          </p:cNvPr>
          <p:cNvCxnSpPr/>
          <p:nvPr/>
        </p:nvCxnSpPr>
        <p:spPr>
          <a:xfrm>
            <a:off x="5529064" y="2111068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99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85" name="표 84">
            <a:extLst>
              <a:ext uri="{FF2B5EF4-FFF2-40B4-BE49-F238E27FC236}">
                <a16:creationId xmlns:a16="http://schemas.microsoft.com/office/drawing/2014/main" id="{9BD5E43D-104B-443D-B1F6-27B460190E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1361609"/>
              </p:ext>
            </p:extLst>
          </p:nvPr>
        </p:nvGraphicFramePr>
        <p:xfrm>
          <a:off x="272482" y="2308931"/>
          <a:ext cx="7920874" cy="15544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61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/>
                        <a:t>￦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1,000,000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06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03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04</a:t>
                      </a:r>
                      <a:endParaRPr lang="ko-KR" altLang="en-US" sz="900" b="1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05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06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07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08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09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ko-KR" altLang="en-US" sz="900" b="1" dirty="0">
                        <a:solidFill>
                          <a:schemeClr val="bg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8138AD86-BA64-40C8-8DDA-F5A6A43D0D17}"/>
              </a:ext>
            </a:extLst>
          </p:cNvPr>
          <p:cNvCxnSpPr/>
          <p:nvPr/>
        </p:nvCxnSpPr>
        <p:spPr>
          <a:xfrm>
            <a:off x="1303114" y="3082506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9333C2C6-2396-4FB6-9DEA-3B6D517F7801}"/>
              </a:ext>
            </a:extLst>
          </p:cNvPr>
          <p:cNvCxnSpPr/>
          <p:nvPr/>
        </p:nvCxnSpPr>
        <p:spPr>
          <a:xfrm>
            <a:off x="1303114" y="2636912"/>
            <a:ext cx="6840760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B023C2E5-191F-4401-92C6-46B2622A2CBA}"/>
              </a:ext>
            </a:extLst>
          </p:cNvPr>
          <p:cNvGrpSpPr/>
          <p:nvPr/>
        </p:nvGrpSpPr>
        <p:grpSpPr>
          <a:xfrm>
            <a:off x="1770620" y="2865863"/>
            <a:ext cx="2390292" cy="527108"/>
            <a:chOff x="1254498" y="2635699"/>
            <a:chExt cx="2390292" cy="347113"/>
          </a:xfrm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0EF0177D-9980-4862-8EE3-9FCFC5EE5A1C}"/>
                </a:ext>
              </a:extLst>
            </p:cNvPr>
            <p:cNvSpPr/>
            <p:nvPr/>
          </p:nvSpPr>
          <p:spPr>
            <a:xfrm>
              <a:off x="1254498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7ED53488-58A9-4E19-9E77-B7A4E2955C19}"/>
                </a:ext>
              </a:extLst>
            </p:cNvPr>
            <p:cNvSpPr/>
            <p:nvPr/>
          </p:nvSpPr>
          <p:spPr>
            <a:xfrm>
              <a:off x="1352610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4AC93C2C-D1E5-43B7-A8BE-D984A4CEDFE8}"/>
                </a:ext>
              </a:extLst>
            </p:cNvPr>
            <p:cNvSpPr/>
            <p:nvPr/>
          </p:nvSpPr>
          <p:spPr>
            <a:xfrm>
              <a:off x="1811239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DE24756D-DF19-4C59-BDED-AD3D37C8E73E}"/>
                </a:ext>
              </a:extLst>
            </p:cNvPr>
            <p:cNvSpPr/>
            <p:nvPr/>
          </p:nvSpPr>
          <p:spPr>
            <a:xfrm>
              <a:off x="1909351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E83AF217-23EB-476D-941B-AA094DDA798F}"/>
                </a:ext>
              </a:extLst>
            </p:cNvPr>
            <p:cNvSpPr/>
            <p:nvPr/>
          </p:nvSpPr>
          <p:spPr>
            <a:xfrm>
              <a:off x="2373496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D6A3DACF-363D-45DD-92FE-D2ECEAF3DBF0}"/>
                </a:ext>
              </a:extLst>
            </p:cNvPr>
            <p:cNvSpPr/>
            <p:nvPr/>
          </p:nvSpPr>
          <p:spPr>
            <a:xfrm>
              <a:off x="2471608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9677FDC2-9790-4A3C-81AC-5F917853628F}"/>
                </a:ext>
              </a:extLst>
            </p:cNvPr>
            <p:cNvSpPr/>
            <p:nvPr/>
          </p:nvSpPr>
          <p:spPr>
            <a:xfrm>
              <a:off x="2913177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137273C7-B2BA-4FD2-8B6D-EE260CE782F4}"/>
                </a:ext>
              </a:extLst>
            </p:cNvPr>
            <p:cNvSpPr/>
            <p:nvPr/>
          </p:nvSpPr>
          <p:spPr>
            <a:xfrm>
              <a:off x="3011289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EC557756-0ECF-473B-9404-8CBE1043C140}"/>
                </a:ext>
              </a:extLst>
            </p:cNvPr>
            <p:cNvSpPr/>
            <p:nvPr/>
          </p:nvSpPr>
          <p:spPr>
            <a:xfrm>
              <a:off x="3474678" y="2635699"/>
              <a:ext cx="72000" cy="347113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17E6608E-2FB8-46BC-97F2-874DC0DF958C}"/>
                </a:ext>
              </a:extLst>
            </p:cNvPr>
            <p:cNvSpPr/>
            <p:nvPr/>
          </p:nvSpPr>
          <p:spPr>
            <a:xfrm>
              <a:off x="3572790" y="2857851"/>
              <a:ext cx="72000" cy="124961"/>
            </a:xfrm>
            <a:prstGeom prst="rect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D5428C4B-7325-49A8-B9F2-16638C5D33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5276760"/>
              </p:ext>
            </p:extLst>
          </p:nvPr>
        </p:nvGraphicFramePr>
        <p:xfrm>
          <a:off x="272476" y="3901193"/>
          <a:ext cx="7920880" cy="11839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61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5206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5121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2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 발전량</a:t>
                      </a:r>
                      <a:endParaRPr lang="en-US" altLang="ko-KR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44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SMP 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44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SMP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수익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44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REC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거래량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44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REC 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수익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283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 수익</a:t>
                      </a:r>
                      <a:endParaRPr lang="en-US" altLang="ko-KR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발전량</a:t>
                      </a: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x(SMP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거래가격</a:t>
                      </a: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+</a:t>
                      </a:r>
                    </a:p>
                    <a:p>
                      <a:pPr algn="ctr" latinLnBrk="1"/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REC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거래가격</a:t>
                      </a:r>
                      <a:r>
                        <a:rPr lang="en-US" altLang="ko-KR" sz="700" b="1" kern="1200" dirty="0" err="1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xREC</a:t>
                      </a:r>
                      <a:r>
                        <a:rPr lang="ko-KR" altLang="en-US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가중치</a:t>
                      </a:r>
                      <a:r>
                        <a:rPr lang="en-US" altLang="ko-KR" sz="700" b="1" kern="12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7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sz="800" b="1" kern="120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B6AB879-C521-4B65-B256-96E52086466E}"/>
              </a:ext>
            </a:extLst>
          </p:cNvPr>
          <p:cNvSpPr/>
          <p:nvPr/>
        </p:nvSpPr>
        <p:spPr>
          <a:xfrm>
            <a:off x="7517537" y="1992619"/>
            <a:ext cx="1008112" cy="36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r>
              <a:rPr lang="en-US" altLang="ko-KR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REC</a:t>
            </a:r>
            <a:r>
              <a:rPr lang="ko-KR" altLang="en-US" sz="8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수익</a:t>
            </a: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C4632A4-0C68-4961-B50A-7B514051EA06}"/>
              </a:ext>
            </a:extLst>
          </p:cNvPr>
          <p:cNvCxnSpPr/>
          <p:nvPr/>
        </p:nvCxnSpPr>
        <p:spPr>
          <a:xfrm>
            <a:off x="6941473" y="2114847"/>
            <a:ext cx="504056" cy="0"/>
          </a:xfrm>
          <a:prstGeom prst="lin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DADAE4B5-FA7C-4650-B211-22FAE2A62FC2}"/>
              </a:ext>
            </a:extLst>
          </p:cNvPr>
          <p:cNvSpPr/>
          <p:nvPr/>
        </p:nvSpPr>
        <p:spPr>
          <a:xfrm>
            <a:off x="1973941" y="3131016"/>
            <a:ext cx="59387" cy="261955"/>
          </a:xfrm>
          <a:prstGeom prst="rect">
            <a:avLst/>
          </a:prstGeom>
          <a:solidFill>
            <a:srgbClr val="0066FF"/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1EB9400A-98FF-48CE-AC46-95E197ED2C1B}"/>
              </a:ext>
            </a:extLst>
          </p:cNvPr>
          <p:cNvSpPr/>
          <p:nvPr/>
        </p:nvSpPr>
        <p:spPr>
          <a:xfrm>
            <a:off x="2518069" y="3131016"/>
            <a:ext cx="59387" cy="261955"/>
          </a:xfrm>
          <a:prstGeom prst="rect">
            <a:avLst/>
          </a:prstGeom>
          <a:solidFill>
            <a:srgbClr val="0066FF"/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1F2FB687-16EC-4230-9626-DE538ADB1AFF}"/>
              </a:ext>
            </a:extLst>
          </p:cNvPr>
          <p:cNvSpPr/>
          <p:nvPr/>
        </p:nvSpPr>
        <p:spPr>
          <a:xfrm>
            <a:off x="3086627" y="3131016"/>
            <a:ext cx="59387" cy="261955"/>
          </a:xfrm>
          <a:prstGeom prst="rect">
            <a:avLst/>
          </a:prstGeom>
          <a:solidFill>
            <a:srgbClr val="0066FF"/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E79E1FBC-8FE7-4BEF-9A4C-B5A566E8229E}"/>
              </a:ext>
            </a:extLst>
          </p:cNvPr>
          <p:cNvSpPr/>
          <p:nvPr/>
        </p:nvSpPr>
        <p:spPr>
          <a:xfrm>
            <a:off x="3619132" y="3131016"/>
            <a:ext cx="59387" cy="261955"/>
          </a:xfrm>
          <a:prstGeom prst="rect">
            <a:avLst/>
          </a:prstGeom>
          <a:solidFill>
            <a:srgbClr val="0066FF"/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CCFAD2F5-08D5-4862-AFED-98628E969EE5}"/>
              </a:ext>
            </a:extLst>
          </p:cNvPr>
          <p:cNvSpPr/>
          <p:nvPr/>
        </p:nvSpPr>
        <p:spPr>
          <a:xfrm>
            <a:off x="4179727" y="3131016"/>
            <a:ext cx="59387" cy="261955"/>
          </a:xfrm>
          <a:prstGeom prst="rect">
            <a:avLst/>
          </a:prstGeom>
          <a:solidFill>
            <a:srgbClr val="0066FF"/>
          </a:solidFill>
          <a:ln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1CFD9424-7997-4450-A24A-93DD2A68DCB9}"/>
              </a:ext>
            </a:extLst>
          </p:cNvPr>
          <p:cNvGrpSpPr/>
          <p:nvPr/>
        </p:nvGrpSpPr>
        <p:grpSpPr>
          <a:xfrm>
            <a:off x="242160" y="1268760"/>
            <a:ext cx="8024876" cy="260092"/>
            <a:chOff x="184526" y="1505937"/>
            <a:chExt cx="8024876" cy="260092"/>
          </a:xfrm>
        </p:grpSpPr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8A774828-0E1F-40C6-B342-3A5C51D546F7}"/>
                </a:ext>
              </a:extLst>
            </p:cNvPr>
            <p:cNvSpPr/>
            <p:nvPr/>
          </p:nvSpPr>
          <p:spPr>
            <a:xfrm>
              <a:off x="5810955" y="1550585"/>
              <a:ext cx="18205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수익 현황</a:t>
              </a: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63AEAE6E-AE4E-4A23-B419-15C6646C54C7}"/>
                </a:ext>
              </a:extLst>
            </p:cNvPr>
            <p:cNvSpPr/>
            <p:nvPr/>
          </p:nvSpPr>
          <p:spPr>
            <a:xfrm>
              <a:off x="184526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에너지 모니터링</a:t>
              </a:r>
            </a:p>
          </p:txBody>
        </p: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F5FCA6BA-F75D-46B5-A73E-5BCEA687835C}"/>
                </a:ext>
              </a:extLst>
            </p:cNvPr>
            <p:cNvSpPr/>
            <p:nvPr/>
          </p:nvSpPr>
          <p:spPr>
            <a:xfrm>
              <a:off x="2191085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장치 모니터링</a:t>
              </a: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902C8DF0-2648-41F4-A1CE-6B5CFDB07201}"/>
                </a:ext>
              </a:extLst>
            </p:cNvPr>
            <p:cNvSpPr/>
            <p:nvPr/>
          </p:nvSpPr>
          <p:spPr>
            <a:xfrm>
              <a:off x="4197644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상황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관제</a:t>
              </a: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C8B412A3-C7D2-407C-8A69-59C324E0620A}"/>
                </a:ext>
              </a:extLst>
            </p:cNvPr>
            <p:cNvSpPr/>
            <p:nvPr/>
          </p:nvSpPr>
          <p:spPr>
            <a:xfrm>
              <a:off x="6204202" y="1505937"/>
              <a:ext cx="2005200" cy="24824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700" dirty="0"/>
                <a:t>요금</a:t>
              </a:r>
              <a:r>
                <a:rPr lang="en-US" altLang="ko-KR" sz="700" dirty="0"/>
                <a:t>/</a:t>
              </a:r>
              <a:r>
                <a:rPr lang="ko-KR" altLang="en-US" sz="700" dirty="0"/>
                <a:t>수익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9784916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47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50405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1324228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설정</a:t>
            </a: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–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한전 계약 및 전력관리 정보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" name="그룹 1">
            <a:extLst>
              <a:ext uri="{FF2B5EF4-FFF2-40B4-BE49-F238E27FC236}">
                <a16:creationId xmlns:a16="http://schemas.microsoft.com/office/drawing/2014/main" id="{25E1193C-C045-4DBB-A17D-488132145FCE}"/>
              </a:ext>
            </a:extLst>
          </p:cNvPr>
          <p:cNvGrpSpPr/>
          <p:nvPr/>
        </p:nvGrpSpPr>
        <p:grpSpPr>
          <a:xfrm>
            <a:off x="344488" y="1708105"/>
            <a:ext cx="7776864" cy="3737119"/>
            <a:chOff x="496982" y="1958075"/>
            <a:chExt cx="8203656" cy="4160163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6FB85F2F-51DC-4017-8C5E-AD9462F439F6}"/>
                </a:ext>
              </a:extLst>
            </p:cNvPr>
            <p:cNvSpPr/>
            <p:nvPr/>
          </p:nvSpPr>
          <p:spPr>
            <a:xfrm>
              <a:off x="496982" y="1958075"/>
              <a:ext cx="8203656" cy="3559645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endPara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D76BB61B-EB69-48A3-9B16-AD0D85F99A5F}"/>
                </a:ext>
              </a:extLst>
            </p:cNvPr>
            <p:cNvSpPr/>
            <p:nvPr/>
          </p:nvSpPr>
          <p:spPr>
            <a:xfrm>
              <a:off x="713006" y="2292713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건물 요금</a:t>
              </a:r>
            </a:p>
          </p:txBody>
        </p:sp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3DD3059B-7D0A-48A4-87DD-3EF5273677A1}"/>
                </a:ext>
              </a:extLst>
            </p:cNvPr>
            <p:cNvSpPr/>
            <p:nvPr/>
          </p:nvSpPr>
          <p:spPr>
            <a:xfrm>
              <a:off x="2081158" y="2292713"/>
              <a:ext cx="5904656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일반용</a:t>
              </a: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을</a:t>
              </a: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) – 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고압 </a:t>
              </a: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A: 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선택 </a:t>
              </a: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II</a:t>
              </a:r>
              <a:endPara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0" name="직사각형 109">
              <a:extLst>
                <a:ext uri="{FF2B5EF4-FFF2-40B4-BE49-F238E27FC236}">
                  <a16:creationId xmlns:a16="http://schemas.microsoft.com/office/drawing/2014/main" id="{2D00898D-7121-466D-9484-DE1730F427D5}"/>
                </a:ext>
              </a:extLst>
            </p:cNvPr>
            <p:cNvSpPr/>
            <p:nvPr/>
          </p:nvSpPr>
          <p:spPr>
            <a:xfrm>
              <a:off x="7985814" y="2292713"/>
              <a:ext cx="360040" cy="360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</a:p>
          </p:txBody>
        </p:sp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6921FF9B-B232-4EE2-BF1F-C19E454227F7}"/>
                </a:ext>
              </a:extLst>
            </p:cNvPr>
            <p:cNvSpPr/>
            <p:nvPr/>
          </p:nvSpPr>
          <p:spPr>
            <a:xfrm>
              <a:off x="713006" y="2868777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계약 전력</a:t>
              </a:r>
            </a:p>
          </p:txBody>
        </p:sp>
        <p:sp>
          <p:nvSpPr>
            <p:cNvPr id="112" name="직사각형 111">
              <a:extLst>
                <a:ext uri="{FF2B5EF4-FFF2-40B4-BE49-F238E27FC236}">
                  <a16:creationId xmlns:a16="http://schemas.microsoft.com/office/drawing/2014/main" id="{FD8C4313-1BCB-438F-97EE-7AD58E3B3AD6}"/>
                </a:ext>
              </a:extLst>
            </p:cNvPr>
            <p:cNvSpPr/>
            <p:nvPr/>
          </p:nvSpPr>
          <p:spPr>
            <a:xfrm>
              <a:off x="2081158" y="2868777"/>
              <a:ext cx="5760640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2,000</a:t>
              </a:r>
              <a:endPara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1C9DB54F-6C1F-4D30-8BB5-B1F176D2C9BE}"/>
                </a:ext>
              </a:extLst>
            </p:cNvPr>
            <p:cNvSpPr/>
            <p:nvPr/>
          </p:nvSpPr>
          <p:spPr>
            <a:xfrm>
              <a:off x="7481758" y="2868777"/>
              <a:ext cx="86409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KW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EB1A4E56-CF77-4437-A347-8E7FFE28F8AD}"/>
                </a:ext>
              </a:extLst>
            </p:cNvPr>
            <p:cNvSpPr/>
            <p:nvPr/>
          </p:nvSpPr>
          <p:spPr>
            <a:xfrm>
              <a:off x="713006" y="3444841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검침일</a:t>
              </a: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93B68E3D-B29A-4E4D-9945-AC41D19FD8A2}"/>
                </a:ext>
              </a:extLst>
            </p:cNvPr>
            <p:cNvSpPr/>
            <p:nvPr/>
          </p:nvSpPr>
          <p:spPr>
            <a:xfrm>
              <a:off x="2081158" y="3444841"/>
              <a:ext cx="5904656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30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일</a:t>
              </a:r>
            </a:p>
          </p:txBody>
        </p:sp>
        <p:sp>
          <p:nvSpPr>
            <p:cNvPr id="116" name="직사각형 115">
              <a:extLst>
                <a:ext uri="{FF2B5EF4-FFF2-40B4-BE49-F238E27FC236}">
                  <a16:creationId xmlns:a16="http://schemas.microsoft.com/office/drawing/2014/main" id="{B7672307-B364-426F-A28D-A607AD98270F}"/>
                </a:ext>
              </a:extLst>
            </p:cNvPr>
            <p:cNvSpPr/>
            <p:nvPr/>
          </p:nvSpPr>
          <p:spPr>
            <a:xfrm>
              <a:off x="7985814" y="3444841"/>
              <a:ext cx="360040" cy="360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</a:p>
          </p:txBody>
        </p:sp>
        <p:sp>
          <p:nvSpPr>
            <p:cNvPr id="117" name="직사각형 116">
              <a:extLst>
                <a:ext uri="{FF2B5EF4-FFF2-40B4-BE49-F238E27FC236}">
                  <a16:creationId xmlns:a16="http://schemas.microsoft.com/office/drawing/2014/main" id="{85B7855A-7938-4DA6-A426-9AA48BFF085A}"/>
                </a:ext>
              </a:extLst>
            </p:cNvPr>
            <p:cNvSpPr/>
            <p:nvPr/>
          </p:nvSpPr>
          <p:spPr>
            <a:xfrm>
              <a:off x="713006" y="4092913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요금 적용 전력</a:t>
              </a:r>
            </a:p>
          </p:txBody>
        </p:sp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2048CCEF-E1D3-408A-A919-2F7C4FA8934A}"/>
                </a:ext>
              </a:extLst>
            </p:cNvPr>
            <p:cNvSpPr/>
            <p:nvPr/>
          </p:nvSpPr>
          <p:spPr>
            <a:xfrm>
              <a:off x="2081158" y="4092913"/>
              <a:ext cx="2451902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2018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년 </a:t>
              </a: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05</a:t>
              </a: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월</a:t>
              </a:r>
            </a:p>
          </p:txBody>
        </p:sp>
        <p:sp>
          <p:nvSpPr>
            <p:cNvPr id="119" name="직사각형 118">
              <a:extLst>
                <a:ext uri="{FF2B5EF4-FFF2-40B4-BE49-F238E27FC236}">
                  <a16:creationId xmlns:a16="http://schemas.microsoft.com/office/drawing/2014/main" id="{B09CC0CE-834F-43ED-9FB1-5EAC883D15BA}"/>
                </a:ext>
              </a:extLst>
            </p:cNvPr>
            <p:cNvSpPr/>
            <p:nvPr/>
          </p:nvSpPr>
          <p:spPr>
            <a:xfrm>
              <a:off x="4533060" y="4092913"/>
              <a:ext cx="360040" cy="360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</a:p>
          </p:txBody>
        </p:sp>
        <p:sp>
          <p:nvSpPr>
            <p:cNvPr id="120" name="직사각형 119">
              <a:extLst>
                <a:ext uri="{FF2B5EF4-FFF2-40B4-BE49-F238E27FC236}">
                  <a16:creationId xmlns:a16="http://schemas.microsoft.com/office/drawing/2014/main" id="{46A66324-CF64-47EC-8564-8C54DD26E7F0}"/>
                </a:ext>
              </a:extLst>
            </p:cNvPr>
            <p:cNvSpPr/>
            <p:nvPr/>
          </p:nvSpPr>
          <p:spPr>
            <a:xfrm>
              <a:off x="5033486" y="4092913"/>
              <a:ext cx="2808312" cy="360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500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70C930F6-A7C9-44DC-80C7-D8DB49B87255}"/>
                </a:ext>
              </a:extLst>
            </p:cNvPr>
            <p:cNvSpPr/>
            <p:nvPr/>
          </p:nvSpPr>
          <p:spPr>
            <a:xfrm>
              <a:off x="7481759" y="4092913"/>
              <a:ext cx="86409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KW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F2ACFC8A-5CA1-41FB-B0F0-567E3686BD53}"/>
                </a:ext>
              </a:extLst>
            </p:cNvPr>
            <p:cNvSpPr/>
            <p:nvPr/>
          </p:nvSpPr>
          <p:spPr>
            <a:xfrm>
              <a:off x="713006" y="4740985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목표 전력</a:t>
              </a:r>
            </a:p>
          </p:txBody>
        </p:sp>
        <p:sp>
          <p:nvSpPr>
            <p:cNvPr id="123" name="직사각형 122">
              <a:extLst>
                <a:ext uri="{FF2B5EF4-FFF2-40B4-BE49-F238E27FC236}">
                  <a16:creationId xmlns:a16="http://schemas.microsoft.com/office/drawing/2014/main" id="{6DB4BABA-2C24-4120-ACBD-8B44264FC38D}"/>
                </a:ext>
              </a:extLst>
            </p:cNvPr>
            <p:cNvSpPr/>
            <p:nvPr/>
          </p:nvSpPr>
          <p:spPr>
            <a:xfrm>
              <a:off x="2081158" y="4740985"/>
              <a:ext cx="2451902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450</a:t>
              </a:r>
              <a:endPara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4DA0D1B4-3322-4523-985F-4EF9BA2C2613}"/>
                </a:ext>
              </a:extLst>
            </p:cNvPr>
            <p:cNvSpPr/>
            <p:nvPr/>
          </p:nvSpPr>
          <p:spPr>
            <a:xfrm>
              <a:off x="7481759" y="4740985"/>
              <a:ext cx="86409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%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30D1016A-13FB-4513-A8E9-706EE203BB52}"/>
                </a:ext>
              </a:extLst>
            </p:cNvPr>
            <p:cNvGrpSpPr/>
            <p:nvPr/>
          </p:nvGrpSpPr>
          <p:grpSpPr>
            <a:xfrm>
              <a:off x="3339556" y="5758198"/>
              <a:ext cx="2630919" cy="360040"/>
              <a:chOff x="3791228" y="5284908"/>
              <a:chExt cx="2630919" cy="360040"/>
            </a:xfrm>
          </p:grpSpPr>
          <p:sp>
            <p:nvSpPr>
              <p:cNvPr id="126" name="직사각형 125">
                <a:extLst>
                  <a:ext uri="{FF2B5EF4-FFF2-40B4-BE49-F238E27FC236}">
                    <a16:creationId xmlns:a16="http://schemas.microsoft.com/office/drawing/2014/main" id="{7726E8D3-148F-4164-832A-268A34EC9F35}"/>
                  </a:ext>
                </a:extLst>
              </p:cNvPr>
              <p:cNvSpPr/>
              <p:nvPr/>
            </p:nvSpPr>
            <p:spPr>
              <a:xfrm>
                <a:off x="3791228" y="5284908"/>
                <a:ext cx="1224136" cy="360040"/>
              </a:xfrm>
              <a:prstGeom prst="rect">
                <a:avLst/>
              </a:prstGeom>
              <a:solidFill>
                <a:srgbClr val="0099FF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105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설정</a:t>
                </a:r>
              </a:p>
            </p:txBody>
          </p:sp>
          <p:sp>
            <p:nvSpPr>
              <p:cNvPr id="127" name="직사각형 126">
                <a:extLst>
                  <a:ext uri="{FF2B5EF4-FFF2-40B4-BE49-F238E27FC236}">
                    <a16:creationId xmlns:a16="http://schemas.microsoft.com/office/drawing/2014/main" id="{3D9A0764-2FF1-44DF-A947-222307667FC1}"/>
                  </a:ext>
                </a:extLst>
              </p:cNvPr>
              <p:cNvSpPr/>
              <p:nvPr/>
            </p:nvSpPr>
            <p:spPr>
              <a:xfrm>
                <a:off x="5198011" y="5284908"/>
                <a:ext cx="1224136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105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취소</a:t>
                </a:r>
              </a:p>
            </p:txBody>
          </p:sp>
        </p:grpSp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43247140-853E-4569-B5FF-5BEC4BAF1FA2}"/>
                </a:ext>
              </a:extLst>
            </p:cNvPr>
            <p:cNvSpPr/>
            <p:nvPr/>
          </p:nvSpPr>
          <p:spPr>
            <a:xfrm>
              <a:off x="6840946" y="4753016"/>
              <a:ext cx="1000852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90</a:t>
              </a:r>
              <a:endParaRPr lang="ko-KR" altLang="en-US" sz="1050" b="1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AC0338E5-ACB9-4599-9164-14CBAA0BB152}"/>
                </a:ext>
              </a:extLst>
            </p:cNvPr>
            <p:cNvSpPr/>
            <p:nvPr/>
          </p:nvSpPr>
          <p:spPr>
            <a:xfrm>
              <a:off x="4029004" y="4752333"/>
              <a:ext cx="86409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en-US" altLang="ko-KR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KW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F70D8862-861E-48D5-90FB-1CED54845816}"/>
                </a:ext>
              </a:extLst>
            </p:cNvPr>
            <p:cNvSpPr/>
            <p:nvPr/>
          </p:nvSpPr>
          <p:spPr>
            <a:xfrm>
              <a:off x="5135494" y="4758497"/>
              <a:ext cx="155417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요금적용전력대비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1673717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48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50405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1324228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설정</a:t>
            </a: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–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사이트 그룹 정보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FB85F2F-51DC-4017-8C5E-AD9462F439F6}"/>
              </a:ext>
            </a:extLst>
          </p:cNvPr>
          <p:cNvSpPr/>
          <p:nvPr/>
        </p:nvSpPr>
        <p:spPr>
          <a:xfrm>
            <a:off x="344488" y="1708105"/>
            <a:ext cx="7776864" cy="3197667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ct val="150000"/>
              </a:lnSpc>
            </a:pPr>
            <a:endParaRPr lang="ko-KR" altLang="en-US" sz="105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30D1016A-13FB-4513-A8E9-706EE203BB52}"/>
              </a:ext>
            </a:extLst>
          </p:cNvPr>
          <p:cNvGrpSpPr/>
          <p:nvPr/>
        </p:nvGrpSpPr>
        <p:grpSpPr>
          <a:xfrm>
            <a:off x="3039178" y="5121796"/>
            <a:ext cx="2494046" cy="323428"/>
            <a:chOff x="3791228" y="5284908"/>
            <a:chExt cx="2630919" cy="360040"/>
          </a:xfrm>
        </p:grpSpPr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설정</a:t>
              </a: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3D9A0764-2FF1-44DF-A947-222307667FC1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E71D6F2F-4D76-4573-B317-7143359A41E1}"/>
              </a:ext>
            </a:extLst>
          </p:cNvPr>
          <p:cNvGrpSpPr/>
          <p:nvPr/>
        </p:nvGrpSpPr>
        <p:grpSpPr>
          <a:xfrm>
            <a:off x="452652" y="2040076"/>
            <a:ext cx="7560534" cy="2469044"/>
            <a:chOff x="416802" y="2292713"/>
            <a:chExt cx="8130597" cy="2743910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3F865AF4-D812-4E47-8A2C-BB70C9A7446E}"/>
                </a:ext>
              </a:extLst>
            </p:cNvPr>
            <p:cNvSpPr/>
            <p:nvPr/>
          </p:nvSpPr>
          <p:spPr>
            <a:xfrm>
              <a:off x="416802" y="2292713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그룹 명</a:t>
              </a: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F44E89D5-57EC-4427-A76C-DEC387D92F51}"/>
                </a:ext>
              </a:extLst>
            </p:cNvPr>
            <p:cNvSpPr/>
            <p:nvPr/>
          </p:nvSpPr>
          <p:spPr>
            <a:xfrm>
              <a:off x="1784954" y="2292713"/>
              <a:ext cx="5904656" cy="36004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롯데 정밀 화학</a:t>
              </a: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BE2D75D4-0BB3-4E93-856D-B663937405D5}"/>
                </a:ext>
              </a:extLst>
            </p:cNvPr>
            <p:cNvSpPr/>
            <p:nvPr/>
          </p:nvSpPr>
          <p:spPr>
            <a:xfrm>
              <a:off x="1089718" y="2868777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그룹 내 사이트</a:t>
              </a:r>
            </a:p>
          </p:txBody>
        </p:sp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7F805C03-852D-4E38-823B-7B260687800F}"/>
                </a:ext>
              </a:extLst>
            </p:cNvPr>
            <p:cNvGrpSpPr/>
            <p:nvPr/>
          </p:nvGrpSpPr>
          <p:grpSpPr>
            <a:xfrm>
              <a:off x="1100656" y="3228816"/>
              <a:ext cx="3538932" cy="1807807"/>
              <a:chOff x="1100657" y="3228816"/>
              <a:chExt cx="2668622" cy="1807807"/>
            </a:xfrm>
          </p:grpSpPr>
          <p:sp>
            <p:nvSpPr>
              <p:cNvPr id="52" name="직사각형 51">
                <a:extLst>
                  <a:ext uri="{FF2B5EF4-FFF2-40B4-BE49-F238E27FC236}">
                    <a16:creationId xmlns:a16="http://schemas.microsoft.com/office/drawing/2014/main" id="{0B3E5012-7687-467A-9A40-176235875AE4}"/>
                  </a:ext>
                </a:extLst>
              </p:cNvPr>
              <p:cNvSpPr/>
              <p:nvPr/>
            </p:nvSpPr>
            <p:spPr>
              <a:xfrm>
                <a:off x="1100657" y="3228817"/>
                <a:ext cx="2319215" cy="178435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_Site_01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_Site_02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_Site_03</a:t>
                </a:r>
                <a:endParaRPr lang="ko-KR" altLang="en-US" sz="100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8ABDD246-FAC3-4FD7-AED1-015D2C7A4F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115616" y="3633802"/>
                <a:ext cx="2160000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1717978E-CB68-4667-B2C8-4A96593EA3C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115616" y="3973891"/>
                <a:ext cx="2160000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56D50F60-0FF8-44E4-A909-A86EB5A7EEE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115616" y="4323930"/>
                <a:ext cx="2160000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" name="Picture 4" descr="ê´ë ¨ ì´ë¯¸ì§">
                <a:extLst>
                  <a:ext uri="{FF2B5EF4-FFF2-40B4-BE49-F238E27FC236}">
                    <a16:creationId xmlns:a16="http://schemas.microsoft.com/office/drawing/2014/main" id="{6F44EBD6-67AB-4639-88A7-F21429C49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02287" y="3228816"/>
                <a:ext cx="866992" cy="180780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A6EEDE16-7A2F-439E-A0EB-09D7BA5068B2}"/>
                </a:ext>
              </a:extLst>
            </p:cNvPr>
            <p:cNvGrpSpPr/>
            <p:nvPr/>
          </p:nvGrpSpPr>
          <p:grpSpPr>
            <a:xfrm>
              <a:off x="5092008" y="3211572"/>
              <a:ext cx="3455391" cy="1807807"/>
              <a:chOff x="5364088" y="3211572"/>
              <a:chExt cx="3183311" cy="1807807"/>
            </a:xfrm>
          </p:grpSpPr>
          <p:sp>
            <p:nvSpPr>
              <p:cNvPr id="58" name="직사각형 57">
                <a:extLst>
                  <a:ext uri="{FF2B5EF4-FFF2-40B4-BE49-F238E27FC236}">
                    <a16:creationId xmlns:a16="http://schemas.microsoft.com/office/drawing/2014/main" id="{52821123-AFBB-4823-AEB1-DA07B26BB164}"/>
                  </a:ext>
                </a:extLst>
              </p:cNvPr>
              <p:cNvSpPr/>
              <p:nvPr/>
            </p:nvSpPr>
            <p:spPr>
              <a:xfrm>
                <a:off x="5364088" y="3211573"/>
                <a:ext cx="2766515" cy="178435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_Site_01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_Site_02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_Site_03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 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Site_04</a:t>
                </a:r>
              </a:p>
              <a:p>
                <a:pPr>
                  <a:lnSpc>
                    <a:spcPct val="20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롯데 </a:t>
                </a:r>
                <a:r>
                  <a:rPr lang="en-US" altLang="ko-KR" sz="10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Site_05</a:t>
                </a:r>
                <a:endParaRPr lang="en-US" altLang="ko-KR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cxnSp>
            <p:nvCxnSpPr>
              <p:cNvPr id="59" name="직선 연결선 58">
                <a:extLst>
                  <a:ext uri="{FF2B5EF4-FFF2-40B4-BE49-F238E27FC236}">
                    <a16:creationId xmlns:a16="http://schemas.microsoft.com/office/drawing/2014/main" id="{81BACF2B-3F89-430B-9BC1-726CA834F6C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81932" y="3590919"/>
                <a:ext cx="2576593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직선 연결선 59">
                <a:extLst>
                  <a:ext uri="{FF2B5EF4-FFF2-40B4-BE49-F238E27FC236}">
                    <a16:creationId xmlns:a16="http://schemas.microsoft.com/office/drawing/2014/main" id="{CE1917E2-7952-415E-B1F7-43B1DC41AA5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81932" y="3950056"/>
                <a:ext cx="2576593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EF693D65-E3B0-497B-91F7-D1286E253A6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81932" y="4285724"/>
                <a:ext cx="2576593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2" name="Picture 4" descr="ê´ë ¨ ì´ë¯¸ì§">
                <a:extLst>
                  <a:ext uri="{FF2B5EF4-FFF2-40B4-BE49-F238E27FC236}">
                    <a16:creationId xmlns:a16="http://schemas.microsoft.com/office/drawing/2014/main" id="{6E0D5C54-9FEC-44ED-8A61-00725E4E78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13193" y="3211572"/>
                <a:ext cx="1034206" cy="180780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64" name="직선 연결선 63">
                <a:extLst>
                  <a:ext uri="{FF2B5EF4-FFF2-40B4-BE49-F238E27FC236}">
                    <a16:creationId xmlns:a16="http://schemas.microsoft.com/office/drawing/2014/main" id="{6CD9608D-1C2B-4A79-9E37-6F8B167FEC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81932" y="4628236"/>
                <a:ext cx="2576593" cy="1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C24B7912-C57E-4BAC-ADE4-FC75497AA8C6}"/>
                </a:ext>
              </a:extLst>
            </p:cNvPr>
            <p:cNvGrpSpPr/>
            <p:nvPr/>
          </p:nvGrpSpPr>
          <p:grpSpPr>
            <a:xfrm>
              <a:off x="4429807" y="3689271"/>
              <a:ext cx="423448" cy="828962"/>
              <a:chOff x="4437543" y="3456671"/>
              <a:chExt cx="423448" cy="828962"/>
            </a:xfrm>
          </p:grpSpPr>
          <p:pic>
            <p:nvPicPr>
              <p:cNvPr id="67" name="Picture 6" descr="white arrowì ëí ì´ë¯¸ì§ ê²ìê²°ê³¼">
                <a:extLst>
                  <a:ext uri="{FF2B5EF4-FFF2-40B4-BE49-F238E27FC236}">
                    <a16:creationId xmlns:a16="http://schemas.microsoft.com/office/drawing/2014/main" id="{42F4033E-32DD-4EA0-B8B6-9FDBCAFE5E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800000">
                <a:off x="4437544" y="3456671"/>
                <a:ext cx="423447" cy="42344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68" name="Picture 8" descr="white arrowì ëí ì´ë¯¸ì§ ê²ìê²°ê³¼">
                <a:extLst>
                  <a:ext uri="{FF2B5EF4-FFF2-40B4-BE49-F238E27FC236}">
                    <a16:creationId xmlns:a16="http://schemas.microsoft.com/office/drawing/2014/main" id="{D4A218E6-1CBE-4834-B8A3-5D1653EFCD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37543" y="3862185"/>
                <a:ext cx="423448" cy="42344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C3C75D86-456C-40F9-8DD5-C0EA33A6DFA9}"/>
                </a:ext>
              </a:extLst>
            </p:cNvPr>
            <p:cNvSpPr/>
            <p:nvPr/>
          </p:nvSpPr>
          <p:spPr>
            <a:xfrm>
              <a:off x="5039025" y="2869844"/>
              <a:ext cx="1224136" cy="36004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>
                <a:lnSpc>
                  <a:spcPct val="150000"/>
                </a:lnSpc>
              </a:pPr>
              <a:r>
                <a:rPr lang="ko-KR" altLang="en-US" sz="105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전체 사이트</a:t>
              </a:r>
              <a:endParaRPr lang="ko-KR" altLang="en-US" sz="105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E7F3C013-B344-4F51-9EF0-D4AB977EE137}"/>
                </a:ext>
              </a:extLst>
            </p:cNvPr>
            <p:cNvSpPr/>
            <p:nvPr/>
          </p:nvSpPr>
          <p:spPr>
            <a:xfrm>
              <a:off x="7689610" y="2292713"/>
              <a:ext cx="360040" cy="360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12097026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49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id="{D14E8AEF-8EA8-4944-AE52-FF98A1FB7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3" y="764704"/>
            <a:ext cx="8208912" cy="504055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pic>
        <p:nvPicPr>
          <p:cNvPr id="19" name="Picture 2">
            <a:extLst>
              <a:ext uri="{FF2B5EF4-FFF2-40B4-BE49-F238E27FC236}">
                <a16:creationId xmlns:a16="http://schemas.microsoft.com/office/drawing/2014/main" id="{6FBB0165-03FF-4BBD-A158-8DEF923CF5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64" y="762442"/>
            <a:ext cx="8208912" cy="34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37D07777-30AA-4506-9C18-6F3B4C7D943C}"/>
              </a:ext>
            </a:extLst>
          </p:cNvPr>
          <p:cNvCxnSpPr>
            <a:cxnSpLocks/>
          </p:cNvCxnSpPr>
          <p:nvPr/>
        </p:nvCxnSpPr>
        <p:spPr>
          <a:xfrm>
            <a:off x="128463" y="1124744"/>
            <a:ext cx="820891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E84417E-CAA5-4FD3-BBB9-7CD5570EF571}"/>
              </a:ext>
            </a:extLst>
          </p:cNvPr>
          <p:cNvSpPr/>
          <p:nvPr/>
        </p:nvSpPr>
        <p:spPr>
          <a:xfrm>
            <a:off x="216314" y="1324228"/>
            <a:ext cx="2216405" cy="2880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>
              <a:lnSpc>
                <a:spcPct val="150000"/>
              </a:lnSpc>
            </a:pP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설정</a:t>
            </a:r>
            <a:r>
              <a: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– </a:t>
            </a:r>
            <a:r>
              <a:rPr lang="ko-KR" altLang="en-US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사용자 관리</a:t>
            </a:r>
          </a:p>
        </p:txBody>
      </p:sp>
      <p:pic>
        <p:nvPicPr>
          <p:cNvPr id="47" name="Picture 2" descr="ì¤ì ì ëí ì´ë¯¸ì§ ê²ìê²°ê³¼">
            <a:extLst>
              <a:ext uri="{FF2B5EF4-FFF2-40B4-BE49-F238E27FC236}">
                <a16:creationId xmlns:a16="http://schemas.microsoft.com/office/drawing/2014/main" id="{90A888AD-844A-4544-B02A-A77BC3397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5865" y="844086"/>
            <a:ext cx="198592" cy="1985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30D1016A-13FB-4513-A8E9-706EE203BB52}"/>
              </a:ext>
            </a:extLst>
          </p:cNvPr>
          <p:cNvGrpSpPr/>
          <p:nvPr/>
        </p:nvGrpSpPr>
        <p:grpSpPr>
          <a:xfrm>
            <a:off x="3039178" y="5121796"/>
            <a:ext cx="2494046" cy="323428"/>
            <a:chOff x="3791228" y="5284908"/>
            <a:chExt cx="2630919" cy="360040"/>
          </a:xfrm>
        </p:grpSpPr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7726E8D3-148F-4164-832A-268A34EC9F35}"/>
                </a:ext>
              </a:extLst>
            </p:cNvPr>
            <p:cNvSpPr/>
            <p:nvPr/>
          </p:nvSpPr>
          <p:spPr>
            <a:xfrm>
              <a:off x="3791228" y="5284908"/>
              <a:ext cx="1224136" cy="360040"/>
            </a:xfrm>
            <a:prstGeom prst="rect">
              <a:avLst/>
            </a:prstGeom>
            <a:solidFill>
              <a:srgbClr val="0099FF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설정</a:t>
              </a: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3D9A0764-2FF1-44DF-A947-222307667FC1}"/>
                </a:ext>
              </a:extLst>
            </p:cNvPr>
            <p:cNvSpPr/>
            <p:nvPr/>
          </p:nvSpPr>
          <p:spPr>
            <a:xfrm>
              <a:off x="5198011" y="5284908"/>
              <a:ext cx="1224136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b="1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취소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3166013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9104309" y="6645875"/>
            <a:ext cx="140029" cy="138499"/>
          </a:xfrm>
        </p:spPr>
        <p:txBody>
          <a:bodyPr/>
          <a:lstStyle/>
          <a:p>
            <a:pPr>
              <a:defRPr/>
            </a:pPr>
            <a:fld id="{9E41B634-5682-4388-99E7-FE44DCFD254B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pPr>
                <a:defRPr/>
              </a:pPr>
              <a:t>50</a:t>
            </a:fld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 (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6023595" y="44624"/>
            <a:ext cx="1233661" cy="196974"/>
          </a:xfrm>
        </p:spPr>
        <p:txBody>
          <a:bodyPr/>
          <a:lstStyle/>
          <a:p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군관리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Main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02" name="Group 158"/>
          <p:cNvGraphicFramePr>
            <a:graphicFrameLocks noGrp="1"/>
          </p:cNvGraphicFramePr>
          <p:nvPr>
            <p:extLst/>
          </p:nvPr>
        </p:nvGraphicFramePr>
        <p:xfrm>
          <a:off x="8469313" y="276225"/>
          <a:ext cx="1404000" cy="1546560"/>
        </p:xfrm>
        <a:graphic>
          <a:graphicData uri="http://schemas.openxmlformats.org/drawingml/2006/table">
            <a:tbl>
              <a:tblPr/>
              <a:tblGrid>
                <a:gridCol w="1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002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Description</a:t>
                      </a:r>
                      <a:endParaRPr kumimoji="1" lang="ko-KR" altLang="en-U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1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2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3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300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4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  <a:sym typeface="Gill Sans"/>
                        </a:rPr>
                        <a:t>5</a:t>
                      </a: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304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  <a:sym typeface="Gill Sans"/>
                      </a:endParaRPr>
                    </a:p>
                  </a:txBody>
                  <a:tcPr marL="18000" marR="18000" marT="36000" marB="36000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8" name="TextBox 77"/>
          <p:cNvSpPr txBox="1"/>
          <p:nvPr/>
        </p:nvSpPr>
        <p:spPr>
          <a:xfrm>
            <a:off x="7121707" y="21349"/>
            <a:ext cx="567597" cy="2308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화면</a:t>
            </a:r>
            <a:r>
              <a:rPr lang="en-US" altLang="ko-KR" sz="9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endParaRPr lang="ko-KR" altLang="en-US" sz="9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7689304" y="43659"/>
            <a:ext cx="79208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>ewpsp_scr_007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형 설명선 205"/>
          <p:cNvSpPr/>
          <p:nvPr/>
        </p:nvSpPr>
        <p:spPr>
          <a:xfrm>
            <a:off x="-788740" y="2744866"/>
            <a:ext cx="216000" cy="216000"/>
          </a:xfrm>
          <a:prstGeom prst="wedgeEllipseCallout">
            <a:avLst>
              <a:gd name="adj1" fmla="val 74230"/>
              <a:gd name="adj2" fmla="val 218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226" name="타원형 설명선 225"/>
          <p:cNvSpPr/>
          <p:nvPr/>
        </p:nvSpPr>
        <p:spPr>
          <a:xfrm>
            <a:off x="-834519" y="3213000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타원형 설명선 226"/>
          <p:cNvSpPr/>
          <p:nvPr/>
        </p:nvSpPr>
        <p:spPr>
          <a:xfrm>
            <a:off x="-788740" y="1884839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형 설명선 243"/>
          <p:cNvSpPr/>
          <p:nvPr/>
        </p:nvSpPr>
        <p:spPr>
          <a:xfrm>
            <a:off x="-796619" y="2150818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5" name="타원형 설명선 244"/>
          <p:cNvSpPr/>
          <p:nvPr/>
        </p:nvSpPr>
        <p:spPr>
          <a:xfrm>
            <a:off x="-808982" y="3727293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6" name="타원형 설명선 245"/>
          <p:cNvSpPr/>
          <p:nvPr/>
        </p:nvSpPr>
        <p:spPr>
          <a:xfrm>
            <a:off x="-808982" y="4273670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타원형 설명선 246"/>
          <p:cNvSpPr/>
          <p:nvPr/>
        </p:nvSpPr>
        <p:spPr>
          <a:xfrm>
            <a:off x="-796619" y="1324215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타원형 설명선 247"/>
          <p:cNvSpPr/>
          <p:nvPr/>
        </p:nvSpPr>
        <p:spPr>
          <a:xfrm>
            <a:off x="-796619" y="1576196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타원형 설명선 265"/>
          <p:cNvSpPr/>
          <p:nvPr/>
        </p:nvSpPr>
        <p:spPr>
          <a:xfrm>
            <a:off x="-786711" y="2456904"/>
            <a:ext cx="216000" cy="216000"/>
          </a:xfrm>
          <a:prstGeom prst="wedgeEllipseCallout">
            <a:avLst>
              <a:gd name="adj1" fmla="val 83253"/>
              <a:gd name="adj2" fmla="val 49564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타원형 설명선 225">
            <a:extLst>
              <a:ext uri="{FF2B5EF4-FFF2-40B4-BE49-F238E27FC236}">
                <a16:creationId xmlns:a16="http://schemas.microsoft.com/office/drawing/2014/main" id="{93402A8C-F86A-4207-9226-F02BE6AB6E19}"/>
              </a:ext>
            </a:extLst>
          </p:cNvPr>
          <p:cNvSpPr/>
          <p:nvPr/>
        </p:nvSpPr>
        <p:spPr>
          <a:xfrm>
            <a:off x="-667135" y="976983"/>
            <a:ext cx="216000" cy="216000"/>
          </a:xfrm>
          <a:prstGeom prst="wedgeEllipseCallout">
            <a:avLst>
              <a:gd name="adj1" fmla="val 87905"/>
              <a:gd name="adj2" fmla="val 35608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27409975"/>
      </p:ext>
    </p:extLst>
  </p:cSld>
  <p:clrMapOvr>
    <a:masterClrMapping/>
  </p:clrMapOvr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필수">
  <a:themeElements>
    <a:clrScheme name="필수">
      <a:dk1>
        <a:srgbClr val="000000"/>
      </a:dk1>
      <a:lt1>
        <a:srgbClr val="FFFFFF"/>
      </a:lt1>
      <a:dk2>
        <a:srgbClr val="D1282E"/>
      </a:dk2>
      <a:lt2>
        <a:srgbClr val="C8C8B1"/>
      </a:lt2>
      <a:accent1>
        <a:srgbClr val="7A7A7A"/>
      </a:accent1>
      <a:accent2>
        <a:srgbClr val="F5C201"/>
      </a:accent2>
      <a:accent3>
        <a:srgbClr val="526DB0"/>
      </a:accent3>
      <a:accent4>
        <a:srgbClr val="989AAC"/>
      </a:accent4>
      <a:accent5>
        <a:srgbClr val="DC5924"/>
      </a:accent5>
      <a:accent6>
        <a:srgbClr val="B4B392"/>
      </a:accent6>
      <a:hlink>
        <a:srgbClr val="CC9900"/>
      </a:hlink>
      <a:folHlink>
        <a:srgbClr val="969696"/>
      </a:folHlink>
    </a:clrScheme>
    <a:fontScheme name="필수">
      <a:majorFont>
        <a:latin typeface="Arial Black"/>
        <a:ea typeface=""/>
        <a:cs typeface=""/>
        <a:font script="Jpan" typeface="ＭＳ Ｐゴシック"/>
        <a:font script="Hang" typeface="HY견고딕"/>
        <a:font script="Hans" typeface="微软雅黑"/>
        <a:font script="Hant" typeface="微軟正黑體"/>
        <a:font script="Arab" typeface="Tahoma"/>
        <a:font script="Hebr" typeface="Tahoma"/>
        <a:font script="Thai" typeface="Tahoma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돋움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필수">
      <a:fillStyleLst>
        <a:solidFill>
          <a:schemeClr val="phClr"/>
        </a:solidFill>
        <a:gradFill rotWithShape="1">
          <a:gsLst>
            <a:gs pos="0">
              <a:schemeClr val="phClr">
                <a:tint val="60000"/>
                <a:satMod val="250000"/>
              </a:schemeClr>
            </a:gs>
            <a:gs pos="35000">
              <a:schemeClr val="phClr">
                <a:tint val="47000"/>
                <a:satMod val="275000"/>
              </a:schemeClr>
            </a:gs>
            <a:gs pos="100000">
              <a:schemeClr val="phClr">
                <a:tint val="25000"/>
                <a:satMod val="300000"/>
              </a:schemeClr>
            </a:gs>
          </a:gsLst>
          <a:lin ang="16200000" scaled="1"/>
        </a:gradFill>
        <a:solidFill>
          <a:schemeClr val="phClr">
            <a:satMod val="110000"/>
          </a:schemeClr>
        </a:solidFill>
      </a:fillStyleLst>
      <a:lnStyleLst>
        <a:ln w="12700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8575" cap="flat" cmpd="sng" algn="ctr">
          <a:solidFill>
            <a:schemeClr val="phClr"/>
          </a:solidFill>
          <a:prstDash val="solid"/>
        </a:ln>
        <a:ln w="41275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9999" dist="23000" algn="bl" rotWithShape="0">
              <a:srgbClr val="000000">
                <a:alpha val="40000"/>
              </a:srgbClr>
            </a:outerShdw>
          </a:effectLst>
        </a:effectStyle>
        <a:effectStyle>
          <a:effectLst>
            <a:outerShdw blurRad="38100" dist="19050" algn="bl" rotWithShape="0">
              <a:srgbClr val="000000">
                <a:alpha val="60000"/>
              </a:srgbClr>
            </a:outerShdw>
          </a:effectLst>
          <a:scene3d>
            <a:camera prst="orthographicFront">
              <a:rot lat="0" lon="0" rev="0"/>
            </a:camera>
            <a:lightRig rig="balanced" dir="l"/>
          </a:scene3d>
          <a:sp3d prstMaterial="plastic">
            <a:bevelT w="38100" h="31750"/>
          </a:sp3d>
        </a:effectStyle>
      </a:effectStyleLst>
      <a:bgFillStyleLst>
        <a:solidFill>
          <a:schemeClr val="phClr"/>
        </a:solidFill>
        <a:blipFill rotWithShape="1">
          <a:blip xmlns:r="http://schemas.openxmlformats.org/officeDocument/2006/relationships" r:embed="rId1">
            <a:duotone>
              <a:schemeClr val="phClr">
                <a:tint val="96000"/>
              </a:schemeClr>
              <a:schemeClr val="phClr">
                <a:shade val="94000"/>
              </a:schemeClr>
            </a:duotone>
          </a:blip>
          <a:tile tx="0" ty="0" sx="100000" sy="100000" flip="none" algn="tl"/>
        </a:blipFill>
        <a:gradFill rotWithShape="1">
          <a:gsLst>
            <a:gs pos="0">
              <a:schemeClr val="phClr">
                <a:tint val="84000"/>
                <a:satMod val="110000"/>
              </a:schemeClr>
            </a:gs>
            <a:gs pos="44000">
              <a:schemeClr val="phClr">
                <a:tint val="93000"/>
                <a:satMod val="115000"/>
              </a:schemeClr>
            </a:gs>
            <a:gs pos="100000">
              <a:schemeClr val="phClr">
                <a:tint val="100000"/>
                <a:shade val="59000"/>
                <a:satMod val="120000"/>
              </a:schemeClr>
            </a:gs>
          </a:gsLst>
          <a:path path="circle">
            <a:fillToRect l="40000" t="60000" r="60000" b="4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Essential</Template>
  <TotalTime>8781</TotalTime>
  <Words>12842</Words>
  <Application>Microsoft Office PowerPoint</Application>
  <PresentationFormat>A4 용지(210x297mm)</PresentationFormat>
  <Paragraphs>5466</Paragraphs>
  <Slides>50</Slides>
  <Notes>50</Notes>
  <HiddenSlides>0</HiddenSlides>
  <MMClips>0</MMClips>
  <ScaleCrop>false</ScaleCrop>
  <HeadingPairs>
    <vt:vector size="6" baseType="variant">
      <vt:variant>
        <vt:lpstr>사용한 글꼴</vt:lpstr>
      </vt:variant>
      <vt:variant>
        <vt:i4>9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50</vt:i4>
      </vt:variant>
    </vt:vector>
  </HeadingPairs>
  <TitlesOfParts>
    <vt:vector size="60" baseType="lpstr">
      <vt:lpstr>Gill Sans</vt:lpstr>
      <vt:lpstr>HY견고딕</vt:lpstr>
      <vt:lpstr>굴림</vt:lpstr>
      <vt:lpstr>돋움</vt:lpstr>
      <vt:lpstr>맑은 고딕</vt:lpstr>
      <vt:lpstr>Arial</vt:lpstr>
      <vt:lpstr>Arial Black</vt:lpstr>
      <vt:lpstr>Times New Roman</vt:lpstr>
      <vt:lpstr>Wingdings</vt:lpstr>
      <vt:lpstr>필수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inlab17</dc:creator>
  <cp:lastModifiedBy>Kim Lein</cp:lastModifiedBy>
  <cp:revision>527</cp:revision>
  <cp:lastPrinted>2013-09-25T02:48:14Z</cp:lastPrinted>
  <dcterms:created xsi:type="dcterms:W3CDTF">2013-09-25T02:46:15Z</dcterms:created>
  <dcterms:modified xsi:type="dcterms:W3CDTF">2018-07-25T16:30:18Z</dcterms:modified>
</cp:coreProperties>
</file>