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7" r:id="rId2"/>
    <p:sldId id="459" r:id="rId3"/>
    <p:sldId id="469" r:id="rId4"/>
    <p:sldId id="460" r:id="rId5"/>
    <p:sldId id="471" r:id="rId6"/>
    <p:sldId id="470" r:id="rId7"/>
    <p:sldId id="472" r:id="rId8"/>
    <p:sldId id="452" r:id="rId9"/>
    <p:sldId id="473" r:id="rId10"/>
    <p:sldId id="450" r:id="rId11"/>
    <p:sldId id="456" r:id="rId12"/>
    <p:sldId id="451" r:id="rId13"/>
    <p:sldId id="464" r:id="rId14"/>
    <p:sldId id="463" r:id="rId15"/>
    <p:sldId id="465" r:id="rId16"/>
    <p:sldId id="457" r:id="rId17"/>
    <p:sldId id="475" r:id="rId18"/>
    <p:sldId id="455" r:id="rId19"/>
    <p:sldId id="461" r:id="rId20"/>
    <p:sldId id="462" r:id="rId21"/>
    <p:sldId id="476" r:id="rId22"/>
    <p:sldId id="477" r:id="rId23"/>
    <p:sldId id="453" r:id="rId24"/>
    <p:sldId id="454" r:id="rId25"/>
    <p:sldId id="466" r:id="rId26"/>
    <p:sldId id="467" r:id="rId27"/>
    <p:sldId id="478" r:id="rId28"/>
    <p:sldId id="479" r:id="rId29"/>
    <p:sldId id="480" r:id="rId30"/>
    <p:sldId id="481" r:id="rId31"/>
    <p:sldId id="343" r:id="rId32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54"/>
    <a:srgbClr val="B266F0"/>
    <a:srgbClr val="BA63EF"/>
    <a:srgbClr val="242541"/>
    <a:srgbClr val="333359"/>
    <a:srgbClr val="2F2F52"/>
    <a:srgbClr val="2A2A4A"/>
    <a:srgbClr val="4A4A6E"/>
    <a:srgbClr val="464766"/>
    <a:srgbClr val="4241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1" autoAdjust="0"/>
    <p:restoredTop sz="90924" autoAdjust="0"/>
  </p:normalViewPr>
  <p:slideViewPr>
    <p:cSldViewPr>
      <p:cViewPr varScale="1">
        <p:scale>
          <a:sx n="119" d="100"/>
          <a:sy n="119" d="100"/>
        </p:scale>
        <p:origin x="828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5" d="100"/>
          <a:sy n="65" d="100"/>
        </p:scale>
        <p:origin x="3588" y="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2D26B3C9-9A17-46C0-9B1D-406C344E724A}" type="datetimeFigureOut">
              <a:rPr lang="ko-KR" altLang="en-US" smtClean="0"/>
              <a:t>2018-07-06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E8427E8-CDF4-48B0-B63E-B48A0364E1C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63829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2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/>
          <a:lstStyle>
            <a:lvl1pPr algn="r">
              <a:defRPr sz="1200"/>
            </a:lvl1pPr>
          </a:lstStyle>
          <a:p>
            <a:fld id="{A2CD87C2-35A0-4795-A3A0-55DB84929E8E}" type="datetimeFigureOut">
              <a:rPr lang="ko-KR" altLang="en-US" smtClean="0"/>
              <a:t>2018-07-06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60937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2" tIns="45660" rIns="91322" bIns="4566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322" tIns="45660" rIns="91322" bIns="4566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322" tIns="45660" rIns="91322" bIns="45660" rtlCol="0" anchor="b"/>
          <a:lstStyle>
            <a:lvl1pPr algn="r">
              <a:defRPr sz="1200"/>
            </a:lvl1pPr>
          </a:lstStyle>
          <a:p>
            <a:fld id="{422FA440-8160-4005-8BD9-DCE672FDC07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1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3758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61489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7552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5812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5544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201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5233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4999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7003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60712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72630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4489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591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59793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1251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4889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91512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244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92632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9407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2FA440-8160-4005-8BD9-DCE672FDC078}" type="slidenum">
              <a:rPr lang="ko-KR" altLang="en-US" smtClean="0"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96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3933056"/>
            <a:ext cx="9144000" cy="2924943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541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452131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sz="2000" dirty="0">
              <a:solidFill>
                <a:srgbClr val="257CBB"/>
              </a:solidFill>
              <a:latin typeface="+mn-ea"/>
            </a:endParaRPr>
          </a:p>
          <a:p>
            <a:pPr algn="ctr"/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 </a:t>
            </a:r>
            <a:r>
              <a:rPr lang="ko-KR" altLang="en-US" sz="2000" dirty="0">
                <a:solidFill>
                  <a:srgbClr val="257CBB"/>
                </a:solidFill>
                <a:latin typeface="+mn-ea"/>
              </a:rPr>
              <a:t>감사합니다 </a:t>
            </a:r>
            <a:r>
              <a:rPr lang="en-US" altLang="ko-KR" sz="2000" dirty="0">
                <a:solidFill>
                  <a:srgbClr val="257CBB"/>
                </a:solidFill>
                <a:latin typeface="+mn-ea"/>
              </a:rPr>
              <a:t>-</a:t>
            </a:r>
            <a:endParaRPr lang="ko-KR" altLang="en-US" sz="2000" dirty="0">
              <a:solidFill>
                <a:srgbClr val="257CBB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1649D6-9D65-4BCC-A31F-106C806072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429" y="3150304"/>
            <a:ext cx="1714500" cy="17145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EC0848B-9BE9-4C34-9401-ADBE33DB0C4E}"/>
              </a:ext>
            </a:extLst>
          </p:cNvPr>
          <p:cNvSpPr/>
          <p:nvPr userDrawn="1"/>
        </p:nvSpPr>
        <p:spPr>
          <a:xfrm>
            <a:off x="0" y="207362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5400" b="1" dirty="0">
                <a:solidFill>
                  <a:srgbClr val="257CBB"/>
                </a:solidFill>
                <a:latin typeface="+mn-ea"/>
              </a:rPr>
              <a:t>Q &amp; A</a:t>
            </a:r>
            <a:endParaRPr lang="ko-KR" altLang="en-US" sz="5400" b="1" dirty="0">
              <a:solidFill>
                <a:srgbClr val="257CBB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3786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4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170080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90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13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505" y="6579035"/>
            <a:ext cx="1656184" cy="22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5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980728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8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535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808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D6BE4A-4DE6-452D-B5AD-4C317B342E84}"/>
              </a:ext>
            </a:extLst>
          </p:cNvPr>
          <p:cNvSpPr/>
          <p:nvPr userDrawn="1"/>
        </p:nvSpPr>
        <p:spPr>
          <a:xfrm>
            <a:off x="0" y="1700808"/>
            <a:ext cx="9144000" cy="41764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4770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3851920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9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766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99992" y="0"/>
            <a:ext cx="4644008" cy="6858000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922" y="6589917"/>
            <a:ext cx="974574" cy="216061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7784771" y="6627555"/>
            <a:ext cx="298243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chemeClr val="bg1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chemeClr val="bg1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6742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404664"/>
            <a:ext cx="9144000" cy="7920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9144000" cy="404664"/>
          </a:xfrm>
          <a:prstGeom prst="rect">
            <a:avLst/>
          </a:prstGeom>
          <a:solidFill>
            <a:srgbClr val="5FBB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784771" y="6622301"/>
            <a:ext cx="2981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E958D18D-F60F-478C-9076-B979C2268E8B}" type="slidenum">
              <a:rPr kumimoji="0" lang="ko-KR" altLang="en-US" sz="1000" b="1" smtClean="0">
                <a:solidFill>
                  <a:srgbClr val="22B4AF"/>
                </a:solidFill>
                <a:latin typeface="+mn-ea"/>
                <a:ea typeface="+mn-ea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  <a:r>
              <a:rPr kumimoji="0" lang="en-US" altLang="ko-KR" sz="1000" b="0" dirty="0">
                <a:solidFill>
                  <a:srgbClr val="22B4AF"/>
                </a:solidFill>
                <a:latin typeface="+mn-ea"/>
                <a:ea typeface="+mn-ea"/>
              </a:rPr>
              <a:t>|</a:t>
            </a:r>
            <a:r>
              <a:rPr kumimoji="0" lang="ko-KR" altLang="en-US" sz="1000" b="1" dirty="0">
                <a:solidFill>
                  <a:srgbClr val="22B4AF"/>
                </a:solidFill>
                <a:latin typeface="+mn-ea"/>
                <a:ea typeface="+mn-ea"/>
              </a:rPr>
              <a:t> </a:t>
            </a:r>
          </a:p>
        </p:txBody>
      </p:sp>
      <p:pic>
        <p:nvPicPr>
          <p:cNvPr id="7" name="Picture 3" descr="C:\Users\Junee\Documents\WORK\☆ ENCORED☆\▶ Encored_BI&amp;CI\Encored (Color)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783" y="6590949"/>
            <a:ext cx="979713" cy="21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592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74904" y="64533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A1AF20-7F75-4E08-A0D2-FB887DF31B1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0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6" r:id="rId2"/>
    <p:sldLayoutId id="2147483649" r:id="rId3"/>
    <p:sldLayoutId id="2147483650" r:id="rId4"/>
    <p:sldLayoutId id="2147483657" r:id="rId5"/>
    <p:sldLayoutId id="2147483654" r:id="rId6"/>
    <p:sldLayoutId id="2147483652" r:id="rId7"/>
    <p:sldLayoutId id="2147483659" r:id="rId8"/>
    <p:sldLayoutId id="2147483653" r:id="rId9"/>
    <p:sldLayoutId id="2147483655" r:id="rId10"/>
    <p:sldLayoutId id="2147483651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20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20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79715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2018. </a:t>
            </a:r>
            <a:r>
              <a:rPr lang="en-US" altLang="ko-KR" sz="2000" b="1">
                <a:solidFill>
                  <a:schemeClr val="bg1"/>
                </a:solidFill>
                <a:latin typeface="+mn-ea"/>
              </a:rPr>
              <a:t>07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9099AD-FC6A-4E78-A90F-E9E3AEFCDD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8344" y="6372836"/>
            <a:ext cx="1299721" cy="28814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44" y="404664"/>
            <a:ext cx="2409825" cy="333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-1" y="2299896"/>
            <a:ext cx="91440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chemeClr val="tx2"/>
                </a:solidFill>
                <a:latin typeface="+mn-ea"/>
              </a:rPr>
              <a:t>EWP Services Portal</a:t>
            </a:r>
          </a:p>
          <a:p>
            <a:pPr algn="ctr"/>
            <a:r>
              <a:rPr lang="ko-KR" altLang="en-US" sz="4000" b="1" dirty="0" err="1">
                <a:solidFill>
                  <a:schemeClr val="tx2"/>
                </a:solidFill>
                <a:latin typeface="+mn-ea"/>
              </a:rPr>
              <a:t>기획案</a:t>
            </a:r>
            <a:r>
              <a:rPr lang="ko-KR" altLang="en-US" sz="4000" b="1" dirty="0">
                <a:solidFill>
                  <a:schemeClr val="tx2"/>
                </a:solidFill>
                <a:latin typeface="+mn-ea"/>
              </a:rPr>
              <a:t> </a:t>
            </a:r>
            <a:endParaRPr lang="ko-KR" altLang="en-US" sz="3200" b="1" dirty="0">
              <a:solidFill>
                <a:schemeClr val="tx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51439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49264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0. Service Portal Menu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구성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3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주요 메뉴 구조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80529" y="4060209"/>
            <a:ext cx="1008511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Start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321086" y="4060209"/>
            <a:ext cx="1417119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200" b="1" dirty="0" err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대시보드</a:t>
            </a:r>
            <a:endParaRPr lang="ko-KR" altLang="en-US" sz="1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787221" y="4060209"/>
            <a:ext cx="1613029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에너지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5975739" y="4060209"/>
            <a:ext cx="1430384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4.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</a:t>
            </a:r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7452320" y="4060209"/>
            <a:ext cx="1221082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80529" y="2348880"/>
            <a:ext cx="1008511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 이용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소개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/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가입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로그인</a:t>
            </a:r>
            <a:b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FAQ</a:t>
            </a:r>
            <a:endParaRPr lang="ko-KR" altLang="en-US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2780871" y="1628800"/>
            <a:ext cx="1690283" cy="18542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에너지 모니터링</a:t>
            </a:r>
            <a:br>
              <a:rPr lang="en-US" altLang="ko-KR" sz="100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0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사용량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누적 사용량 비교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사용량 관리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 예측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5) ESS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충방전량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6) PV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발전량 </a:t>
            </a:r>
            <a:endParaRPr lang="en-US" altLang="ko-KR" sz="10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7) DR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수요반응 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8) </a:t>
            </a:r>
            <a:r>
              <a:rPr lang="ko-KR" altLang="en-US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 구성</a:t>
            </a:r>
            <a:r>
              <a:rPr lang="en-US" altLang="ko-KR" sz="10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4341118" y="4974030"/>
            <a:ext cx="1690283" cy="1335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설비 모니터링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Meter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2) PCS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3) BMS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모니터링</a:t>
            </a:r>
          </a:p>
        </p:txBody>
      </p:sp>
      <p:cxnSp>
        <p:nvCxnSpPr>
          <p:cNvPr id="41" name="직선 화살표 연결선 40"/>
          <p:cNvCxnSpPr>
            <a:stCxn id="2" idx="0"/>
            <a:endCxn id="3" idx="2"/>
          </p:cNvCxnSpPr>
          <p:nvPr/>
        </p:nvCxnSpPr>
        <p:spPr>
          <a:xfrm flipV="1">
            <a:off x="784785" y="3501008"/>
            <a:ext cx="0" cy="559201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5971751" y="1628800"/>
            <a:ext cx="1413412" cy="18722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en-US" altLang="ko-KR" sz="1050" b="1" u="sng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iSmart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*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수익분석</a:t>
            </a:r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서비스</a:t>
            </a:r>
            <a:b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</a:rPr>
            </a:b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endParaRPr lang="en-US" altLang="ko-KR" sz="1050" b="1" u="sng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ESS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+ DR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정산금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34" name="꺾인 연결선 1033"/>
          <p:cNvCxnSpPr>
            <a:stCxn id="14" idx="2"/>
            <a:endCxn id="78" idx="0"/>
          </p:cNvCxnSpPr>
          <p:nvPr/>
        </p:nvCxnSpPr>
        <p:spPr>
          <a:xfrm rot="5400000">
            <a:off x="7825126" y="4729944"/>
            <a:ext cx="475471" cy="12700"/>
          </a:xfrm>
          <a:prstGeom prst="bentConnector3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7452320" y="4967680"/>
            <a:ext cx="1221082" cy="7564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설정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꺾인 연결선 23"/>
          <p:cNvCxnSpPr>
            <a:stCxn id="11" idx="0"/>
            <a:endCxn id="25" idx="2"/>
          </p:cNvCxnSpPr>
          <p:nvPr/>
        </p:nvCxnSpPr>
        <p:spPr>
          <a:xfrm rot="5400000" flipH="1" flipV="1">
            <a:off x="3321294" y="3755491"/>
            <a:ext cx="577160" cy="3227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858840" y="3791101"/>
            <a:ext cx="15622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Energy Monitoring</a:t>
            </a:r>
            <a:endParaRPr lang="ko-KR" altLang="en-US" sz="1200" dirty="0"/>
          </a:p>
        </p:txBody>
      </p:sp>
      <p:sp>
        <p:nvSpPr>
          <p:cNvPr id="32" name="직사각형 31"/>
          <p:cNvSpPr/>
          <p:nvPr/>
        </p:nvSpPr>
        <p:spPr>
          <a:xfrm>
            <a:off x="7806571" y="3791101"/>
            <a:ext cx="6046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Setup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1399100" y="4967681"/>
            <a:ext cx="1265313" cy="8638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* Main </a:t>
            </a:r>
            <a:r>
              <a:rPr lang="ko-KR" altLang="en-US" sz="1050" b="1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관제화면</a:t>
            </a:r>
            <a:b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</a:b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1)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군관리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</a:p>
          <a:p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+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사이트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Main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꺾인 연결선 37"/>
          <p:cNvCxnSpPr>
            <a:stCxn id="58" idx="2"/>
            <a:endCxn id="33" idx="0"/>
          </p:cNvCxnSpPr>
          <p:nvPr/>
        </p:nvCxnSpPr>
        <p:spPr>
          <a:xfrm rot="5400000">
            <a:off x="4946218" y="4732252"/>
            <a:ext cx="481821" cy="173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13" idx="0"/>
            <a:endCxn id="61" idx="2"/>
          </p:cNvCxnSpPr>
          <p:nvPr/>
        </p:nvCxnSpPr>
        <p:spPr>
          <a:xfrm rot="16200000" flipV="1">
            <a:off x="6405094" y="3774372"/>
            <a:ext cx="559201" cy="1247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4446447" y="4060209"/>
            <a:ext cx="1483095" cy="4320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317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3. </a:t>
            </a:r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장치 모니터링</a:t>
            </a:r>
          </a:p>
        </p:txBody>
      </p:sp>
      <p:cxnSp>
        <p:nvCxnSpPr>
          <p:cNvPr id="93" name="꺾인 연결선 92"/>
          <p:cNvCxnSpPr>
            <a:stCxn id="9" idx="2"/>
            <a:endCxn id="34" idx="0"/>
          </p:cNvCxnSpPr>
          <p:nvPr/>
        </p:nvCxnSpPr>
        <p:spPr>
          <a:xfrm rot="16200000" flipH="1">
            <a:off x="1792965" y="4728889"/>
            <a:ext cx="475472" cy="2111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1542765" y="3792338"/>
            <a:ext cx="9755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Dashboard</a:t>
            </a:r>
            <a:endParaRPr lang="ko-KR" altLang="en-US" sz="1200" dirty="0"/>
          </a:p>
        </p:txBody>
      </p:sp>
      <p:sp>
        <p:nvSpPr>
          <p:cNvPr id="118" name="직사각형 117"/>
          <p:cNvSpPr/>
          <p:nvPr/>
        </p:nvSpPr>
        <p:spPr>
          <a:xfrm>
            <a:off x="6001025" y="3791101"/>
            <a:ext cx="13249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Billing/Revenue</a:t>
            </a:r>
            <a:endParaRPr lang="ko-KR" altLang="en-US" sz="1200" dirty="0"/>
          </a:p>
        </p:txBody>
      </p:sp>
      <p:sp>
        <p:nvSpPr>
          <p:cNvPr id="35" name="직사각형 34"/>
          <p:cNvSpPr/>
          <p:nvPr/>
        </p:nvSpPr>
        <p:spPr>
          <a:xfrm>
            <a:off x="4716016" y="3781680"/>
            <a:ext cx="97494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맑은 고딕" pitchFamily="50" charset="-127"/>
              </a:rPr>
              <a:t>Equipment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4159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3DBBDF-6FD2-48CF-ADFF-696F8591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6" y="883898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3C02C7-0A85-47A8-B096-742AA4003440}"/>
              </a:ext>
            </a:extLst>
          </p:cNvPr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37791-8265-4445-AB87-7443FFF53752}"/>
              </a:ext>
            </a:extLst>
          </p:cNvPr>
          <p:cNvSpPr txBox="1"/>
          <p:nvPr/>
        </p:nvSpPr>
        <p:spPr>
          <a:xfrm>
            <a:off x="4591499" y="360598"/>
            <a:ext cx="4536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군관리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AE8D1E-3860-4535-80C9-DB5C02ED6459}"/>
              </a:ext>
            </a:extLst>
          </p:cNvPr>
          <p:cNvSpPr/>
          <p:nvPr/>
        </p:nvSpPr>
        <p:spPr>
          <a:xfrm>
            <a:off x="225512" y="5805264"/>
            <a:ext cx="8712968" cy="755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1일(오늘)(기본), 1주(7일), 1개월(30일), 기간설정으로 조회 </a:t>
            </a:r>
            <a:r>
              <a:rPr lang="en-US" altLang="ko-KR" sz="1000" b="1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사이트 명, 사용량,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방전량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, 발전량</a:t>
            </a: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     - 기간설정 버튼 클릭하면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캘린터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UI에서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시작, 종료 날짜 선택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지역별 선택하면 해당 지역 정보로 이동 (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drop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down에서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선택)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A08BC2F-C037-44D5-8528-2FD0783A407E}"/>
              </a:ext>
            </a:extLst>
          </p:cNvPr>
          <p:cNvGrpSpPr/>
          <p:nvPr/>
        </p:nvGrpSpPr>
        <p:grpSpPr>
          <a:xfrm>
            <a:off x="5279734" y="1909017"/>
            <a:ext cx="479135" cy="2799246"/>
            <a:chOff x="5279734" y="1916832"/>
            <a:chExt cx="479135" cy="2799246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6E20D5A-B2E6-4014-89E6-83C726015C44}"/>
                </a:ext>
              </a:extLst>
            </p:cNvPr>
            <p:cNvSpPr/>
            <p:nvPr/>
          </p:nvSpPr>
          <p:spPr>
            <a:xfrm>
              <a:off x="5292080" y="1924647"/>
              <a:ext cx="412550" cy="225091"/>
            </a:xfrm>
            <a:prstGeom prst="rect">
              <a:avLst/>
            </a:prstGeom>
            <a:solidFill>
              <a:srgbClr val="2425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pic>
          <p:nvPicPr>
            <p:cNvPr id="1028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DFDA029D-F2E2-47A8-B8D7-6337DAE30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9734" y="19168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F09C491-DC4F-4447-A64B-5A46F6DE1498}"/>
                </a:ext>
              </a:extLst>
            </p:cNvPr>
            <p:cNvSpPr txBox="1"/>
            <p:nvPr/>
          </p:nvSpPr>
          <p:spPr>
            <a:xfrm>
              <a:off x="5398829" y="193246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C69E99C-05D6-42F9-A111-A5A61E71DC0D}"/>
                </a:ext>
              </a:extLst>
            </p:cNvPr>
            <p:cNvSpPr/>
            <p:nvPr/>
          </p:nvSpPr>
          <p:spPr>
            <a:xfrm>
              <a:off x="5390120" y="3737357"/>
              <a:ext cx="279418" cy="216024"/>
            </a:xfrm>
            <a:prstGeom prst="rect">
              <a:avLst/>
            </a:prstGeom>
            <a:solidFill>
              <a:srgbClr val="4647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E2C767B-BBF5-42AD-B3A8-B89DA65997F6}"/>
                </a:ext>
              </a:extLst>
            </p:cNvPr>
            <p:cNvSpPr/>
            <p:nvPr/>
          </p:nvSpPr>
          <p:spPr>
            <a:xfrm>
              <a:off x="5376064" y="2290343"/>
              <a:ext cx="279418" cy="216024"/>
            </a:xfrm>
            <a:prstGeom prst="rect">
              <a:avLst/>
            </a:prstGeom>
            <a:solidFill>
              <a:srgbClr val="3D3E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15F557E-FDC8-4EF2-92CE-6D31EEA94A83}"/>
                </a:ext>
              </a:extLst>
            </p:cNvPr>
            <p:cNvSpPr/>
            <p:nvPr/>
          </p:nvSpPr>
          <p:spPr>
            <a:xfrm>
              <a:off x="5416247" y="3026420"/>
              <a:ext cx="279418" cy="216024"/>
            </a:xfrm>
            <a:prstGeom prst="rect">
              <a:avLst/>
            </a:prstGeom>
            <a:solidFill>
              <a:srgbClr val="4241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A5491A6-AABE-4C58-8A97-ADC8CA4FA7D4}"/>
                </a:ext>
              </a:extLst>
            </p:cNvPr>
            <p:cNvSpPr/>
            <p:nvPr/>
          </p:nvSpPr>
          <p:spPr>
            <a:xfrm>
              <a:off x="5416247" y="4500054"/>
              <a:ext cx="279418" cy="216024"/>
            </a:xfrm>
            <a:prstGeom prst="rect">
              <a:avLst/>
            </a:prstGeom>
            <a:solidFill>
              <a:srgbClr val="4A4A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00FBD3A-675B-467B-9A2D-6FF5C471EC20}"/>
                </a:ext>
              </a:extLst>
            </p:cNvPr>
            <p:cNvSpPr/>
            <p:nvPr/>
          </p:nvSpPr>
          <p:spPr>
            <a:xfrm>
              <a:off x="5416247" y="2651365"/>
              <a:ext cx="279418" cy="216024"/>
            </a:xfrm>
            <a:prstGeom prst="rect">
              <a:avLst/>
            </a:prstGeom>
            <a:solidFill>
              <a:srgbClr val="2A2A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296644A-1936-45E2-84FE-BD623F9EFCAB}"/>
                </a:ext>
              </a:extLst>
            </p:cNvPr>
            <p:cNvSpPr/>
            <p:nvPr/>
          </p:nvSpPr>
          <p:spPr>
            <a:xfrm>
              <a:off x="5442630" y="3351726"/>
              <a:ext cx="279418" cy="216024"/>
            </a:xfrm>
            <a:prstGeom prst="rect">
              <a:avLst/>
            </a:prstGeom>
            <a:solidFill>
              <a:srgbClr val="2F2F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21C7FAC-5B34-4110-8838-96DC8193A1FA}"/>
                </a:ext>
              </a:extLst>
            </p:cNvPr>
            <p:cNvSpPr/>
            <p:nvPr/>
          </p:nvSpPr>
          <p:spPr>
            <a:xfrm>
              <a:off x="5442630" y="4121070"/>
              <a:ext cx="279418" cy="216024"/>
            </a:xfrm>
            <a:prstGeom prst="rect">
              <a:avLst/>
            </a:prstGeom>
            <a:solidFill>
              <a:srgbClr val="3333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FD09AC-0064-4C59-AEF0-F308DE437E57}"/>
                </a:ext>
              </a:extLst>
            </p:cNvPr>
            <p:cNvSpPr txBox="1"/>
            <p:nvPr/>
          </p:nvSpPr>
          <p:spPr>
            <a:xfrm>
              <a:off x="5296706" y="3022345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4552298-956A-4ED0-897E-E6DCDDD10F6F}"/>
                </a:ext>
              </a:extLst>
            </p:cNvPr>
            <p:cNvSpPr txBox="1"/>
            <p:nvPr/>
          </p:nvSpPr>
          <p:spPr>
            <a:xfrm>
              <a:off x="5296706" y="2287366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16D9DCA-DDF0-448E-A7A1-320BDD4334A1}"/>
                </a:ext>
              </a:extLst>
            </p:cNvPr>
            <p:cNvSpPr txBox="1"/>
            <p:nvPr/>
          </p:nvSpPr>
          <p:spPr>
            <a:xfrm>
              <a:off x="5296706" y="3753839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15CA8A-2E03-448D-B30B-E747FF038C21}"/>
                </a:ext>
              </a:extLst>
            </p:cNvPr>
            <p:cNvSpPr txBox="1"/>
            <p:nvPr/>
          </p:nvSpPr>
          <p:spPr>
            <a:xfrm>
              <a:off x="5296706" y="448645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F148C7-C0F0-4E33-B32D-4D5B05C11D45}"/>
                </a:ext>
              </a:extLst>
            </p:cNvPr>
            <p:cNvSpPr txBox="1"/>
            <p:nvPr/>
          </p:nvSpPr>
          <p:spPr>
            <a:xfrm>
              <a:off x="5296706" y="26559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0CCBEBE-DB01-4826-89C2-EB0440498D72}"/>
                </a:ext>
              </a:extLst>
            </p:cNvPr>
            <p:cNvSpPr txBox="1"/>
            <p:nvPr/>
          </p:nvSpPr>
          <p:spPr>
            <a:xfrm>
              <a:off x="5296706" y="3388187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1A567D-4C63-4769-B503-4B96DFE1752A}"/>
                </a:ext>
              </a:extLst>
            </p:cNvPr>
            <p:cNvSpPr txBox="1"/>
            <p:nvPr/>
          </p:nvSpPr>
          <p:spPr>
            <a:xfrm>
              <a:off x="5296706" y="4118492"/>
              <a:ext cx="40247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6C90550E-2021-4C6D-B066-18F457DC6CB3}"/>
              </a:ext>
            </a:extLst>
          </p:cNvPr>
          <p:cNvGrpSpPr/>
          <p:nvPr/>
        </p:nvGrpSpPr>
        <p:grpSpPr>
          <a:xfrm>
            <a:off x="8316416" y="1400132"/>
            <a:ext cx="479135" cy="228668"/>
            <a:chOff x="8316416" y="1400132"/>
            <a:chExt cx="479135" cy="228668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9F94256-F21A-4324-96E3-733F7F1B8C3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6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82F637F-6C93-42D1-AEFB-31611FF403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76887E4-4D84-4CDF-8D62-ADFB60AE2924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38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F40ED9ED-01A8-404C-BCB7-2464C5905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1011859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53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4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75A18DA-DBE2-4FDA-AD7E-5162F43FF9C5}"/>
              </a:ext>
            </a:extLst>
          </p:cNvPr>
          <p:cNvGrpSpPr/>
          <p:nvPr/>
        </p:nvGrpSpPr>
        <p:grpSpPr>
          <a:xfrm>
            <a:off x="4585495" y="1683390"/>
            <a:ext cx="504056" cy="323212"/>
            <a:chOff x="4211960" y="171222"/>
            <a:chExt cx="504056" cy="323212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0E74E72-B174-46D5-AE8E-CB2A842B2297}"/>
                </a:ext>
              </a:extLst>
            </p:cNvPr>
            <p:cNvSpPr/>
            <p:nvPr/>
          </p:nvSpPr>
          <p:spPr>
            <a:xfrm>
              <a:off x="4211960" y="196523"/>
              <a:ext cx="504056" cy="29457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C13D16B-2D56-4DF1-B0A3-6470764DD59C}"/>
                </a:ext>
              </a:extLst>
            </p:cNvPr>
            <p:cNvCxnSpPr/>
            <p:nvPr/>
          </p:nvCxnSpPr>
          <p:spPr>
            <a:xfrm>
              <a:off x="4283968" y="343812"/>
              <a:ext cx="360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14FEA4F8-0951-4465-AD97-CFD155E70187}"/>
                </a:ext>
              </a:extLst>
            </p:cNvPr>
            <p:cNvGrpSpPr/>
            <p:nvPr/>
          </p:nvGrpSpPr>
          <p:grpSpPr>
            <a:xfrm>
              <a:off x="4211960" y="171222"/>
              <a:ext cx="504056" cy="323212"/>
              <a:chOff x="3635856" y="225205"/>
              <a:chExt cx="504056" cy="323212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E42E2B-7164-4573-9BA4-6F85EE7E2DC3}"/>
                  </a:ext>
                </a:extLst>
              </p:cNvPr>
              <p:cNvSpPr txBox="1"/>
              <p:nvPr/>
            </p:nvSpPr>
            <p:spPr>
              <a:xfrm>
                <a:off x="3635856" y="225205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지역별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A19462-9D7C-4189-955A-3F90E917C1BB}"/>
                  </a:ext>
                </a:extLst>
              </p:cNvPr>
              <p:cNvSpPr txBox="1"/>
              <p:nvPr/>
            </p:nvSpPr>
            <p:spPr>
              <a:xfrm>
                <a:off x="3635856" y="363751"/>
                <a:ext cx="504056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그룹별</a:t>
                </a: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3684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C38B161-CF3A-41CE-AC37-D46FB430F4DA}"/>
              </a:ext>
            </a:extLst>
          </p:cNvPr>
          <p:cNvGrpSpPr/>
          <p:nvPr/>
        </p:nvGrpSpPr>
        <p:grpSpPr>
          <a:xfrm>
            <a:off x="8290793" y="1424366"/>
            <a:ext cx="479135" cy="228668"/>
            <a:chOff x="8316416" y="1400132"/>
            <a:chExt cx="479135" cy="22866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78E172E-0073-41B3-88B7-E2E066414C2C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0D8A40A7-3CCC-4652-88CA-2067D27F82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9143CC-FB8A-45C6-A97B-009C73308F7D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A4064AC-4834-40BA-941C-42599C83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153" y="1036303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112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908720"/>
            <a:ext cx="9072000" cy="49213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Main-Tooltip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DCAE66-2E8B-4FB1-B784-AD514EA7F948}"/>
              </a:ext>
            </a:extLst>
          </p:cNvPr>
          <p:cNvSpPr txBox="1"/>
          <p:nvPr/>
        </p:nvSpPr>
        <p:spPr>
          <a:xfrm>
            <a:off x="1452676" y="3645024"/>
            <a:ext cx="3600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(19)</a:t>
            </a:r>
            <a:endParaRPr lang="ko-KR" altLang="en-US" sz="9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B1151-E136-43B2-A520-5E67A7F5AA83}"/>
              </a:ext>
            </a:extLst>
          </p:cNvPr>
          <p:cNvSpPr txBox="1"/>
          <p:nvPr/>
        </p:nvSpPr>
        <p:spPr>
          <a:xfrm>
            <a:off x="4645840" y="1556792"/>
            <a:ext cx="216024" cy="126000"/>
          </a:xfrm>
          <a:prstGeom prst="rect">
            <a:avLst/>
          </a:prstGeom>
          <a:solidFill>
            <a:srgbClr val="242541"/>
          </a:solidFill>
        </p:spPr>
        <p:txBody>
          <a:bodyPr wrap="square" rtlCol="0">
            <a:spAutoFit/>
          </a:bodyPr>
          <a:lstStyle/>
          <a:p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9A98C9-C14F-4A5C-913E-31DACB2F7CF0}"/>
              </a:ext>
            </a:extLst>
          </p:cNvPr>
          <p:cNvSpPr txBox="1"/>
          <p:nvPr/>
        </p:nvSpPr>
        <p:spPr>
          <a:xfrm>
            <a:off x="4611263" y="1518750"/>
            <a:ext cx="50405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그룹별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8C71F0-F582-420C-A5E7-D4AA62D7DB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41" y="1883344"/>
            <a:ext cx="2052000" cy="1180120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5C3B75B9-2A65-47F6-8D18-7133C28F9158}"/>
              </a:ext>
            </a:extLst>
          </p:cNvPr>
          <p:cNvGrpSpPr/>
          <p:nvPr/>
        </p:nvGrpSpPr>
        <p:grpSpPr>
          <a:xfrm>
            <a:off x="8289785" y="1439717"/>
            <a:ext cx="479135" cy="228668"/>
            <a:chOff x="8316416" y="1400132"/>
            <a:chExt cx="479135" cy="228668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620595A-7954-4D63-9DA4-F4C2553D247F}"/>
                </a:ext>
              </a:extLst>
            </p:cNvPr>
            <p:cNvSpPr/>
            <p:nvPr/>
          </p:nvSpPr>
          <p:spPr>
            <a:xfrm>
              <a:off x="8342424" y="1410764"/>
              <a:ext cx="360040" cy="218036"/>
            </a:xfrm>
            <a:prstGeom prst="rect">
              <a:avLst/>
            </a:prstGeom>
            <a:solidFill>
              <a:srgbClr val="3A3A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2" name="Picture 4" descr="ìíì ëí ì´ë¯¸ì§ ê²ìê²°ê³¼">
              <a:extLst>
                <a:ext uri="{FF2B5EF4-FFF2-40B4-BE49-F238E27FC236}">
                  <a16:creationId xmlns:a16="http://schemas.microsoft.com/office/drawing/2014/main" id="{59998A71-229C-4FA1-B3A6-56B26D4FC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16" y="1400132"/>
              <a:ext cx="185936" cy="1859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B72F7B8-F750-4F60-9468-C6F6EEEE453A}"/>
                </a:ext>
              </a:extLst>
            </p:cNvPr>
            <p:cNvSpPr txBox="1"/>
            <p:nvPr/>
          </p:nvSpPr>
          <p:spPr>
            <a:xfrm>
              <a:off x="8435511" y="1400132"/>
              <a:ext cx="36004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/>
                  </a:solidFill>
                </a:rPr>
                <a:t>수익</a:t>
              </a:r>
            </a:p>
          </p:txBody>
        </p:sp>
      </p:grpSp>
      <p:pic>
        <p:nvPicPr>
          <p:cNvPr id="2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7D158F0-6BF5-4CCD-B66C-372F0FB2A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145" y="1025252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260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7810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2C51AFB-6275-4F06-9C19-9300EC84DED6}"/>
              </a:ext>
            </a:extLst>
          </p:cNvPr>
          <p:cNvGrpSpPr/>
          <p:nvPr/>
        </p:nvGrpSpPr>
        <p:grpSpPr>
          <a:xfrm>
            <a:off x="6177167" y="1700808"/>
            <a:ext cx="1926022" cy="721431"/>
            <a:chOff x="5692418" y="1753651"/>
            <a:chExt cx="3074464" cy="72143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8B7615B-8FB8-42CC-B02C-7B6133C88D7F}"/>
                </a:ext>
              </a:extLst>
            </p:cNvPr>
            <p:cNvSpPr/>
            <p:nvPr/>
          </p:nvSpPr>
          <p:spPr>
            <a:xfrm>
              <a:off x="5822353" y="2045047"/>
              <a:ext cx="2880000" cy="7200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2DFBEA81-503E-4D87-B1F2-23C64BE615BF}"/>
                </a:ext>
              </a:extLst>
            </p:cNvPr>
            <p:cNvSpPr/>
            <p:nvPr/>
          </p:nvSpPr>
          <p:spPr>
            <a:xfrm>
              <a:off x="5822353" y="2403074"/>
              <a:ext cx="2880000" cy="7200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76F78F-ECD7-4F76-B78F-D0039EFD85F6}"/>
                </a:ext>
              </a:extLst>
            </p:cNvPr>
            <p:cNvSpPr txBox="1"/>
            <p:nvPr/>
          </p:nvSpPr>
          <p:spPr>
            <a:xfrm>
              <a:off x="5692418" y="1843641"/>
              <a:ext cx="112440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오늘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700" b="1" dirty="0" err="1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충전량</a:t>
              </a:r>
              <a:endParaRPr lang="ko-KR" altLang="en-US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E0E53A4-3C68-49BF-89F5-3C3B6190242E}"/>
                </a:ext>
              </a:extLst>
            </p:cNvPr>
            <p:cNvSpPr txBox="1"/>
            <p:nvPr/>
          </p:nvSpPr>
          <p:spPr>
            <a:xfrm>
              <a:off x="5692418" y="2201668"/>
              <a:ext cx="11349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오늘</a:t>
              </a: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700" b="1" dirty="0" err="1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방전량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E679431-6117-4443-89A7-FCC25732B376}"/>
                </a:ext>
              </a:extLst>
            </p:cNvPr>
            <p:cNvSpPr txBox="1"/>
            <p:nvPr/>
          </p:nvSpPr>
          <p:spPr>
            <a:xfrm>
              <a:off x="7270746" y="1753651"/>
              <a:ext cx="14961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1,350.5</a:t>
              </a:r>
              <a:r>
                <a:rPr lang="en-US" altLang="ko-KR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kWh</a:t>
              </a:r>
              <a:endParaRPr lang="ko-KR" altLang="en-US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66D3B8F-8FE4-4265-9146-55D17D57A666}"/>
                </a:ext>
              </a:extLst>
            </p:cNvPr>
            <p:cNvSpPr txBox="1"/>
            <p:nvPr/>
          </p:nvSpPr>
          <p:spPr>
            <a:xfrm>
              <a:off x="7419971" y="2115095"/>
              <a:ext cx="13469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850.5</a:t>
              </a:r>
              <a:r>
                <a:rPr lang="en-US" altLang="ko-KR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kWh</a:t>
              </a:r>
              <a:endParaRPr lang="ko-KR" altLang="en-US" sz="800" b="1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648414"/>
              </p:ext>
            </p:extLst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A070D019-0857-40AD-9D17-113AFB2C779E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902469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8C58D39-F33E-4E72-B753-78EE7D6B69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00" y="4059680"/>
              <a:ext cx="6284084" cy="7206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9DAF780-D8CE-4BFB-8530-8E01FDAB46EA}"/>
              </a:ext>
            </a:extLst>
          </p:cNvPr>
          <p:cNvGrpSpPr/>
          <p:nvPr/>
        </p:nvGrpSpPr>
        <p:grpSpPr>
          <a:xfrm>
            <a:off x="8123038" y="1772816"/>
            <a:ext cx="582819" cy="762997"/>
            <a:chOff x="8066098" y="1891729"/>
            <a:chExt cx="639759" cy="762997"/>
          </a:xfrm>
        </p:grpSpPr>
        <p:pic>
          <p:nvPicPr>
            <p:cNvPr id="1030" name="Picture 6" descr="batteryì ëí ì´ë¯¸ì§ ê²ìê²°ê³¼">
              <a:extLst>
                <a:ext uri="{FF2B5EF4-FFF2-40B4-BE49-F238E27FC236}">
                  <a16:creationId xmlns:a16="http://schemas.microsoft.com/office/drawing/2014/main" id="{CC4F744F-F3B3-485E-8365-75D4A5510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4661" y="2092093"/>
              <a:ext cx="562633" cy="56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F9E8319-76FD-483E-A8DE-0A24EA344155}"/>
                </a:ext>
              </a:extLst>
            </p:cNvPr>
            <p:cNvSpPr txBox="1"/>
            <p:nvPr/>
          </p:nvSpPr>
          <p:spPr>
            <a:xfrm>
              <a:off x="8087885" y="1891729"/>
              <a:ext cx="5961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SOC(</a:t>
              </a:r>
              <a:r>
                <a: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잔량</a:t>
              </a:r>
              <a:r>
                <a:rPr lang="en-US" altLang="ko-KR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6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86409813-82A2-477A-891E-83BB61D4C3B4}"/>
                </a:ext>
              </a:extLst>
            </p:cNvPr>
            <p:cNvSpPr txBox="1"/>
            <p:nvPr/>
          </p:nvSpPr>
          <p:spPr>
            <a:xfrm>
              <a:off x="8066098" y="2016579"/>
              <a:ext cx="6397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85.5</a:t>
              </a:r>
              <a:r>
                <a:rPr lang="en-US" altLang="ko-KR" sz="6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%</a:t>
              </a:r>
              <a:endParaRPr lang="ko-KR" altLang="en-US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908869"/>
              </p:ext>
            </p:extLst>
          </p:nvPr>
        </p:nvGraphicFramePr>
        <p:xfrm>
          <a:off x="6258566" y="2649564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72E2B794-8BB5-44D3-A079-A484D6282D9D}"/>
              </a:ext>
            </a:extLst>
          </p:cNvPr>
          <p:cNvCxnSpPr>
            <a:cxnSpLocks/>
          </p:cNvCxnSpPr>
          <p:nvPr/>
        </p:nvCxnSpPr>
        <p:spPr>
          <a:xfrm>
            <a:off x="6271321" y="2865564"/>
            <a:ext cx="24127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87377C2-2E31-401D-8893-10CBFE062397}"/>
              </a:ext>
            </a:extLst>
          </p:cNvPr>
          <p:cNvGrpSpPr/>
          <p:nvPr/>
        </p:nvGrpSpPr>
        <p:grpSpPr>
          <a:xfrm>
            <a:off x="6516215" y="3525512"/>
            <a:ext cx="1900112" cy="400916"/>
            <a:chOff x="6298167" y="3578954"/>
            <a:chExt cx="2086494" cy="400916"/>
          </a:xfrm>
        </p:grpSpPr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064F9DAA-C26B-4B97-B020-A8C4E7117672}"/>
                </a:ext>
              </a:extLst>
            </p:cNvPr>
            <p:cNvSpPr/>
            <p:nvPr/>
          </p:nvSpPr>
          <p:spPr>
            <a:xfrm flipH="1">
              <a:off x="8165012" y="3936681"/>
              <a:ext cx="25599" cy="4318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8B369B08-010C-47B7-AEF2-0CA9AAD9778B}"/>
                </a:ext>
              </a:extLst>
            </p:cNvPr>
            <p:cNvSpPr/>
            <p:nvPr/>
          </p:nvSpPr>
          <p:spPr>
            <a:xfrm flipH="1">
              <a:off x="7294535" y="3578954"/>
              <a:ext cx="25599" cy="40091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6078B64C-0C86-4376-A736-4D876275F7E0}"/>
                </a:ext>
              </a:extLst>
            </p:cNvPr>
            <p:cNvSpPr/>
            <p:nvPr/>
          </p:nvSpPr>
          <p:spPr>
            <a:xfrm flipH="1">
              <a:off x="7405364" y="3599670"/>
              <a:ext cx="25599" cy="380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3CD0DB28-A5B7-419C-92CE-4B0F30BC08A1}"/>
                </a:ext>
              </a:extLst>
            </p:cNvPr>
            <p:cNvSpPr/>
            <p:nvPr/>
          </p:nvSpPr>
          <p:spPr>
            <a:xfrm flipH="1">
              <a:off x="7515924" y="3642328"/>
              <a:ext cx="25599" cy="33754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A2EEB97D-EDC1-46E4-B83C-357572071FB7}"/>
                </a:ext>
              </a:extLst>
            </p:cNvPr>
            <p:cNvSpPr/>
            <p:nvPr/>
          </p:nvSpPr>
          <p:spPr>
            <a:xfrm flipH="1">
              <a:off x="7627364" y="3748261"/>
              <a:ext cx="25599" cy="2316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D25908EF-2A07-43DB-82EB-213FE0568E54}"/>
                </a:ext>
              </a:extLst>
            </p:cNvPr>
            <p:cNvSpPr/>
            <p:nvPr/>
          </p:nvSpPr>
          <p:spPr>
            <a:xfrm flipH="1">
              <a:off x="7721613" y="3779209"/>
              <a:ext cx="25599" cy="20066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F264B22E-0B6D-46D0-B73A-7A2C4A56736D}"/>
                </a:ext>
              </a:extLst>
            </p:cNvPr>
            <p:cNvSpPr/>
            <p:nvPr/>
          </p:nvSpPr>
          <p:spPr>
            <a:xfrm flipH="1">
              <a:off x="7832182" y="3816173"/>
              <a:ext cx="25599" cy="16369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BFE017F1-DC82-411E-8D5F-08F4112CA2B4}"/>
                </a:ext>
              </a:extLst>
            </p:cNvPr>
            <p:cNvSpPr/>
            <p:nvPr/>
          </p:nvSpPr>
          <p:spPr>
            <a:xfrm flipH="1">
              <a:off x="7943803" y="3832449"/>
              <a:ext cx="25599" cy="14742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CDA0A8FC-52A3-43D6-95DC-99B91FBFBBEA}"/>
                </a:ext>
              </a:extLst>
            </p:cNvPr>
            <p:cNvSpPr/>
            <p:nvPr/>
          </p:nvSpPr>
          <p:spPr>
            <a:xfrm flipH="1">
              <a:off x="8062603" y="3890100"/>
              <a:ext cx="25599" cy="8977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44D6EB47-1A63-4119-98A8-B2CF1E17657C}"/>
                </a:ext>
              </a:extLst>
            </p:cNvPr>
            <p:cNvSpPr/>
            <p:nvPr/>
          </p:nvSpPr>
          <p:spPr>
            <a:xfrm>
              <a:off x="6298167" y="3934317"/>
              <a:ext cx="24000" cy="4555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8E48E2BA-E7D7-45B8-939A-0258798B4214}"/>
                </a:ext>
              </a:extLst>
            </p:cNvPr>
            <p:cNvSpPr/>
            <p:nvPr/>
          </p:nvSpPr>
          <p:spPr>
            <a:xfrm>
              <a:off x="7010353" y="3634014"/>
              <a:ext cx="24000" cy="34585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38B6B327-9771-4F5C-BC9C-418C2B22EA63}"/>
                </a:ext>
              </a:extLst>
            </p:cNvPr>
            <p:cNvSpPr/>
            <p:nvPr/>
          </p:nvSpPr>
          <p:spPr>
            <a:xfrm>
              <a:off x="6906701" y="3697438"/>
              <a:ext cx="24000" cy="2824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99F1887D-40CE-4575-8783-EDD71320761C}"/>
                </a:ext>
              </a:extLst>
            </p:cNvPr>
            <p:cNvSpPr/>
            <p:nvPr/>
          </p:nvSpPr>
          <p:spPr>
            <a:xfrm>
              <a:off x="6802223" y="3742992"/>
              <a:ext cx="24000" cy="23687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35E7C913-FBBC-4073-864F-4142F5E02599}"/>
                </a:ext>
              </a:extLst>
            </p:cNvPr>
            <p:cNvSpPr/>
            <p:nvPr/>
          </p:nvSpPr>
          <p:spPr>
            <a:xfrm>
              <a:off x="6713863" y="3780069"/>
              <a:ext cx="24000" cy="19980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84DE5CAF-400B-487F-AA0A-E1568B5C33FF}"/>
                </a:ext>
              </a:extLst>
            </p:cNvPr>
            <p:cNvSpPr/>
            <p:nvPr/>
          </p:nvSpPr>
          <p:spPr>
            <a:xfrm>
              <a:off x="6610202" y="3824989"/>
              <a:ext cx="24000" cy="15488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B185482A-BFFA-4862-8201-3F41AC73C5C2}"/>
                </a:ext>
              </a:extLst>
            </p:cNvPr>
            <p:cNvSpPr/>
            <p:nvPr/>
          </p:nvSpPr>
          <p:spPr>
            <a:xfrm>
              <a:off x="6505555" y="3870542"/>
              <a:ext cx="24000" cy="1093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ACC3F0D-E4B2-4F19-B004-2AB700E4F7EC}"/>
                </a:ext>
              </a:extLst>
            </p:cNvPr>
            <p:cNvSpPr/>
            <p:nvPr/>
          </p:nvSpPr>
          <p:spPr>
            <a:xfrm>
              <a:off x="6394178" y="3888763"/>
              <a:ext cx="24000" cy="911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E86EABBB-2F84-4AD5-9644-0E97776117CD}"/>
                </a:ext>
              </a:extLst>
            </p:cNvPr>
            <p:cNvSpPr/>
            <p:nvPr/>
          </p:nvSpPr>
          <p:spPr>
            <a:xfrm>
              <a:off x="7114258" y="3578954"/>
              <a:ext cx="24000" cy="40091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EBCB32F4-DC20-499B-827C-4365BE801D42}"/>
                </a:ext>
              </a:extLst>
            </p:cNvPr>
            <p:cNvSpPr/>
            <p:nvPr/>
          </p:nvSpPr>
          <p:spPr>
            <a:xfrm>
              <a:off x="8266737" y="3934317"/>
              <a:ext cx="23583" cy="4555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7FE038FE-87FC-49FB-9EE1-0D21D6BD5003}"/>
                </a:ext>
              </a:extLst>
            </p:cNvPr>
            <p:cNvSpPr/>
            <p:nvPr/>
          </p:nvSpPr>
          <p:spPr>
            <a:xfrm>
              <a:off x="8361078" y="3888763"/>
              <a:ext cx="23583" cy="911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2E05A0CE-DFA1-43CC-A26C-17B987E8A0E2}"/>
              </a:ext>
            </a:extLst>
          </p:cNvPr>
          <p:cNvCxnSpPr>
            <a:cxnSpLocks/>
          </p:cNvCxnSpPr>
          <p:nvPr/>
        </p:nvCxnSpPr>
        <p:spPr>
          <a:xfrm>
            <a:off x="6263707" y="3327302"/>
            <a:ext cx="24127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2440053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시간대 별 발전량</a:t>
            </a: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3" y="4176376"/>
            <a:ext cx="2474453" cy="177287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384269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212065"/>
            <a:ext cx="7090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오늘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212065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kWh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212065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254A66D-7020-4D6E-9F1B-A18A63F6A41E}"/>
              </a:ext>
            </a:extLst>
          </p:cNvPr>
          <p:cNvGrpSpPr/>
          <p:nvPr/>
        </p:nvGrpSpPr>
        <p:grpSpPr>
          <a:xfrm>
            <a:off x="6632423" y="4384269"/>
            <a:ext cx="418353" cy="417836"/>
            <a:chOff x="6331547" y="4800436"/>
            <a:chExt cx="418353" cy="417836"/>
          </a:xfrm>
        </p:grpSpPr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97E394EF-B90A-44C5-955A-B941F6E3DB4B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7655BE92-5434-4F0A-94A1-1F3F4AEF4E00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D2331B0-6169-4AC8-AD90-A4840103E5E9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>
                  <a:solidFill>
                    <a:schemeClr val="bg1"/>
                  </a:solidFill>
                </a:rPr>
                <a:t>차액</a:t>
              </a: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1D858EED-D900-4D53-8BEA-ACB3F502EC84}"/>
              </a:ext>
            </a:extLst>
          </p:cNvPr>
          <p:cNvGrpSpPr/>
          <p:nvPr/>
        </p:nvGrpSpPr>
        <p:grpSpPr>
          <a:xfrm>
            <a:off x="7409660" y="4384269"/>
            <a:ext cx="546716" cy="417836"/>
            <a:chOff x="6331547" y="4800436"/>
            <a:chExt cx="418353" cy="417836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07049415-21D6-4609-87E2-E79B72C56834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1,350.5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B8E4AD24-A210-4985-8EE7-053CFFA8DDC4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850.5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E576F084-45EA-485C-97B5-6C2F0125754E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-500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6FE918BA-67BA-4D64-992F-9BD0F7510396}"/>
              </a:ext>
            </a:extLst>
          </p:cNvPr>
          <p:cNvGrpSpPr/>
          <p:nvPr/>
        </p:nvGrpSpPr>
        <p:grpSpPr>
          <a:xfrm>
            <a:off x="8197832" y="4384269"/>
            <a:ext cx="418353" cy="417836"/>
            <a:chOff x="6331547" y="4800436"/>
            <a:chExt cx="418353" cy="417836"/>
          </a:xfrm>
        </p:grpSpPr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5B47FA78-E0EF-427F-A152-BC555E8C0DC6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8.6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870C875D-E4A6-4140-9FD9-4B846FF65827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10.7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E28C3C86-4139-48BE-AB80-48254B517557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4964458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4792254"/>
            <a:ext cx="7968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>
                <a:solidFill>
                  <a:schemeClr val="bg1"/>
                </a:solidFill>
              </a:rPr>
              <a:t>이번달</a:t>
            </a:r>
            <a:r>
              <a:rPr lang="ko-KR" altLang="en-US" sz="600" dirty="0">
                <a:solidFill>
                  <a:schemeClr val="bg1"/>
                </a:solidFill>
              </a:rPr>
              <a:t>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479225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MWh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479225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9A3192E6-AE7A-4784-8F58-91EBF75AD032}"/>
              </a:ext>
            </a:extLst>
          </p:cNvPr>
          <p:cNvGrpSpPr/>
          <p:nvPr/>
        </p:nvGrpSpPr>
        <p:grpSpPr>
          <a:xfrm>
            <a:off x="6632423" y="4964458"/>
            <a:ext cx="418353" cy="417836"/>
            <a:chOff x="6331547" y="4800436"/>
            <a:chExt cx="418353" cy="417836"/>
          </a:xfrm>
        </p:grpSpPr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FA70A35B-A937-484D-9B15-0D951245E315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03B20DCE-F895-4A9A-94AE-4107D018A165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11D5A325-CEB5-4CBF-A4F3-C2481F307B1C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차액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039118F4-B073-4193-99B1-E4EDBFC8E3B2}"/>
              </a:ext>
            </a:extLst>
          </p:cNvPr>
          <p:cNvGrpSpPr/>
          <p:nvPr/>
        </p:nvGrpSpPr>
        <p:grpSpPr>
          <a:xfrm>
            <a:off x="7409660" y="4964458"/>
            <a:ext cx="546716" cy="417836"/>
            <a:chOff x="6331547" y="4800436"/>
            <a:chExt cx="418353" cy="417836"/>
          </a:xfrm>
        </p:grpSpPr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55099726-B1E8-423B-B8E4-0A6A4054F228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00692847-ED87-43F2-9099-A7112BE8153B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9DCE81FA-FE99-4529-8C4E-84ED2CDDCB51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3.2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96194F93-B5D0-4646-BED4-F32C4C997E5A}"/>
              </a:ext>
            </a:extLst>
          </p:cNvPr>
          <p:cNvGrpSpPr/>
          <p:nvPr/>
        </p:nvGrpSpPr>
        <p:grpSpPr>
          <a:xfrm>
            <a:off x="8197832" y="4964458"/>
            <a:ext cx="418353" cy="417836"/>
            <a:chOff x="6331547" y="4800436"/>
            <a:chExt cx="418353" cy="417836"/>
          </a:xfrm>
        </p:grpSpPr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5876CE20-F1E5-462A-8707-55F696E945E0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65.2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7F74AE4E-DB28-4AB8-8735-FC478C1C8265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130.1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3627A6BA-3454-4146-B93F-05CA68066CA7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64.9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535278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363074"/>
            <a:ext cx="7968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올해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36307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MWh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36307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73539193-9ACF-43D1-B0CF-65160A07C524}"/>
              </a:ext>
            </a:extLst>
          </p:cNvPr>
          <p:cNvGrpSpPr/>
          <p:nvPr/>
        </p:nvGrpSpPr>
        <p:grpSpPr>
          <a:xfrm>
            <a:off x="6606991" y="5535278"/>
            <a:ext cx="418353" cy="417836"/>
            <a:chOff x="6331547" y="4800436"/>
            <a:chExt cx="418353" cy="417836"/>
          </a:xfrm>
        </p:grpSpPr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5396FD45-AFCE-45A7-88EF-403916F405B4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0AC63B0E-AA68-4053-A9A2-333CC5690AFD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E58744F1-9E58-4589-BE81-BC5AE3AC3796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차액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DF723356-AFB7-4B50-8085-5F4EF795A4BF}"/>
              </a:ext>
            </a:extLst>
          </p:cNvPr>
          <p:cNvGrpSpPr/>
          <p:nvPr/>
        </p:nvGrpSpPr>
        <p:grpSpPr>
          <a:xfrm>
            <a:off x="7384228" y="5535278"/>
            <a:ext cx="546716" cy="417836"/>
            <a:chOff x="6331547" y="4800436"/>
            <a:chExt cx="418353" cy="417836"/>
          </a:xfrm>
        </p:grpSpPr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235F8015-21AB-44C6-B2A8-237119610DED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58.9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A5DB8234-93C5-443F-9D35-ED84CD68B68B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192.1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8105C910-CB9F-4E3B-9866-6E5CA47478B3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133.2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29C5F358-0616-4BB2-BF6A-0C0BFAF2C4FB}"/>
              </a:ext>
            </a:extLst>
          </p:cNvPr>
          <p:cNvGrpSpPr/>
          <p:nvPr/>
        </p:nvGrpSpPr>
        <p:grpSpPr>
          <a:xfrm>
            <a:off x="8172400" y="5535278"/>
            <a:ext cx="418353" cy="417836"/>
            <a:chOff x="6331547" y="4800436"/>
            <a:chExt cx="418353" cy="417836"/>
          </a:xfrm>
        </p:grpSpPr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2265B189-9E37-46E0-A690-039CBCC3D9DC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665.2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3B9AE02A-2406-4604-A614-0F10B719F393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1130.1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2F3B2C65-8CAA-40CD-96CB-3DEFFE1ED3A3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464.9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326C0E9F-B729-49BB-BB61-B6DE399D0AFA}"/>
              </a:ext>
            </a:extLst>
          </p:cNvPr>
          <p:cNvSpPr/>
          <p:nvPr/>
        </p:nvSpPr>
        <p:spPr>
          <a:xfrm>
            <a:off x="7703543" y="1990090"/>
            <a:ext cx="360000" cy="68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550E4392-BDD3-4354-ACB8-CD2465050FA5}"/>
              </a:ext>
            </a:extLst>
          </p:cNvPr>
          <p:cNvSpPr/>
          <p:nvPr/>
        </p:nvSpPr>
        <p:spPr>
          <a:xfrm>
            <a:off x="7524536" y="2351662"/>
            <a:ext cx="540000" cy="68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63CE122-8C92-484F-840B-451103E33A68}"/>
              </a:ext>
            </a:extLst>
          </p:cNvPr>
          <p:cNvGrpSpPr/>
          <p:nvPr/>
        </p:nvGrpSpPr>
        <p:grpSpPr>
          <a:xfrm>
            <a:off x="3303152" y="5238832"/>
            <a:ext cx="2629878" cy="714282"/>
            <a:chOff x="3315964" y="3933056"/>
            <a:chExt cx="2629878" cy="714282"/>
          </a:xfrm>
        </p:grpSpPr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E6DE84EA-F53C-406B-A1A4-648AD8127AD8}"/>
                </a:ext>
              </a:extLst>
            </p:cNvPr>
            <p:cNvSpPr txBox="1"/>
            <p:nvPr/>
          </p:nvSpPr>
          <p:spPr>
            <a:xfrm>
              <a:off x="3315964" y="3933056"/>
              <a:ext cx="98607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IOE </a:t>
              </a:r>
              <a:r>
                <a:rPr lang="ko-KR" altLang="en-US" sz="800" dirty="0">
                  <a:solidFill>
                    <a:schemeClr val="bg1"/>
                  </a:solidFill>
                </a:rPr>
                <a:t>통신상태</a:t>
              </a:r>
              <a:r>
                <a:rPr lang="en-US" altLang="ko-KR" sz="800" dirty="0">
                  <a:solidFill>
                    <a:schemeClr val="bg1"/>
                  </a:solidFill>
                </a:rPr>
                <a:t> 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5373FABF-B4DA-4DB8-9684-A2B94EE23F93}"/>
                </a:ext>
              </a:extLst>
            </p:cNvPr>
            <p:cNvCxnSpPr>
              <a:cxnSpLocks/>
            </p:cNvCxnSpPr>
            <p:nvPr/>
          </p:nvCxnSpPr>
          <p:spPr>
            <a:xfrm>
              <a:off x="3427007" y="4151328"/>
              <a:ext cx="2518835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7D49EC40-CC5E-4F92-8EBD-E723BC7A9405}"/>
                </a:ext>
              </a:extLst>
            </p:cNvPr>
            <p:cNvSpPr txBox="1"/>
            <p:nvPr/>
          </p:nvSpPr>
          <p:spPr>
            <a:xfrm>
              <a:off x="3599827" y="41697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4E554107-81CE-461D-859C-8BE986564061}"/>
                </a:ext>
              </a:extLst>
            </p:cNvPr>
            <p:cNvSpPr txBox="1"/>
            <p:nvPr/>
          </p:nvSpPr>
          <p:spPr>
            <a:xfrm>
              <a:off x="3599827" y="431023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96E4CC65-4FA4-4F03-8A6F-12D4159C277B}"/>
                </a:ext>
              </a:extLst>
            </p:cNvPr>
            <p:cNvSpPr txBox="1"/>
            <p:nvPr/>
          </p:nvSpPr>
          <p:spPr>
            <a:xfrm>
              <a:off x="3599827" y="446267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grpSp>
          <p:nvGrpSpPr>
            <p:cNvPr id="361" name="그룹 360">
              <a:extLst>
                <a:ext uri="{FF2B5EF4-FFF2-40B4-BE49-F238E27FC236}">
                  <a16:creationId xmlns:a16="http://schemas.microsoft.com/office/drawing/2014/main" id="{B0C53CCA-68F2-418F-B37A-3C2D7CBB54D9}"/>
                </a:ext>
              </a:extLst>
            </p:cNvPr>
            <p:cNvGrpSpPr/>
            <p:nvPr/>
          </p:nvGrpSpPr>
          <p:grpSpPr>
            <a:xfrm>
              <a:off x="4902913" y="4163766"/>
              <a:ext cx="1031096" cy="479666"/>
              <a:chOff x="6331547" y="4770556"/>
              <a:chExt cx="418353" cy="479666"/>
            </a:xfrm>
          </p:grpSpPr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8DEA0415-47C0-4D83-B11C-D1898BE12A7B}"/>
                  </a:ext>
                </a:extLst>
              </p:cNvPr>
              <p:cNvSpPr txBox="1"/>
              <p:nvPr/>
            </p:nvSpPr>
            <p:spPr>
              <a:xfrm>
                <a:off x="6331547" y="4770556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2:39:01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C6B6E684-753E-4D45-A08F-F729A066CF35}"/>
                  </a:ext>
                </a:extLst>
              </p:cNvPr>
              <p:cNvSpPr txBox="1"/>
              <p:nvPr/>
            </p:nvSpPr>
            <p:spPr>
              <a:xfrm>
                <a:off x="6331547" y="4917021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2:39:01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64FF41AA-B5C9-4634-9099-BB7D2E6E1603}"/>
                  </a:ext>
                </a:extLst>
              </p:cNvPr>
              <p:cNvSpPr txBox="1"/>
              <p:nvPr/>
            </p:nvSpPr>
            <p:spPr>
              <a:xfrm>
                <a:off x="6331547" y="5065556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1:12:12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B0D92DED-E5C5-414A-8E1C-45D690327A92}"/>
                </a:ext>
              </a:extLst>
            </p:cNvPr>
            <p:cNvSpPr txBox="1"/>
            <p:nvPr/>
          </p:nvSpPr>
          <p:spPr>
            <a:xfrm>
              <a:off x="4455403" y="3948445"/>
              <a:ext cx="37714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/>
                  </a:solidFill>
                </a:rPr>
                <a:t>상태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96C6EC84-0AFB-49CA-ABEF-5D5CA87A3085}"/>
                </a:ext>
              </a:extLst>
            </p:cNvPr>
            <p:cNvSpPr txBox="1"/>
            <p:nvPr/>
          </p:nvSpPr>
          <p:spPr>
            <a:xfrm>
              <a:off x="5070358" y="3948445"/>
              <a:ext cx="69620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/>
                  </a:solidFill>
                </a:rPr>
                <a:t>상태변경 시간</a:t>
              </a:r>
            </a:p>
          </p:txBody>
        </p:sp>
        <p:grpSp>
          <p:nvGrpSpPr>
            <p:cNvPr id="1035" name="그룹 1034">
              <a:extLst>
                <a:ext uri="{FF2B5EF4-FFF2-40B4-BE49-F238E27FC236}">
                  <a16:creationId xmlns:a16="http://schemas.microsoft.com/office/drawing/2014/main" id="{7A602B55-6E2D-420E-8A43-F9743554D03E}"/>
                </a:ext>
              </a:extLst>
            </p:cNvPr>
            <p:cNvGrpSpPr/>
            <p:nvPr/>
          </p:nvGrpSpPr>
          <p:grpSpPr>
            <a:xfrm>
              <a:off x="4355976" y="4500675"/>
              <a:ext cx="576000" cy="119723"/>
              <a:chOff x="3225171" y="4126528"/>
              <a:chExt cx="465374" cy="119723"/>
            </a:xfrm>
          </p:grpSpPr>
          <p:sp>
            <p:nvSpPr>
              <p:cNvPr id="1031" name="사각형: 둥근 모서리 1030">
                <a:extLst>
                  <a:ext uri="{FF2B5EF4-FFF2-40B4-BE49-F238E27FC236}">
                    <a16:creationId xmlns:a16="http://schemas.microsoft.com/office/drawing/2014/main" id="{474E9FE0-1990-4F79-B693-4C241F3D6C8F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36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FF0066"/>
                    </a:solidFill>
                  </a:rPr>
                  <a:t>Disconnected</a:t>
                </a:r>
                <a:endParaRPr lang="ko-KR" altLang="en-US" sz="500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1033" name="타원 1032">
                <a:extLst>
                  <a:ext uri="{FF2B5EF4-FFF2-40B4-BE49-F238E27FC236}">
                    <a16:creationId xmlns:a16="http://schemas.microsoft.com/office/drawing/2014/main" id="{0FE133C8-7FFB-4B72-BCEE-33570C77BC75}"/>
                  </a:ext>
                </a:extLst>
              </p:cNvPr>
              <p:cNvSpPr/>
              <p:nvPr/>
            </p:nvSpPr>
            <p:spPr>
              <a:xfrm>
                <a:off x="3259208" y="4153413"/>
                <a:ext cx="43629" cy="54000"/>
              </a:xfrm>
              <a:prstGeom prst="ellipse">
                <a:avLst/>
              </a:prstGeom>
              <a:solidFill>
                <a:srgbClr val="FF0066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C91BC3BB-82EA-4C85-BE30-A3454D311B0C}"/>
                </a:ext>
              </a:extLst>
            </p:cNvPr>
            <p:cNvGrpSpPr/>
            <p:nvPr/>
          </p:nvGrpSpPr>
          <p:grpSpPr>
            <a:xfrm>
              <a:off x="4355976" y="4349788"/>
              <a:ext cx="576000" cy="119723"/>
              <a:chOff x="3225171" y="4126528"/>
              <a:chExt cx="465374" cy="119723"/>
            </a:xfrm>
          </p:grpSpPr>
          <p:sp>
            <p:nvSpPr>
              <p:cNvPr id="410" name="사각형: 둥근 모서리 409">
                <a:extLst>
                  <a:ext uri="{FF2B5EF4-FFF2-40B4-BE49-F238E27FC236}">
                    <a16:creationId xmlns:a16="http://schemas.microsoft.com/office/drawing/2014/main" id="{7D31AD07-E146-446C-8875-E2C3B52E247B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90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92D050"/>
                    </a:solidFill>
                  </a:rPr>
                  <a:t>Connected</a:t>
                </a:r>
                <a:endParaRPr lang="ko-KR" altLang="en-US" sz="500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11" name="타원 410">
                <a:extLst>
                  <a:ext uri="{FF2B5EF4-FFF2-40B4-BE49-F238E27FC236}">
                    <a16:creationId xmlns:a16="http://schemas.microsoft.com/office/drawing/2014/main" id="{7E464107-49B0-4C99-98A8-D42716C92609}"/>
                  </a:ext>
                </a:extLst>
              </p:cNvPr>
              <p:cNvSpPr/>
              <p:nvPr/>
            </p:nvSpPr>
            <p:spPr>
              <a:xfrm>
                <a:off x="3259209" y="4153413"/>
                <a:ext cx="43629" cy="54000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0AAC3C6D-DAB4-45F2-A51E-F93FD5CDAB3C}"/>
                </a:ext>
              </a:extLst>
            </p:cNvPr>
            <p:cNvGrpSpPr/>
            <p:nvPr/>
          </p:nvGrpSpPr>
          <p:grpSpPr>
            <a:xfrm>
              <a:off x="4355976" y="4198901"/>
              <a:ext cx="576000" cy="119723"/>
              <a:chOff x="3225171" y="4126528"/>
              <a:chExt cx="465374" cy="119723"/>
            </a:xfrm>
          </p:grpSpPr>
          <p:sp>
            <p:nvSpPr>
              <p:cNvPr id="413" name="사각형: 둥근 모서리 412">
                <a:extLst>
                  <a:ext uri="{FF2B5EF4-FFF2-40B4-BE49-F238E27FC236}">
                    <a16:creationId xmlns:a16="http://schemas.microsoft.com/office/drawing/2014/main" id="{5A12A2E8-7E30-4036-910D-EAA5D5F78A66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90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92D050"/>
                    </a:solidFill>
                  </a:rPr>
                  <a:t>Connected</a:t>
                </a:r>
                <a:endParaRPr lang="ko-KR" altLang="en-US" sz="500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14" name="타원 413">
                <a:extLst>
                  <a:ext uri="{FF2B5EF4-FFF2-40B4-BE49-F238E27FC236}">
                    <a16:creationId xmlns:a16="http://schemas.microsoft.com/office/drawing/2014/main" id="{B5190FA2-FE58-4F48-B515-4515A47EE31D}"/>
                  </a:ext>
                </a:extLst>
              </p:cNvPr>
              <p:cNvSpPr/>
              <p:nvPr/>
            </p:nvSpPr>
            <p:spPr>
              <a:xfrm>
                <a:off x="3259209" y="4153413"/>
                <a:ext cx="43629" cy="54000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507011" y="3740921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465840"/>
              </p:ext>
            </p:extLst>
          </p:nvPr>
        </p:nvGraphicFramePr>
        <p:xfrm>
          <a:off x="545568" y="3964957"/>
          <a:ext cx="255069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12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823612" y="4521214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991809" y="4495006"/>
            <a:ext cx="115200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1160006" y="4565310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1289274" y="4687557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6" name="직사각형 445">
            <a:extLst>
              <a:ext uri="{FF2B5EF4-FFF2-40B4-BE49-F238E27FC236}">
                <a16:creationId xmlns:a16="http://schemas.microsoft.com/office/drawing/2014/main" id="{8CC72A27-D062-4659-A20B-75407950CBB4}"/>
              </a:ext>
            </a:extLst>
          </p:cNvPr>
          <p:cNvSpPr/>
          <p:nvPr/>
        </p:nvSpPr>
        <p:spPr>
          <a:xfrm>
            <a:off x="475933" y="4929265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500" b="1" dirty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E3ECF995-9CB8-4F12-83C5-D74A8FB0FC3C}"/>
              </a:ext>
            </a:extLst>
          </p:cNvPr>
          <p:cNvSpPr/>
          <p:nvPr/>
        </p:nvSpPr>
        <p:spPr>
          <a:xfrm>
            <a:off x="753539" y="4915601"/>
            <a:ext cx="60696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80,000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8" name="직사각형 447">
            <a:extLst>
              <a:ext uri="{FF2B5EF4-FFF2-40B4-BE49-F238E27FC236}">
                <a16:creationId xmlns:a16="http://schemas.microsoft.com/office/drawing/2014/main" id="{A8D24558-F4AD-4E4F-A0A3-8068DB053CD0}"/>
              </a:ext>
            </a:extLst>
          </p:cNvPr>
          <p:cNvSpPr/>
          <p:nvPr/>
        </p:nvSpPr>
        <p:spPr>
          <a:xfrm>
            <a:off x="1098838" y="4929265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DR</a:t>
            </a:r>
            <a:r>
              <a:rPr lang="ko-KR" altLang="en-US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6EE38BF5-3A72-48E4-8BA9-BF2390F8238C}"/>
              </a:ext>
            </a:extLst>
          </p:cNvPr>
          <p:cNvSpPr/>
          <p:nvPr/>
        </p:nvSpPr>
        <p:spPr>
          <a:xfrm>
            <a:off x="1364833" y="4915601"/>
            <a:ext cx="598101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36966B20-072A-484B-AAA1-2F378CBFE402}"/>
              </a:ext>
            </a:extLst>
          </p:cNvPr>
          <p:cNvSpPr/>
          <p:nvPr/>
        </p:nvSpPr>
        <p:spPr>
          <a:xfrm>
            <a:off x="2134425" y="4934890"/>
            <a:ext cx="825695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 수익</a:t>
            </a:r>
          </a:p>
        </p:txBody>
      </p:sp>
      <p:sp>
        <p:nvSpPr>
          <p:cNvPr id="451" name="직사각형 450">
            <a:extLst>
              <a:ext uri="{FF2B5EF4-FFF2-40B4-BE49-F238E27FC236}">
                <a16:creationId xmlns:a16="http://schemas.microsoft.com/office/drawing/2014/main" id="{FCA66087-7611-49F7-9D41-C19434ED8685}"/>
              </a:ext>
            </a:extLst>
          </p:cNvPr>
          <p:cNvSpPr/>
          <p:nvPr/>
        </p:nvSpPr>
        <p:spPr>
          <a:xfrm>
            <a:off x="2615847" y="4921226"/>
            <a:ext cx="664817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120,000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463526"/>
              </p:ext>
            </p:extLst>
          </p:nvPr>
        </p:nvGraphicFramePr>
        <p:xfrm>
          <a:off x="556780" y="2064211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2989971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1849760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3528551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A4C89D16-588B-41A7-8391-C28C5E313976}"/>
              </a:ext>
            </a:extLst>
          </p:cNvPr>
          <p:cNvGrpSpPr/>
          <p:nvPr/>
        </p:nvGrpSpPr>
        <p:grpSpPr>
          <a:xfrm>
            <a:off x="1255755" y="2139707"/>
            <a:ext cx="1853801" cy="157480"/>
            <a:chOff x="4632535" y="2929429"/>
            <a:chExt cx="1853801" cy="157480"/>
          </a:xfrm>
        </p:grpSpPr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3D00BBDD-5B83-4846-AE79-60675D6A75B4}"/>
                </a:ext>
              </a:extLst>
            </p:cNvPr>
            <p:cNvCxnSpPr/>
            <p:nvPr/>
          </p:nvCxnSpPr>
          <p:spPr>
            <a:xfrm>
              <a:off x="4632535" y="3015425"/>
              <a:ext cx="149996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643C5AC5-7051-4A71-AA9B-7751735D58BB}"/>
                </a:ext>
              </a:extLst>
            </p:cNvPr>
            <p:cNvSpPr/>
            <p:nvPr/>
          </p:nvSpPr>
          <p:spPr>
            <a:xfrm>
              <a:off x="4710713" y="2931990"/>
              <a:ext cx="550418" cy="1549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실제 사용량</a:t>
              </a:r>
            </a:p>
          </p:txBody>
        </p: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50F18DFC-D4EE-4F4D-919A-960CDBBB7F11}"/>
                </a:ext>
              </a:extLst>
            </p:cNvPr>
            <p:cNvCxnSpPr/>
            <p:nvPr/>
          </p:nvCxnSpPr>
          <p:spPr>
            <a:xfrm>
              <a:off x="5280128" y="3009449"/>
              <a:ext cx="149996" cy="0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1" name="직사각형 500">
              <a:extLst>
                <a:ext uri="{FF2B5EF4-FFF2-40B4-BE49-F238E27FC236}">
                  <a16:creationId xmlns:a16="http://schemas.microsoft.com/office/drawing/2014/main" id="{38724598-60E3-4E65-9129-F9DD93A10F2D}"/>
                </a:ext>
              </a:extLst>
            </p:cNvPr>
            <p:cNvSpPr/>
            <p:nvPr/>
          </p:nvSpPr>
          <p:spPr>
            <a:xfrm>
              <a:off x="5358305" y="2929429"/>
              <a:ext cx="548985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63D0324A-6260-423A-94F3-F9E6EFC37BCC}"/>
                </a:ext>
              </a:extLst>
            </p:cNvPr>
            <p:cNvCxnSpPr/>
            <p:nvPr/>
          </p:nvCxnSpPr>
          <p:spPr>
            <a:xfrm>
              <a:off x="5905793" y="3009449"/>
              <a:ext cx="149996" cy="0"/>
            </a:xfrm>
            <a:prstGeom prst="lin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D729EFFA-79C8-4355-B1F3-4AB70759F294}"/>
                </a:ext>
              </a:extLst>
            </p:cNvPr>
            <p:cNvSpPr/>
            <p:nvPr/>
          </p:nvSpPr>
          <p:spPr>
            <a:xfrm>
              <a:off x="6000509" y="2929429"/>
              <a:ext cx="485827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1819914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4929" y="3893951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5438" y="3901239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5947" y="3893951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6456" y="3893951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4929" y="4234478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5438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5947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6456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9817" y="3861048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22608" y="3974665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20866" y="4061449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22487" y="3972979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7273" y="4063424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71398" y="3970424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9656" y="4057208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71277" y="3960010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6063" y="4062115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6376" y="3871365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13720" y="3861216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70665" y="3861216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9017" y="4204626"/>
            <a:ext cx="869295" cy="376502"/>
            <a:chOff x="4137026" y="5220442"/>
            <a:chExt cx="869295" cy="376502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EA5A1819-6465-4565-9474-D0F3C6A9CDF6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09F97A1F-4F29-4B70-84C0-E6B1CE85AE19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누적 발전량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60455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10964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61473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21724" y="4586716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49F22AB-17D8-4589-AB99-1A2B0B85FDAA}"/>
              </a:ext>
            </a:extLst>
          </p:cNvPr>
          <p:cNvGrpSpPr/>
          <p:nvPr/>
        </p:nvGrpSpPr>
        <p:grpSpPr>
          <a:xfrm>
            <a:off x="3418761" y="4940755"/>
            <a:ext cx="1835844" cy="184666"/>
            <a:chOff x="3535608" y="4989368"/>
            <a:chExt cx="1835844" cy="184666"/>
          </a:xfrm>
        </p:grpSpPr>
        <p:sp>
          <p:nvSpPr>
            <p:cNvPr id="407" name="사각형: 둥근 모서리 406">
              <a:extLst>
                <a:ext uri="{FF2B5EF4-FFF2-40B4-BE49-F238E27FC236}">
                  <a16:creationId xmlns:a16="http://schemas.microsoft.com/office/drawing/2014/main" id="{048E4DE1-D7A8-452E-8463-A0DC0C89AF19}"/>
                </a:ext>
              </a:extLst>
            </p:cNvPr>
            <p:cNvSpPr/>
            <p:nvPr/>
          </p:nvSpPr>
          <p:spPr>
            <a:xfrm>
              <a:off x="3535608" y="5016742"/>
              <a:ext cx="257502" cy="129918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98F989EC-9F16-48B2-BA01-18F6E055AD57}"/>
                </a:ext>
              </a:extLst>
            </p:cNvPr>
            <p:cNvSpPr txBox="1"/>
            <p:nvPr/>
          </p:nvSpPr>
          <p:spPr>
            <a:xfrm>
              <a:off x="3694256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PCS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417" name="사각형: 둥근 모서리 416">
              <a:extLst>
                <a:ext uri="{FF2B5EF4-FFF2-40B4-BE49-F238E27FC236}">
                  <a16:creationId xmlns:a16="http://schemas.microsoft.com/office/drawing/2014/main" id="{D1F06681-278F-465D-91AE-A3FFF36AA439}"/>
                </a:ext>
              </a:extLst>
            </p:cNvPr>
            <p:cNvSpPr/>
            <p:nvPr/>
          </p:nvSpPr>
          <p:spPr>
            <a:xfrm>
              <a:off x="4158568" y="5016742"/>
              <a:ext cx="257502" cy="129918"/>
            </a:xfrm>
            <a:prstGeom prst="roundRect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A36FC55C-1AFC-4D4F-AF8E-1879ABC4227B}"/>
                </a:ext>
              </a:extLst>
            </p:cNvPr>
            <p:cNvSpPr txBox="1"/>
            <p:nvPr/>
          </p:nvSpPr>
          <p:spPr>
            <a:xfrm>
              <a:off x="4317216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419" name="사각형: 둥근 모서리 418">
              <a:extLst>
                <a:ext uri="{FF2B5EF4-FFF2-40B4-BE49-F238E27FC236}">
                  <a16:creationId xmlns:a16="http://schemas.microsoft.com/office/drawing/2014/main" id="{F6BCCD55-7BC8-4744-BEDE-27F3A2F60D19}"/>
                </a:ext>
              </a:extLst>
            </p:cNvPr>
            <p:cNvSpPr/>
            <p:nvPr/>
          </p:nvSpPr>
          <p:spPr>
            <a:xfrm>
              <a:off x="4794451" y="5016742"/>
              <a:ext cx="257502" cy="129918"/>
            </a:xfrm>
            <a:prstGeom prst="roundRect">
              <a:avLst/>
            </a:prstGeom>
            <a:solidFill>
              <a:srgbClr val="FFC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1BB2E9C6-0B8B-4B8E-91A9-0C6EA163A71A}"/>
                </a:ext>
              </a:extLst>
            </p:cNvPr>
            <p:cNvSpPr txBox="1"/>
            <p:nvPr/>
          </p:nvSpPr>
          <p:spPr>
            <a:xfrm>
              <a:off x="4953099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2C3C8100-F6E5-466E-AA22-4126D1A5B4B8}"/>
              </a:ext>
            </a:extLst>
          </p:cNvPr>
          <p:cNvSpPr/>
          <p:nvPr/>
        </p:nvSpPr>
        <p:spPr>
          <a:xfrm>
            <a:off x="1708458" y="4921854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r>
              <a:rPr lang="ko-KR" altLang="en-US" sz="500" b="1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099ED14-65AD-46EB-A7BA-5B26FEDEDD39}"/>
              </a:ext>
            </a:extLst>
          </p:cNvPr>
          <p:cNvSpPr/>
          <p:nvPr/>
        </p:nvSpPr>
        <p:spPr>
          <a:xfrm>
            <a:off x="1972163" y="4908190"/>
            <a:ext cx="598101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15,000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56" name="그림 255">
            <a:extLst>
              <a:ext uri="{FF2B5EF4-FFF2-40B4-BE49-F238E27FC236}">
                <a16:creationId xmlns:a16="http://schemas.microsoft.com/office/drawing/2014/main" id="{416D2369-6C47-4232-BA32-BEB28EFD5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289" y="5262128"/>
            <a:ext cx="2540384" cy="734448"/>
          </a:xfrm>
          <a:prstGeom prst="rect">
            <a:avLst/>
          </a:prstGeom>
        </p:spPr>
      </p:pic>
      <p:pic>
        <p:nvPicPr>
          <p:cNvPr id="2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33E656-4CE7-4FD6-B80A-8D95023DF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E213D376-B9D2-4C8A-9D09-1CA7048CFCD7}"/>
              </a:ext>
            </a:extLst>
          </p:cNvPr>
          <p:cNvSpPr/>
          <p:nvPr/>
        </p:nvSpPr>
        <p:spPr>
          <a:xfrm>
            <a:off x="991809" y="4494573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1192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8611" y="188640"/>
            <a:ext cx="2462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1. Dashboard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03684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Site Main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BC07DD85-CFBD-4627-AD10-477C9DA3A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1" y="1052736"/>
            <a:ext cx="8635704" cy="51845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8352176D-4A39-4948-990B-956F1DC0C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052736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A147D9D-CD2C-4387-B2EA-48004E01D6E0}"/>
              </a:ext>
            </a:extLst>
          </p:cNvPr>
          <p:cNvCxnSpPr/>
          <p:nvPr/>
        </p:nvCxnSpPr>
        <p:spPr>
          <a:xfrm>
            <a:off x="375391" y="139945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B1CA18F7-7E0B-4771-ACAE-9863F56A51B9}"/>
              </a:ext>
            </a:extLst>
          </p:cNvPr>
          <p:cNvSpPr/>
          <p:nvPr/>
        </p:nvSpPr>
        <p:spPr>
          <a:xfrm>
            <a:off x="446135" y="1650487"/>
            <a:ext cx="8387654" cy="4465954"/>
          </a:xfrm>
          <a:prstGeom prst="rect">
            <a:avLst/>
          </a:prstGeom>
          <a:solidFill>
            <a:srgbClr val="26264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092AB29-66C4-40B3-8477-BC556BE4C218}"/>
              </a:ext>
            </a:extLst>
          </p:cNvPr>
          <p:cNvSpPr/>
          <p:nvPr/>
        </p:nvSpPr>
        <p:spPr>
          <a:xfrm>
            <a:off x="447737" y="1509698"/>
            <a:ext cx="864000" cy="2482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롯데 정밀 화학</a:t>
            </a: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E38A767B-9F66-41AA-B808-FE52C60426C6}"/>
              </a:ext>
            </a:extLst>
          </p:cNvPr>
          <p:cNvSpPr/>
          <p:nvPr/>
        </p:nvSpPr>
        <p:spPr>
          <a:xfrm>
            <a:off x="1318656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에너지 모니터링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510429-AF90-4670-B9C3-CFEBB927C60E}"/>
              </a:ext>
            </a:extLst>
          </p:cNvPr>
          <p:cNvSpPr/>
          <p:nvPr/>
        </p:nvSpPr>
        <p:spPr>
          <a:xfrm>
            <a:off x="2189575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장치 모니터링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B7BBC0FB-79D1-4810-A854-DC1263F225FC}"/>
              </a:ext>
            </a:extLst>
          </p:cNvPr>
          <p:cNvSpPr/>
          <p:nvPr/>
        </p:nvSpPr>
        <p:spPr>
          <a:xfrm>
            <a:off x="3059832" y="1509698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상황</a:t>
            </a:r>
            <a:r>
              <a:rPr lang="en-US" altLang="ko-KR" sz="700" dirty="0"/>
              <a:t> </a:t>
            </a:r>
            <a:r>
              <a:rPr lang="ko-KR" altLang="en-US" sz="700" dirty="0"/>
              <a:t>관제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17711B7-52C9-4DDA-AC54-70783B83B346}"/>
              </a:ext>
            </a:extLst>
          </p:cNvPr>
          <p:cNvSpPr/>
          <p:nvPr/>
        </p:nvSpPr>
        <p:spPr>
          <a:xfrm>
            <a:off x="3923832" y="1509697"/>
            <a:ext cx="864000" cy="2482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요금</a:t>
            </a:r>
            <a:r>
              <a:rPr lang="en-US" altLang="ko-KR" sz="700" dirty="0"/>
              <a:t>/</a:t>
            </a:r>
            <a:r>
              <a:rPr lang="ko-KR" altLang="en-US" sz="700" dirty="0"/>
              <a:t>수익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2C51AFB-6275-4F06-9C19-9300EC84DED6}"/>
              </a:ext>
            </a:extLst>
          </p:cNvPr>
          <p:cNvGrpSpPr/>
          <p:nvPr/>
        </p:nvGrpSpPr>
        <p:grpSpPr>
          <a:xfrm>
            <a:off x="6177167" y="1700808"/>
            <a:ext cx="1926022" cy="721431"/>
            <a:chOff x="5692418" y="1753651"/>
            <a:chExt cx="3074464" cy="72143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8B7615B-8FB8-42CC-B02C-7B6133C88D7F}"/>
                </a:ext>
              </a:extLst>
            </p:cNvPr>
            <p:cNvSpPr/>
            <p:nvPr/>
          </p:nvSpPr>
          <p:spPr>
            <a:xfrm>
              <a:off x="5822353" y="2045047"/>
              <a:ext cx="2880000" cy="7200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2DFBEA81-503E-4D87-B1F2-23C64BE615BF}"/>
                </a:ext>
              </a:extLst>
            </p:cNvPr>
            <p:cNvSpPr/>
            <p:nvPr/>
          </p:nvSpPr>
          <p:spPr>
            <a:xfrm>
              <a:off x="5822353" y="2403074"/>
              <a:ext cx="2880000" cy="7200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B76F78F-ECD7-4F76-B78F-D0039EFD85F6}"/>
                </a:ext>
              </a:extLst>
            </p:cNvPr>
            <p:cNvSpPr txBox="1"/>
            <p:nvPr/>
          </p:nvSpPr>
          <p:spPr>
            <a:xfrm>
              <a:off x="5692418" y="1843641"/>
              <a:ext cx="112440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오늘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700" b="1" dirty="0" err="1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충전량</a:t>
              </a:r>
              <a:endParaRPr lang="ko-KR" altLang="en-US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E0E53A4-3C68-49BF-89F5-3C3B6190242E}"/>
                </a:ext>
              </a:extLst>
            </p:cNvPr>
            <p:cNvSpPr txBox="1"/>
            <p:nvPr/>
          </p:nvSpPr>
          <p:spPr>
            <a:xfrm>
              <a:off x="5692418" y="2201668"/>
              <a:ext cx="1134900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오늘</a:t>
              </a: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700" b="1" dirty="0" err="1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방전량</a:t>
              </a:r>
              <a:endParaRPr lang="ko-KR" altLang="en-US" sz="700" b="1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E679431-6117-4443-89A7-FCC25732B376}"/>
                </a:ext>
              </a:extLst>
            </p:cNvPr>
            <p:cNvSpPr txBox="1"/>
            <p:nvPr/>
          </p:nvSpPr>
          <p:spPr>
            <a:xfrm>
              <a:off x="7270746" y="1753651"/>
              <a:ext cx="14961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1,350.5</a:t>
              </a:r>
              <a:r>
                <a:rPr lang="en-US" altLang="ko-KR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kWh</a:t>
              </a:r>
              <a:endParaRPr lang="ko-KR" altLang="en-US" sz="8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F66D3B8F-8FE4-4265-9146-55D17D57A666}"/>
                </a:ext>
              </a:extLst>
            </p:cNvPr>
            <p:cNvSpPr txBox="1"/>
            <p:nvPr/>
          </p:nvSpPr>
          <p:spPr>
            <a:xfrm>
              <a:off x="7419971" y="2115095"/>
              <a:ext cx="134690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850.5</a:t>
              </a:r>
              <a:r>
                <a:rPr lang="en-US" altLang="ko-KR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6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kWh</a:t>
              </a:r>
              <a:endParaRPr lang="ko-KR" altLang="en-US" sz="800" b="1" dirty="0">
                <a:solidFill>
                  <a:schemeClr val="accent6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120" name="표 119">
            <a:extLst>
              <a:ext uri="{FF2B5EF4-FFF2-40B4-BE49-F238E27FC236}">
                <a16:creationId xmlns:a16="http://schemas.microsoft.com/office/drawing/2014/main" id="{4F6D02A1-0834-43CC-9DC8-7564F18C44E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73539" y="2059303"/>
          <a:ext cx="2626669" cy="1510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5584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89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4" name="그룹 33">
            <a:extLst>
              <a:ext uri="{FF2B5EF4-FFF2-40B4-BE49-F238E27FC236}">
                <a16:creationId xmlns:a16="http://schemas.microsoft.com/office/drawing/2014/main" id="{60BB5981-BC2A-4AF5-A561-C3CC5F47029F}"/>
              </a:ext>
            </a:extLst>
          </p:cNvPr>
          <p:cNvGrpSpPr/>
          <p:nvPr/>
        </p:nvGrpSpPr>
        <p:grpSpPr>
          <a:xfrm>
            <a:off x="3538180" y="2285242"/>
            <a:ext cx="2400905" cy="1065479"/>
            <a:chOff x="1475657" y="2688243"/>
            <a:chExt cx="6660000" cy="2092089"/>
          </a:xfrm>
        </p:grpSpPr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53B8F066-0742-452C-B93B-74855342145C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2688243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8666B9BB-7756-468D-B6C3-FE1014810781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594874"/>
              <a:ext cx="6660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3" name="직선 연결선 122">
              <a:extLst>
                <a:ext uri="{FF2B5EF4-FFF2-40B4-BE49-F238E27FC236}">
                  <a16:creationId xmlns:a16="http://schemas.microsoft.com/office/drawing/2014/main" id="{A070D019-0857-40AD-9D17-113AFB2C779E}"/>
                </a:ext>
              </a:extLst>
            </p:cNvPr>
            <p:cNvCxnSpPr>
              <a:cxnSpLocks/>
            </p:cNvCxnSpPr>
            <p:nvPr/>
          </p:nvCxnSpPr>
          <p:spPr>
            <a:xfrm>
              <a:off x="1475657" y="3902469"/>
              <a:ext cx="6660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24" name="자유형 11">
              <a:extLst>
                <a:ext uri="{FF2B5EF4-FFF2-40B4-BE49-F238E27FC236}">
                  <a16:creationId xmlns:a16="http://schemas.microsoft.com/office/drawing/2014/main" id="{7646CE6A-447D-46F1-8A8E-5AE6DBF3BA43}"/>
                </a:ext>
              </a:extLst>
            </p:cNvPr>
            <p:cNvSpPr/>
            <p:nvPr/>
          </p:nvSpPr>
          <p:spPr>
            <a:xfrm>
              <a:off x="1744300" y="4492465"/>
              <a:ext cx="3877733" cy="287867"/>
            </a:xfrm>
            <a:custGeom>
              <a:avLst/>
              <a:gdLst>
                <a:gd name="connsiteX0" fmla="*/ 0 w 3877733"/>
                <a:gd name="connsiteY0" fmla="*/ 287867 h 287867"/>
                <a:gd name="connsiteX1" fmla="*/ 406400 w 3877733"/>
                <a:gd name="connsiteY1" fmla="*/ 101600 h 287867"/>
                <a:gd name="connsiteX2" fmla="*/ 863600 w 3877733"/>
                <a:gd name="connsiteY2" fmla="*/ 254000 h 287867"/>
                <a:gd name="connsiteX3" fmla="*/ 1286933 w 3877733"/>
                <a:gd name="connsiteY3" fmla="*/ 0 h 287867"/>
                <a:gd name="connsiteX4" fmla="*/ 1676400 w 3877733"/>
                <a:gd name="connsiteY4" fmla="*/ 67734 h 287867"/>
                <a:gd name="connsiteX5" fmla="*/ 2150533 w 3877733"/>
                <a:gd name="connsiteY5" fmla="*/ 203200 h 287867"/>
                <a:gd name="connsiteX6" fmla="*/ 2607733 w 3877733"/>
                <a:gd name="connsiteY6" fmla="*/ 254000 h 287867"/>
                <a:gd name="connsiteX7" fmla="*/ 2997200 w 3877733"/>
                <a:gd name="connsiteY7" fmla="*/ 254000 h 287867"/>
                <a:gd name="connsiteX8" fmla="*/ 3488266 w 3877733"/>
                <a:gd name="connsiteY8" fmla="*/ 101600 h 287867"/>
                <a:gd name="connsiteX9" fmla="*/ 3877733 w 3877733"/>
                <a:gd name="connsiteY9" fmla="*/ 101600 h 287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77733" h="287867">
                  <a:moveTo>
                    <a:pt x="0" y="287867"/>
                  </a:moveTo>
                  <a:lnTo>
                    <a:pt x="406400" y="101600"/>
                  </a:lnTo>
                  <a:lnTo>
                    <a:pt x="863600" y="254000"/>
                  </a:lnTo>
                  <a:lnTo>
                    <a:pt x="1286933" y="0"/>
                  </a:lnTo>
                  <a:lnTo>
                    <a:pt x="1676400" y="67734"/>
                  </a:lnTo>
                  <a:lnTo>
                    <a:pt x="2150533" y="203200"/>
                  </a:lnTo>
                  <a:lnTo>
                    <a:pt x="2607733" y="254000"/>
                  </a:lnTo>
                  <a:lnTo>
                    <a:pt x="2997200" y="254000"/>
                  </a:lnTo>
                  <a:lnTo>
                    <a:pt x="3488266" y="101600"/>
                  </a:lnTo>
                  <a:lnTo>
                    <a:pt x="3877733" y="101600"/>
                  </a:lnTo>
                </a:path>
              </a:pathLst>
            </a:cu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98C58D39-F33E-4E72-B753-78EE7D6B69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44300" y="4059680"/>
              <a:ext cx="6284084" cy="72065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2EDBB503-2733-4070-9910-B1C6839EF3D2}"/>
              </a:ext>
            </a:extLst>
          </p:cNvPr>
          <p:cNvCxnSpPr>
            <a:cxnSpLocks/>
          </p:cNvCxnSpPr>
          <p:nvPr/>
        </p:nvCxnSpPr>
        <p:spPr>
          <a:xfrm>
            <a:off x="5045310" y="2059303"/>
            <a:ext cx="0" cy="1510545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3563BEB3-ABD7-4465-98A2-91BA7E862646}"/>
              </a:ext>
            </a:extLst>
          </p:cNvPr>
          <p:cNvSpPr txBox="1"/>
          <p:nvPr/>
        </p:nvSpPr>
        <p:spPr>
          <a:xfrm>
            <a:off x="3270342" y="1850671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피크 전력 현황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9DAF780-D8CE-4BFB-8530-8E01FDAB46EA}"/>
              </a:ext>
            </a:extLst>
          </p:cNvPr>
          <p:cNvGrpSpPr/>
          <p:nvPr/>
        </p:nvGrpSpPr>
        <p:grpSpPr>
          <a:xfrm>
            <a:off x="8123038" y="1772816"/>
            <a:ext cx="582819" cy="762997"/>
            <a:chOff x="8066098" y="1891729"/>
            <a:chExt cx="639759" cy="762997"/>
          </a:xfrm>
        </p:grpSpPr>
        <p:pic>
          <p:nvPicPr>
            <p:cNvPr id="1030" name="Picture 6" descr="batteryì ëí ì´ë¯¸ì§ ê²ìê²°ê³¼">
              <a:extLst>
                <a:ext uri="{FF2B5EF4-FFF2-40B4-BE49-F238E27FC236}">
                  <a16:creationId xmlns:a16="http://schemas.microsoft.com/office/drawing/2014/main" id="{CC4F744F-F3B3-485E-8365-75D4A55106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04661" y="2092093"/>
              <a:ext cx="562633" cy="562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9F9E8319-76FD-483E-A8DE-0A24EA344155}"/>
                </a:ext>
              </a:extLst>
            </p:cNvPr>
            <p:cNvSpPr txBox="1"/>
            <p:nvPr/>
          </p:nvSpPr>
          <p:spPr>
            <a:xfrm>
              <a:off x="8087885" y="1891729"/>
              <a:ext cx="5961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SOC(</a:t>
              </a:r>
              <a:r>
                <a:rPr lang="ko-KR" altLang="en-US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잔량</a:t>
              </a:r>
              <a:r>
                <a:rPr lang="en-US" altLang="ko-KR" sz="6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6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86409813-82A2-477A-891E-83BB61D4C3B4}"/>
                </a:ext>
              </a:extLst>
            </p:cNvPr>
            <p:cNvSpPr txBox="1"/>
            <p:nvPr/>
          </p:nvSpPr>
          <p:spPr>
            <a:xfrm>
              <a:off x="8066098" y="2016579"/>
              <a:ext cx="63975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85.5</a:t>
              </a:r>
              <a:r>
                <a:rPr lang="en-US" altLang="ko-KR" sz="6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700" b="1" dirty="0">
                  <a:solidFill>
                    <a:schemeClr val="accent5">
                      <a:lumMod val="7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%</a:t>
              </a:r>
              <a:endParaRPr lang="ko-KR" altLang="en-US" sz="700" b="1" dirty="0">
                <a:solidFill>
                  <a:schemeClr val="accent5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01" name="직선 연결선 200">
            <a:extLst>
              <a:ext uri="{FF2B5EF4-FFF2-40B4-BE49-F238E27FC236}">
                <a16:creationId xmlns:a16="http://schemas.microsoft.com/office/drawing/2014/main" id="{73D1AE96-E2AD-4BAA-854C-91EA6ED9F6CF}"/>
              </a:ext>
            </a:extLst>
          </p:cNvPr>
          <p:cNvCxnSpPr>
            <a:cxnSpLocks/>
          </p:cNvCxnSpPr>
          <p:nvPr/>
        </p:nvCxnSpPr>
        <p:spPr>
          <a:xfrm>
            <a:off x="6156176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2" name="표 201">
            <a:extLst>
              <a:ext uri="{FF2B5EF4-FFF2-40B4-BE49-F238E27FC236}">
                <a16:creationId xmlns:a16="http://schemas.microsoft.com/office/drawing/2014/main" id="{CF1C0927-80A5-40D5-858C-9C7C8D19D00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58566" y="2649564"/>
          <a:ext cx="2472528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89358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dirty="0"/>
                        <a:t>kWh</a:t>
                      </a:r>
                      <a:endParaRPr lang="ko-KR" altLang="en-US" sz="5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4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72E2B794-8BB5-44D3-A079-A484D6282D9D}"/>
              </a:ext>
            </a:extLst>
          </p:cNvPr>
          <p:cNvCxnSpPr>
            <a:cxnSpLocks/>
          </p:cNvCxnSpPr>
          <p:nvPr/>
        </p:nvCxnSpPr>
        <p:spPr>
          <a:xfrm>
            <a:off x="6271321" y="2865564"/>
            <a:ext cx="24127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787377C2-2E31-401D-8893-10CBFE062397}"/>
              </a:ext>
            </a:extLst>
          </p:cNvPr>
          <p:cNvGrpSpPr/>
          <p:nvPr/>
        </p:nvGrpSpPr>
        <p:grpSpPr>
          <a:xfrm>
            <a:off x="6516215" y="3525512"/>
            <a:ext cx="1900112" cy="400916"/>
            <a:chOff x="6298167" y="3578954"/>
            <a:chExt cx="2086494" cy="400916"/>
          </a:xfrm>
        </p:grpSpPr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064F9DAA-C26B-4B97-B020-A8C4E7117672}"/>
                </a:ext>
              </a:extLst>
            </p:cNvPr>
            <p:cNvSpPr/>
            <p:nvPr/>
          </p:nvSpPr>
          <p:spPr>
            <a:xfrm flipH="1">
              <a:off x="8165012" y="3936681"/>
              <a:ext cx="25599" cy="4318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8B369B08-010C-47B7-AEF2-0CA9AAD9778B}"/>
                </a:ext>
              </a:extLst>
            </p:cNvPr>
            <p:cNvSpPr/>
            <p:nvPr/>
          </p:nvSpPr>
          <p:spPr>
            <a:xfrm flipH="1">
              <a:off x="7294535" y="3578954"/>
              <a:ext cx="25599" cy="40091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6078B64C-0C86-4376-A736-4D876275F7E0}"/>
                </a:ext>
              </a:extLst>
            </p:cNvPr>
            <p:cNvSpPr/>
            <p:nvPr/>
          </p:nvSpPr>
          <p:spPr>
            <a:xfrm flipH="1">
              <a:off x="7405364" y="3599670"/>
              <a:ext cx="25599" cy="3802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3CD0DB28-A5B7-419C-92CE-4B0F30BC08A1}"/>
                </a:ext>
              </a:extLst>
            </p:cNvPr>
            <p:cNvSpPr/>
            <p:nvPr/>
          </p:nvSpPr>
          <p:spPr>
            <a:xfrm flipH="1">
              <a:off x="7515924" y="3642328"/>
              <a:ext cx="25599" cy="33754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A2EEB97D-EDC1-46E4-B83C-357572071FB7}"/>
                </a:ext>
              </a:extLst>
            </p:cNvPr>
            <p:cNvSpPr/>
            <p:nvPr/>
          </p:nvSpPr>
          <p:spPr>
            <a:xfrm flipH="1">
              <a:off x="7627364" y="3748261"/>
              <a:ext cx="25599" cy="2316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D25908EF-2A07-43DB-82EB-213FE0568E54}"/>
                </a:ext>
              </a:extLst>
            </p:cNvPr>
            <p:cNvSpPr/>
            <p:nvPr/>
          </p:nvSpPr>
          <p:spPr>
            <a:xfrm flipH="1">
              <a:off x="7721613" y="3779209"/>
              <a:ext cx="25599" cy="20066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F264B22E-0B6D-46D0-B73A-7A2C4A56736D}"/>
                </a:ext>
              </a:extLst>
            </p:cNvPr>
            <p:cNvSpPr/>
            <p:nvPr/>
          </p:nvSpPr>
          <p:spPr>
            <a:xfrm flipH="1">
              <a:off x="7832182" y="3816173"/>
              <a:ext cx="25599" cy="16369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BFE017F1-DC82-411E-8D5F-08F4112CA2B4}"/>
                </a:ext>
              </a:extLst>
            </p:cNvPr>
            <p:cNvSpPr/>
            <p:nvPr/>
          </p:nvSpPr>
          <p:spPr>
            <a:xfrm flipH="1">
              <a:off x="7943803" y="3832449"/>
              <a:ext cx="25599" cy="147421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3" name="직사각형 212">
              <a:extLst>
                <a:ext uri="{FF2B5EF4-FFF2-40B4-BE49-F238E27FC236}">
                  <a16:creationId xmlns:a16="http://schemas.microsoft.com/office/drawing/2014/main" id="{CDA0A8FC-52A3-43D6-95DC-99B91FBFBBEA}"/>
                </a:ext>
              </a:extLst>
            </p:cNvPr>
            <p:cNvSpPr/>
            <p:nvPr/>
          </p:nvSpPr>
          <p:spPr>
            <a:xfrm flipH="1">
              <a:off x="8062603" y="3890100"/>
              <a:ext cx="25599" cy="8977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44D6EB47-1A63-4119-98A8-B2CF1E17657C}"/>
                </a:ext>
              </a:extLst>
            </p:cNvPr>
            <p:cNvSpPr/>
            <p:nvPr/>
          </p:nvSpPr>
          <p:spPr>
            <a:xfrm>
              <a:off x="6298167" y="3934317"/>
              <a:ext cx="24000" cy="4555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8E48E2BA-E7D7-45B8-939A-0258798B4214}"/>
                </a:ext>
              </a:extLst>
            </p:cNvPr>
            <p:cNvSpPr/>
            <p:nvPr/>
          </p:nvSpPr>
          <p:spPr>
            <a:xfrm>
              <a:off x="7010353" y="3634014"/>
              <a:ext cx="24000" cy="34585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38B6B327-9771-4F5C-BC9C-418C2B22EA63}"/>
                </a:ext>
              </a:extLst>
            </p:cNvPr>
            <p:cNvSpPr/>
            <p:nvPr/>
          </p:nvSpPr>
          <p:spPr>
            <a:xfrm>
              <a:off x="6906701" y="3697438"/>
              <a:ext cx="24000" cy="282432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99F1887D-40CE-4575-8783-EDD71320761C}"/>
                </a:ext>
              </a:extLst>
            </p:cNvPr>
            <p:cNvSpPr/>
            <p:nvPr/>
          </p:nvSpPr>
          <p:spPr>
            <a:xfrm>
              <a:off x="6802223" y="3742992"/>
              <a:ext cx="24000" cy="23687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35E7C913-FBBC-4073-864F-4142F5E02599}"/>
                </a:ext>
              </a:extLst>
            </p:cNvPr>
            <p:cNvSpPr/>
            <p:nvPr/>
          </p:nvSpPr>
          <p:spPr>
            <a:xfrm>
              <a:off x="6713863" y="3780069"/>
              <a:ext cx="24000" cy="19980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84DE5CAF-400B-487F-AA0A-E1568B5C33FF}"/>
                </a:ext>
              </a:extLst>
            </p:cNvPr>
            <p:cNvSpPr/>
            <p:nvPr/>
          </p:nvSpPr>
          <p:spPr>
            <a:xfrm>
              <a:off x="6610202" y="3824989"/>
              <a:ext cx="24000" cy="154881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B185482A-BFFA-4862-8201-3F41AC73C5C2}"/>
                </a:ext>
              </a:extLst>
            </p:cNvPr>
            <p:cNvSpPr/>
            <p:nvPr/>
          </p:nvSpPr>
          <p:spPr>
            <a:xfrm>
              <a:off x="6505555" y="3870542"/>
              <a:ext cx="24000" cy="109328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ACC3F0D-E4B2-4F19-B004-2AB700E4F7EC}"/>
                </a:ext>
              </a:extLst>
            </p:cNvPr>
            <p:cNvSpPr/>
            <p:nvPr/>
          </p:nvSpPr>
          <p:spPr>
            <a:xfrm>
              <a:off x="6394178" y="3888763"/>
              <a:ext cx="24000" cy="911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E86EABBB-2F84-4AD5-9644-0E97776117CD}"/>
                </a:ext>
              </a:extLst>
            </p:cNvPr>
            <p:cNvSpPr/>
            <p:nvPr/>
          </p:nvSpPr>
          <p:spPr>
            <a:xfrm>
              <a:off x="7114258" y="3578954"/>
              <a:ext cx="24000" cy="40091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EBCB32F4-DC20-499B-827C-4365BE801D42}"/>
                </a:ext>
              </a:extLst>
            </p:cNvPr>
            <p:cNvSpPr/>
            <p:nvPr/>
          </p:nvSpPr>
          <p:spPr>
            <a:xfrm>
              <a:off x="8266737" y="3934317"/>
              <a:ext cx="23583" cy="45553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7FE038FE-87FC-49FB-9EE1-0D21D6BD5003}"/>
                </a:ext>
              </a:extLst>
            </p:cNvPr>
            <p:cNvSpPr/>
            <p:nvPr/>
          </p:nvSpPr>
          <p:spPr>
            <a:xfrm>
              <a:off x="8361078" y="3888763"/>
              <a:ext cx="23583" cy="911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2E05A0CE-DFA1-43CC-A26C-17B987E8A0E2}"/>
              </a:ext>
            </a:extLst>
          </p:cNvPr>
          <p:cNvCxnSpPr>
            <a:cxnSpLocks/>
          </p:cNvCxnSpPr>
          <p:nvPr/>
        </p:nvCxnSpPr>
        <p:spPr>
          <a:xfrm>
            <a:off x="6263707" y="3327302"/>
            <a:ext cx="2412749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8E3B727-A5B1-46C0-9865-258F8E4CA39C}"/>
              </a:ext>
            </a:extLst>
          </p:cNvPr>
          <p:cNvSpPr txBox="1"/>
          <p:nvPr/>
        </p:nvSpPr>
        <p:spPr>
          <a:xfrm>
            <a:off x="6178209" y="2440053"/>
            <a:ext cx="9860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bg1"/>
                </a:solidFill>
              </a:rPr>
              <a:t>시간대 별 발전량</a:t>
            </a:r>
          </a:p>
        </p:txBody>
      </p:sp>
      <p:sp>
        <p:nvSpPr>
          <p:cNvPr id="236" name="AutoShape 182">
            <a:extLst>
              <a:ext uri="{FF2B5EF4-FFF2-40B4-BE49-F238E27FC236}">
                <a16:creationId xmlns:a16="http://schemas.microsoft.com/office/drawing/2014/main" id="{92BD7031-A91D-4911-A5C6-3AAEB077106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60363" y="4176376"/>
            <a:ext cx="2474453" cy="1772874"/>
          </a:xfrm>
          <a:prstGeom prst="roundRect">
            <a:avLst>
              <a:gd name="adj" fmla="val 1769"/>
            </a:avLst>
          </a:prstGeom>
          <a:solidFill>
            <a:srgbClr val="262645"/>
          </a:solidFill>
          <a:ln w="3175">
            <a:solidFill>
              <a:schemeClr val="bg1"/>
            </a:solidFill>
          </a:ln>
        </p:spPr>
        <p:txBody>
          <a:bodyPr wrap="none" anchor="ctr"/>
          <a:lstStyle/>
          <a:p>
            <a:pPr latinLnBrk="1"/>
            <a:endParaRPr lang="ko-KR" altLang="en-US" dirty="0"/>
          </a:p>
        </p:txBody>
      </p: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CCA9A2CD-D04C-4334-8DDF-F894A22E3E13}"/>
              </a:ext>
            </a:extLst>
          </p:cNvPr>
          <p:cNvCxnSpPr>
            <a:cxnSpLocks/>
          </p:cNvCxnSpPr>
          <p:nvPr/>
        </p:nvCxnSpPr>
        <p:spPr>
          <a:xfrm>
            <a:off x="6402882" y="4384269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TextBox 249">
            <a:extLst>
              <a:ext uri="{FF2B5EF4-FFF2-40B4-BE49-F238E27FC236}">
                <a16:creationId xmlns:a16="http://schemas.microsoft.com/office/drawing/2014/main" id="{52D7CCF3-C7D4-40E1-8A0A-587E7D8E7BAE}"/>
              </a:ext>
            </a:extLst>
          </p:cNvPr>
          <p:cNvSpPr txBox="1"/>
          <p:nvPr/>
        </p:nvSpPr>
        <p:spPr>
          <a:xfrm>
            <a:off x="6367400" y="4212065"/>
            <a:ext cx="7090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오늘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DFC9047-D872-47F1-935B-E27EB2458E0F}"/>
              </a:ext>
            </a:extLst>
          </p:cNvPr>
          <p:cNvSpPr txBox="1"/>
          <p:nvPr/>
        </p:nvSpPr>
        <p:spPr>
          <a:xfrm>
            <a:off x="7494445" y="4212065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kWh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70B543-8956-4732-8176-F26D64993DDA}"/>
              </a:ext>
            </a:extLst>
          </p:cNvPr>
          <p:cNvSpPr txBox="1"/>
          <p:nvPr/>
        </p:nvSpPr>
        <p:spPr>
          <a:xfrm>
            <a:off x="8218435" y="4212065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254A66D-7020-4D6E-9F1B-A18A63F6A41E}"/>
              </a:ext>
            </a:extLst>
          </p:cNvPr>
          <p:cNvGrpSpPr/>
          <p:nvPr/>
        </p:nvGrpSpPr>
        <p:grpSpPr>
          <a:xfrm>
            <a:off x="6632423" y="4384269"/>
            <a:ext cx="418353" cy="417836"/>
            <a:chOff x="6331547" y="4800436"/>
            <a:chExt cx="418353" cy="417836"/>
          </a:xfrm>
        </p:grpSpPr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97E394EF-B90A-44C5-955A-B941F6E3DB4B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7655BE92-5434-4F0A-94A1-1F3F4AEF4E00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55" name="TextBox 254">
              <a:extLst>
                <a:ext uri="{FF2B5EF4-FFF2-40B4-BE49-F238E27FC236}">
                  <a16:creationId xmlns:a16="http://schemas.microsoft.com/office/drawing/2014/main" id="{7D2331B0-6169-4AC8-AD90-A4840103E5E9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>
                  <a:solidFill>
                    <a:schemeClr val="bg1"/>
                  </a:solidFill>
                </a:rPr>
                <a:t>차액</a:t>
              </a: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1D858EED-D900-4D53-8BEA-ACB3F502EC84}"/>
              </a:ext>
            </a:extLst>
          </p:cNvPr>
          <p:cNvGrpSpPr/>
          <p:nvPr/>
        </p:nvGrpSpPr>
        <p:grpSpPr>
          <a:xfrm>
            <a:off x="7409660" y="4384269"/>
            <a:ext cx="546716" cy="417836"/>
            <a:chOff x="6331547" y="4800436"/>
            <a:chExt cx="418353" cy="417836"/>
          </a:xfrm>
        </p:grpSpPr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07049415-21D6-4609-87E2-E79B72C56834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1,350.5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B8E4AD24-A210-4985-8EE7-053CFFA8DDC4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850.5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E576F084-45EA-485C-97B5-6C2F0125754E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-500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6FE918BA-67BA-4D64-992F-9BD0F7510396}"/>
              </a:ext>
            </a:extLst>
          </p:cNvPr>
          <p:cNvGrpSpPr/>
          <p:nvPr/>
        </p:nvGrpSpPr>
        <p:grpSpPr>
          <a:xfrm>
            <a:off x="8197832" y="4384269"/>
            <a:ext cx="418353" cy="417836"/>
            <a:chOff x="6331547" y="4800436"/>
            <a:chExt cx="418353" cy="417836"/>
          </a:xfrm>
        </p:grpSpPr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5B47FA78-E0EF-427F-A152-BC555E8C0DC6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8.6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870C875D-E4A6-4140-9FD9-4B846FF65827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10.7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E28C3C86-4139-48BE-AB80-48254B517557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83" name="직선 연결선 282">
            <a:extLst>
              <a:ext uri="{FF2B5EF4-FFF2-40B4-BE49-F238E27FC236}">
                <a16:creationId xmlns:a16="http://schemas.microsoft.com/office/drawing/2014/main" id="{41052B01-A87D-4523-9C2D-4E15B5943919}"/>
              </a:ext>
            </a:extLst>
          </p:cNvPr>
          <p:cNvCxnSpPr>
            <a:cxnSpLocks/>
          </p:cNvCxnSpPr>
          <p:nvPr/>
        </p:nvCxnSpPr>
        <p:spPr>
          <a:xfrm>
            <a:off x="6402882" y="4964458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TextBox 283">
            <a:extLst>
              <a:ext uri="{FF2B5EF4-FFF2-40B4-BE49-F238E27FC236}">
                <a16:creationId xmlns:a16="http://schemas.microsoft.com/office/drawing/2014/main" id="{ECE04DF6-334C-4E0A-BF48-E2A955B75CA7}"/>
              </a:ext>
            </a:extLst>
          </p:cNvPr>
          <p:cNvSpPr txBox="1"/>
          <p:nvPr/>
        </p:nvSpPr>
        <p:spPr>
          <a:xfrm>
            <a:off x="6367400" y="4792254"/>
            <a:ext cx="7968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>
                <a:solidFill>
                  <a:schemeClr val="bg1"/>
                </a:solidFill>
              </a:rPr>
              <a:t>이번달</a:t>
            </a:r>
            <a:r>
              <a:rPr lang="ko-KR" altLang="en-US" sz="600" dirty="0">
                <a:solidFill>
                  <a:schemeClr val="bg1"/>
                </a:solidFill>
              </a:rPr>
              <a:t>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AD4CD7E1-D345-4258-8CF6-8E73034B6077}"/>
              </a:ext>
            </a:extLst>
          </p:cNvPr>
          <p:cNvSpPr txBox="1"/>
          <p:nvPr/>
        </p:nvSpPr>
        <p:spPr>
          <a:xfrm>
            <a:off x="7494445" y="479225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MWh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39F9F598-4586-4FBB-ABB2-21F3479FB491}"/>
              </a:ext>
            </a:extLst>
          </p:cNvPr>
          <p:cNvSpPr txBox="1"/>
          <p:nvPr/>
        </p:nvSpPr>
        <p:spPr>
          <a:xfrm>
            <a:off x="8218435" y="479225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9A3192E6-AE7A-4784-8F58-91EBF75AD032}"/>
              </a:ext>
            </a:extLst>
          </p:cNvPr>
          <p:cNvGrpSpPr/>
          <p:nvPr/>
        </p:nvGrpSpPr>
        <p:grpSpPr>
          <a:xfrm>
            <a:off x="6632423" y="4964458"/>
            <a:ext cx="418353" cy="417836"/>
            <a:chOff x="6331547" y="4800436"/>
            <a:chExt cx="418353" cy="417836"/>
          </a:xfrm>
        </p:grpSpPr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FA70A35B-A937-484D-9B15-0D951245E315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03B20DCE-F895-4A9A-94AE-4107D018A165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11D5A325-CEB5-4CBF-A4F3-C2481F307B1C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차액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039118F4-B073-4193-99B1-E4EDBFC8E3B2}"/>
              </a:ext>
            </a:extLst>
          </p:cNvPr>
          <p:cNvGrpSpPr/>
          <p:nvPr/>
        </p:nvGrpSpPr>
        <p:grpSpPr>
          <a:xfrm>
            <a:off x="7409660" y="4964458"/>
            <a:ext cx="546716" cy="417836"/>
            <a:chOff x="6331547" y="4800436"/>
            <a:chExt cx="418353" cy="417836"/>
          </a:xfrm>
        </p:grpSpPr>
        <p:sp>
          <p:nvSpPr>
            <p:cNvPr id="292" name="TextBox 291">
              <a:extLst>
                <a:ext uri="{FF2B5EF4-FFF2-40B4-BE49-F238E27FC236}">
                  <a16:creationId xmlns:a16="http://schemas.microsoft.com/office/drawing/2014/main" id="{55099726-B1E8-423B-B8E4-0A6A4054F228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8.9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00692847-ED87-43F2-9099-A7112BE8153B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9DCE81FA-FE99-4529-8C4E-84ED2CDDCB51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3.2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96194F93-B5D0-4646-BED4-F32C4C997E5A}"/>
              </a:ext>
            </a:extLst>
          </p:cNvPr>
          <p:cNvGrpSpPr/>
          <p:nvPr/>
        </p:nvGrpSpPr>
        <p:grpSpPr>
          <a:xfrm>
            <a:off x="8197832" y="4964458"/>
            <a:ext cx="418353" cy="417836"/>
            <a:chOff x="6331547" y="4800436"/>
            <a:chExt cx="418353" cy="417836"/>
          </a:xfrm>
        </p:grpSpPr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5876CE20-F1E5-462A-8707-55F696E945E0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65.2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7F74AE4E-DB28-4AB8-8735-FC478C1C8265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130.1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98" name="TextBox 297">
              <a:extLst>
                <a:ext uri="{FF2B5EF4-FFF2-40B4-BE49-F238E27FC236}">
                  <a16:creationId xmlns:a16="http://schemas.microsoft.com/office/drawing/2014/main" id="{3627A6BA-3454-4146-B93F-05CA68066CA7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64.9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99" name="직선 연결선 298">
            <a:extLst>
              <a:ext uri="{FF2B5EF4-FFF2-40B4-BE49-F238E27FC236}">
                <a16:creationId xmlns:a16="http://schemas.microsoft.com/office/drawing/2014/main" id="{911FEBBC-FC56-4683-A07C-9B9DB21FB0F5}"/>
              </a:ext>
            </a:extLst>
          </p:cNvPr>
          <p:cNvCxnSpPr>
            <a:cxnSpLocks/>
          </p:cNvCxnSpPr>
          <p:nvPr/>
        </p:nvCxnSpPr>
        <p:spPr>
          <a:xfrm>
            <a:off x="6402882" y="5535278"/>
            <a:ext cx="216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extBox 299">
            <a:extLst>
              <a:ext uri="{FF2B5EF4-FFF2-40B4-BE49-F238E27FC236}">
                <a16:creationId xmlns:a16="http://schemas.microsoft.com/office/drawing/2014/main" id="{9E9BCFA8-F83E-4142-8E92-1B817AA46B93}"/>
              </a:ext>
            </a:extLst>
          </p:cNvPr>
          <p:cNvSpPr txBox="1"/>
          <p:nvPr/>
        </p:nvSpPr>
        <p:spPr>
          <a:xfrm>
            <a:off x="6341968" y="5363074"/>
            <a:ext cx="79688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</a:rPr>
              <a:t>올해 충</a:t>
            </a:r>
            <a:r>
              <a:rPr lang="en-US" altLang="ko-KR" sz="600" dirty="0">
                <a:solidFill>
                  <a:schemeClr val="bg1"/>
                </a:solidFill>
              </a:rPr>
              <a:t>/</a:t>
            </a:r>
            <a:r>
              <a:rPr lang="ko-KR" altLang="en-US" sz="600" dirty="0" err="1">
                <a:solidFill>
                  <a:schemeClr val="bg1"/>
                </a:solidFill>
              </a:rPr>
              <a:t>방전량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058D7D0A-18BA-4F09-9F30-892654A1D1FD}"/>
              </a:ext>
            </a:extLst>
          </p:cNvPr>
          <p:cNvSpPr txBox="1"/>
          <p:nvPr/>
        </p:nvSpPr>
        <p:spPr>
          <a:xfrm>
            <a:off x="7469013" y="536307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MWh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BC86AD1E-11C8-4C60-9295-F1755989287E}"/>
              </a:ext>
            </a:extLst>
          </p:cNvPr>
          <p:cNvSpPr txBox="1"/>
          <p:nvPr/>
        </p:nvSpPr>
        <p:spPr>
          <a:xfrm>
            <a:off x="8193003" y="5363074"/>
            <a:ext cx="3771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만원</a:t>
            </a:r>
          </a:p>
        </p:txBody>
      </p: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73539193-9ACF-43D1-B0CF-65160A07C524}"/>
              </a:ext>
            </a:extLst>
          </p:cNvPr>
          <p:cNvGrpSpPr/>
          <p:nvPr/>
        </p:nvGrpSpPr>
        <p:grpSpPr>
          <a:xfrm>
            <a:off x="6606991" y="5535278"/>
            <a:ext cx="418353" cy="417836"/>
            <a:chOff x="6331547" y="4800436"/>
            <a:chExt cx="418353" cy="417836"/>
          </a:xfrm>
        </p:grpSpPr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5396FD45-AFCE-45A7-88EF-403916F405B4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0AC63B0E-AA68-4053-A9A2-333CC5690AFD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 dirty="0" err="1">
                  <a:solidFill>
                    <a:schemeClr val="bg1"/>
                  </a:solidFill>
                </a:rPr>
                <a:t>방전량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E58744F1-9E58-4589-BE81-BC5AE3AC3796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600">
                  <a:solidFill>
                    <a:schemeClr val="bg1"/>
                  </a:solidFill>
                </a:rPr>
                <a:t>차액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DF723356-AFB7-4B50-8085-5F4EF795A4BF}"/>
              </a:ext>
            </a:extLst>
          </p:cNvPr>
          <p:cNvGrpSpPr/>
          <p:nvPr/>
        </p:nvGrpSpPr>
        <p:grpSpPr>
          <a:xfrm>
            <a:off x="7384228" y="5535278"/>
            <a:ext cx="546716" cy="417836"/>
            <a:chOff x="6331547" y="4800436"/>
            <a:chExt cx="418353" cy="417836"/>
          </a:xfrm>
        </p:grpSpPr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235F8015-21AB-44C6-B2A8-237119610DED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58.9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A5DB8234-93C5-443F-9D35-ED84CD68B68B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192.1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8105C910-CB9F-4E3B-9866-6E5CA47478B3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133.2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1" name="그룹 310">
            <a:extLst>
              <a:ext uri="{FF2B5EF4-FFF2-40B4-BE49-F238E27FC236}">
                <a16:creationId xmlns:a16="http://schemas.microsoft.com/office/drawing/2014/main" id="{29C5F358-0616-4BB2-BF6A-0C0BFAF2C4FB}"/>
              </a:ext>
            </a:extLst>
          </p:cNvPr>
          <p:cNvGrpSpPr/>
          <p:nvPr/>
        </p:nvGrpSpPr>
        <p:grpSpPr>
          <a:xfrm>
            <a:off x="8172400" y="5535278"/>
            <a:ext cx="418353" cy="417836"/>
            <a:chOff x="6331547" y="4800436"/>
            <a:chExt cx="418353" cy="417836"/>
          </a:xfrm>
        </p:grpSpPr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2265B189-9E37-46E0-A690-039CBCC3D9DC}"/>
                </a:ext>
              </a:extLst>
            </p:cNvPr>
            <p:cNvSpPr txBox="1"/>
            <p:nvPr/>
          </p:nvSpPr>
          <p:spPr>
            <a:xfrm>
              <a:off x="6331547" y="480043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665.2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3" name="TextBox 312">
              <a:extLst>
                <a:ext uri="{FF2B5EF4-FFF2-40B4-BE49-F238E27FC236}">
                  <a16:creationId xmlns:a16="http://schemas.microsoft.com/office/drawing/2014/main" id="{3B9AE02A-2406-4604-A614-0F10B719F393}"/>
                </a:ext>
              </a:extLst>
            </p:cNvPr>
            <p:cNvSpPr txBox="1"/>
            <p:nvPr/>
          </p:nvSpPr>
          <p:spPr>
            <a:xfrm>
              <a:off x="6331547" y="491702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1130.1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2F3B2C65-8CAA-40CD-96CB-3DEFFE1ED3A3}"/>
                </a:ext>
              </a:extLst>
            </p:cNvPr>
            <p:cNvSpPr txBox="1"/>
            <p:nvPr/>
          </p:nvSpPr>
          <p:spPr>
            <a:xfrm>
              <a:off x="6331547" y="5033606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464.9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15" name="그림 314">
            <a:extLst>
              <a:ext uri="{FF2B5EF4-FFF2-40B4-BE49-F238E27FC236}">
                <a16:creationId xmlns:a16="http://schemas.microsoft.com/office/drawing/2014/main" id="{5AB8AD6B-1118-4EC4-898C-CAA2290A9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289" y="5262128"/>
            <a:ext cx="2540384" cy="734448"/>
          </a:xfrm>
          <a:prstGeom prst="rect">
            <a:avLst/>
          </a:prstGeom>
        </p:spPr>
      </p:pic>
      <p:grpSp>
        <p:nvGrpSpPr>
          <p:cNvPr id="1024" name="그룹 1023">
            <a:extLst>
              <a:ext uri="{FF2B5EF4-FFF2-40B4-BE49-F238E27FC236}">
                <a16:creationId xmlns:a16="http://schemas.microsoft.com/office/drawing/2014/main" id="{D3162809-6ED1-4098-96D6-5A23782D3AB8}"/>
              </a:ext>
            </a:extLst>
          </p:cNvPr>
          <p:cNvGrpSpPr/>
          <p:nvPr/>
        </p:nvGrpSpPr>
        <p:grpSpPr>
          <a:xfrm>
            <a:off x="5113144" y="3619242"/>
            <a:ext cx="500020" cy="169277"/>
            <a:chOff x="5008084" y="3585093"/>
            <a:chExt cx="500020" cy="169277"/>
          </a:xfrm>
        </p:grpSpPr>
        <p:cxnSp>
          <p:nvCxnSpPr>
            <p:cNvPr id="328" name="직선 연결선 327">
              <a:extLst>
                <a:ext uri="{FF2B5EF4-FFF2-40B4-BE49-F238E27FC236}">
                  <a16:creationId xmlns:a16="http://schemas.microsoft.com/office/drawing/2014/main" id="{4AC86DF7-9AB8-4715-8865-F74ABAD72A86}"/>
                </a:ext>
              </a:extLst>
            </p:cNvPr>
            <p:cNvCxnSpPr>
              <a:cxnSpLocks/>
            </p:cNvCxnSpPr>
            <p:nvPr/>
          </p:nvCxnSpPr>
          <p:spPr>
            <a:xfrm>
              <a:off x="5008084" y="3669731"/>
              <a:ext cx="108000" cy="0"/>
            </a:xfrm>
            <a:prstGeom prst="line">
              <a:avLst/>
            </a:prstGeom>
            <a:ln w="95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직사각형 328">
              <a:extLst>
                <a:ext uri="{FF2B5EF4-FFF2-40B4-BE49-F238E27FC236}">
                  <a16:creationId xmlns:a16="http://schemas.microsoft.com/office/drawing/2014/main" id="{1E02F68A-7E59-4577-8A92-5B8001F13357}"/>
                </a:ext>
              </a:extLst>
            </p:cNvPr>
            <p:cNvSpPr/>
            <p:nvPr/>
          </p:nvSpPr>
          <p:spPr>
            <a:xfrm>
              <a:off x="5044076" y="3585093"/>
              <a:ext cx="4640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현재 부하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2301EFE9-B2C2-40B0-9B45-3DB732A26A5B}"/>
              </a:ext>
            </a:extLst>
          </p:cNvPr>
          <p:cNvGrpSpPr/>
          <p:nvPr/>
        </p:nvGrpSpPr>
        <p:grpSpPr>
          <a:xfrm>
            <a:off x="5578171" y="3619242"/>
            <a:ext cx="500021" cy="169277"/>
            <a:chOff x="5440131" y="3585093"/>
            <a:chExt cx="500021" cy="169277"/>
          </a:xfrm>
        </p:grpSpPr>
        <p:cxnSp>
          <p:nvCxnSpPr>
            <p:cNvPr id="330" name="직선 연결선 329">
              <a:extLst>
                <a:ext uri="{FF2B5EF4-FFF2-40B4-BE49-F238E27FC236}">
                  <a16:creationId xmlns:a16="http://schemas.microsoft.com/office/drawing/2014/main" id="{E5BDFE34-4E90-482B-BABE-E70591657625}"/>
                </a:ext>
              </a:extLst>
            </p:cNvPr>
            <p:cNvCxnSpPr>
              <a:cxnSpLocks/>
            </p:cNvCxnSpPr>
            <p:nvPr/>
          </p:nvCxnSpPr>
          <p:spPr>
            <a:xfrm>
              <a:off x="5440131" y="3669731"/>
              <a:ext cx="10800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직사각형 330">
              <a:extLst>
                <a:ext uri="{FF2B5EF4-FFF2-40B4-BE49-F238E27FC236}">
                  <a16:creationId xmlns:a16="http://schemas.microsoft.com/office/drawing/2014/main" id="{E1F80EB1-70B7-4437-99AE-5E9AE1CE8833}"/>
                </a:ext>
              </a:extLst>
            </p:cNvPr>
            <p:cNvSpPr/>
            <p:nvPr/>
          </p:nvSpPr>
          <p:spPr>
            <a:xfrm>
              <a:off x="5476123" y="3585093"/>
              <a:ext cx="46402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예측 부하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4FC26DA6-721D-4B73-9E7F-890996D0BD06}"/>
              </a:ext>
            </a:extLst>
          </p:cNvPr>
          <p:cNvGrpSpPr/>
          <p:nvPr/>
        </p:nvGrpSpPr>
        <p:grpSpPr>
          <a:xfrm>
            <a:off x="3415174" y="3619242"/>
            <a:ext cx="652770" cy="169277"/>
            <a:chOff x="3318237" y="3585093"/>
            <a:chExt cx="652770" cy="169277"/>
          </a:xfrm>
        </p:grpSpPr>
        <p:cxnSp>
          <p:nvCxnSpPr>
            <p:cNvPr id="332" name="직선 연결선 331">
              <a:extLst>
                <a:ext uri="{FF2B5EF4-FFF2-40B4-BE49-F238E27FC236}">
                  <a16:creationId xmlns:a16="http://schemas.microsoft.com/office/drawing/2014/main" id="{CC46F902-73DF-49E8-A378-90145F7F31A5}"/>
                </a:ext>
              </a:extLst>
            </p:cNvPr>
            <p:cNvCxnSpPr>
              <a:cxnSpLocks/>
            </p:cNvCxnSpPr>
            <p:nvPr/>
          </p:nvCxnSpPr>
          <p:spPr>
            <a:xfrm>
              <a:off x="3318237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5714C711-EB0C-4061-AB50-8CD228FB9625}"/>
                </a:ext>
              </a:extLst>
            </p:cNvPr>
            <p:cNvSpPr/>
            <p:nvPr/>
          </p:nvSpPr>
          <p:spPr>
            <a:xfrm>
              <a:off x="3368549" y="3585093"/>
              <a:ext cx="60245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한전계약 전력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C9B0EF14-6EAF-4BF5-8498-CA9DFEC91332}"/>
              </a:ext>
            </a:extLst>
          </p:cNvPr>
          <p:cNvGrpSpPr/>
          <p:nvPr/>
        </p:nvGrpSpPr>
        <p:grpSpPr>
          <a:xfrm>
            <a:off x="4032950" y="3619242"/>
            <a:ext cx="626762" cy="169277"/>
            <a:chOff x="3908621" y="3585093"/>
            <a:chExt cx="626762" cy="169277"/>
          </a:xfrm>
        </p:grpSpPr>
        <p:cxnSp>
          <p:nvCxnSpPr>
            <p:cNvPr id="333" name="직선 연결선 332">
              <a:extLst>
                <a:ext uri="{FF2B5EF4-FFF2-40B4-BE49-F238E27FC236}">
                  <a16:creationId xmlns:a16="http://schemas.microsoft.com/office/drawing/2014/main" id="{105F95A1-649F-4AD8-8E29-146864C97428}"/>
                </a:ext>
              </a:extLst>
            </p:cNvPr>
            <p:cNvCxnSpPr>
              <a:cxnSpLocks/>
            </p:cNvCxnSpPr>
            <p:nvPr/>
          </p:nvCxnSpPr>
          <p:spPr>
            <a:xfrm>
              <a:off x="3908621" y="3669731"/>
              <a:ext cx="108000" cy="0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759BDA4-2DBD-47CA-800B-568169A2460A}"/>
                </a:ext>
              </a:extLst>
            </p:cNvPr>
            <p:cNvSpPr/>
            <p:nvPr/>
          </p:nvSpPr>
          <p:spPr>
            <a:xfrm>
              <a:off x="3944613" y="3585093"/>
              <a:ext cx="59077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요금적용 전력</a:t>
              </a:r>
            </a:p>
          </p:txBody>
        </p:sp>
      </p:grpSp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26D7249B-CB22-407B-9810-677CB95DB599}"/>
              </a:ext>
            </a:extLst>
          </p:cNvPr>
          <p:cNvGrpSpPr/>
          <p:nvPr/>
        </p:nvGrpSpPr>
        <p:grpSpPr>
          <a:xfrm>
            <a:off x="4624718" y="3619242"/>
            <a:ext cx="523420" cy="169277"/>
            <a:chOff x="4484685" y="3585093"/>
            <a:chExt cx="523420" cy="169277"/>
          </a:xfrm>
        </p:grpSpPr>
        <p:cxnSp>
          <p:nvCxnSpPr>
            <p:cNvPr id="338" name="직선 연결선 337">
              <a:extLst>
                <a:ext uri="{FF2B5EF4-FFF2-40B4-BE49-F238E27FC236}">
                  <a16:creationId xmlns:a16="http://schemas.microsoft.com/office/drawing/2014/main" id="{883A6E55-34C4-45A8-B274-3CA2D68C93B5}"/>
                </a:ext>
              </a:extLst>
            </p:cNvPr>
            <p:cNvCxnSpPr>
              <a:cxnSpLocks/>
            </p:cNvCxnSpPr>
            <p:nvPr/>
          </p:nvCxnSpPr>
          <p:spPr>
            <a:xfrm>
              <a:off x="4484685" y="3669731"/>
              <a:ext cx="108000" cy="0"/>
            </a:xfrm>
            <a:prstGeom prst="line">
              <a:avLst/>
            </a:prstGeom>
            <a:ln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339" name="직사각형 338">
              <a:extLst>
                <a:ext uri="{FF2B5EF4-FFF2-40B4-BE49-F238E27FC236}">
                  <a16:creationId xmlns:a16="http://schemas.microsoft.com/office/drawing/2014/main" id="{CA300D37-BF19-4CD9-ADC8-0C7F14F46062}"/>
                </a:ext>
              </a:extLst>
            </p:cNvPr>
            <p:cNvSpPr/>
            <p:nvPr/>
          </p:nvSpPr>
          <p:spPr>
            <a:xfrm>
              <a:off x="4520677" y="3585093"/>
              <a:ext cx="487428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00" dirty="0">
                  <a:solidFill>
                    <a:schemeClr val="bg1"/>
                  </a:solidFill>
                </a:rPr>
                <a:t>목표 전력</a:t>
              </a:r>
            </a:p>
          </p:txBody>
        </p:sp>
      </p:grpSp>
      <p:sp>
        <p:nvSpPr>
          <p:cNvPr id="350" name="직사각형 349">
            <a:extLst>
              <a:ext uri="{FF2B5EF4-FFF2-40B4-BE49-F238E27FC236}">
                <a16:creationId xmlns:a16="http://schemas.microsoft.com/office/drawing/2014/main" id="{326C0E9F-B729-49BB-BB61-B6DE399D0AFA}"/>
              </a:ext>
            </a:extLst>
          </p:cNvPr>
          <p:cNvSpPr/>
          <p:nvPr/>
        </p:nvSpPr>
        <p:spPr>
          <a:xfrm>
            <a:off x="7703543" y="1990090"/>
            <a:ext cx="360000" cy="68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1" name="직사각형 350">
            <a:extLst>
              <a:ext uri="{FF2B5EF4-FFF2-40B4-BE49-F238E27FC236}">
                <a16:creationId xmlns:a16="http://schemas.microsoft.com/office/drawing/2014/main" id="{550E4392-BDD3-4354-ACB8-CD2465050FA5}"/>
              </a:ext>
            </a:extLst>
          </p:cNvPr>
          <p:cNvSpPr/>
          <p:nvPr/>
        </p:nvSpPr>
        <p:spPr>
          <a:xfrm>
            <a:off x="7524536" y="2351662"/>
            <a:ext cx="540000" cy="684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63CE122-8C92-484F-840B-451103E33A68}"/>
              </a:ext>
            </a:extLst>
          </p:cNvPr>
          <p:cNvGrpSpPr/>
          <p:nvPr/>
        </p:nvGrpSpPr>
        <p:grpSpPr>
          <a:xfrm>
            <a:off x="3303152" y="5238832"/>
            <a:ext cx="2629878" cy="714282"/>
            <a:chOff x="3315964" y="3933056"/>
            <a:chExt cx="2629878" cy="714282"/>
          </a:xfrm>
        </p:grpSpPr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E6DE84EA-F53C-406B-A1A4-648AD8127AD8}"/>
                </a:ext>
              </a:extLst>
            </p:cNvPr>
            <p:cNvSpPr txBox="1"/>
            <p:nvPr/>
          </p:nvSpPr>
          <p:spPr>
            <a:xfrm>
              <a:off x="3315964" y="3933056"/>
              <a:ext cx="98607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IOE </a:t>
              </a:r>
              <a:r>
                <a:rPr lang="ko-KR" altLang="en-US" sz="800" dirty="0">
                  <a:solidFill>
                    <a:schemeClr val="bg1"/>
                  </a:solidFill>
                </a:rPr>
                <a:t>통신상태</a:t>
              </a:r>
              <a:r>
                <a:rPr lang="en-US" altLang="ko-KR" sz="800" dirty="0">
                  <a:solidFill>
                    <a:schemeClr val="bg1"/>
                  </a:solidFill>
                </a:rPr>
                <a:t> 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5373FABF-B4DA-4DB8-9684-A2B94EE23F93}"/>
                </a:ext>
              </a:extLst>
            </p:cNvPr>
            <p:cNvCxnSpPr>
              <a:cxnSpLocks/>
            </p:cNvCxnSpPr>
            <p:nvPr/>
          </p:nvCxnSpPr>
          <p:spPr>
            <a:xfrm>
              <a:off x="3427007" y="4151328"/>
              <a:ext cx="2518835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7D49EC40-CC5E-4F92-8EBD-E723BC7A9405}"/>
                </a:ext>
              </a:extLst>
            </p:cNvPr>
            <p:cNvSpPr txBox="1"/>
            <p:nvPr/>
          </p:nvSpPr>
          <p:spPr>
            <a:xfrm>
              <a:off x="3599827" y="41697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4E554107-81CE-461D-859C-8BE986564061}"/>
                </a:ext>
              </a:extLst>
            </p:cNvPr>
            <p:cNvSpPr txBox="1"/>
            <p:nvPr/>
          </p:nvSpPr>
          <p:spPr>
            <a:xfrm>
              <a:off x="3599827" y="4310231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6" name="TextBox 355">
              <a:extLst>
                <a:ext uri="{FF2B5EF4-FFF2-40B4-BE49-F238E27FC236}">
                  <a16:creationId xmlns:a16="http://schemas.microsoft.com/office/drawing/2014/main" id="{96E4CC65-4FA4-4F03-8A6F-12D4159C277B}"/>
                </a:ext>
              </a:extLst>
            </p:cNvPr>
            <p:cNvSpPr txBox="1"/>
            <p:nvPr/>
          </p:nvSpPr>
          <p:spPr>
            <a:xfrm>
              <a:off x="3599827" y="446267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IOE_3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grpSp>
          <p:nvGrpSpPr>
            <p:cNvPr id="361" name="그룹 360">
              <a:extLst>
                <a:ext uri="{FF2B5EF4-FFF2-40B4-BE49-F238E27FC236}">
                  <a16:creationId xmlns:a16="http://schemas.microsoft.com/office/drawing/2014/main" id="{B0C53CCA-68F2-418F-B37A-3C2D7CBB54D9}"/>
                </a:ext>
              </a:extLst>
            </p:cNvPr>
            <p:cNvGrpSpPr/>
            <p:nvPr/>
          </p:nvGrpSpPr>
          <p:grpSpPr>
            <a:xfrm>
              <a:off x="4902913" y="4163766"/>
              <a:ext cx="1031096" cy="479666"/>
              <a:chOff x="6331547" y="4770556"/>
              <a:chExt cx="418353" cy="479666"/>
            </a:xfrm>
          </p:grpSpPr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8DEA0415-47C0-4D83-B11C-D1898BE12A7B}"/>
                  </a:ext>
                </a:extLst>
              </p:cNvPr>
              <p:cNvSpPr txBox="1"/>
              <p:nvPr/>
            </p:nvSpPr>
            <p:spPr>
              <a:xfrm>
                <a:off x="6331547" y="4770556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2:39:01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3" name="TextBox 362">
                <a:extLst>
                  <a:ext uri="{FF2B5EF4-FFF2-40B4-BE49-F238E27FC236}">
                    <a16:creationId xmlns:a16="http://schemas.microsoft.com/office/drawing/2014/main" id="{C6B6E684-753E-4D45-A08F-F729A066CF35}"/>
                  </a:ext>
                </a:extLst>
              </p:cNvPr>
              <p:cNvSpPr txBox="1"/>
              <p:nvPr/>
            </p:nvSpPr>
            <p:spPr>
              <a:xfrm>
                <a:off x="6331547" y="4917021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2:39:01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64FF41AA-B5C9-4634-9099-BB7D2E6E1603}"/>
                  </a:ext>
                </a:extLst>
              </p:cNvPr>
              <p:cNvSpPr txBox="1"/>
              <p:nvPr/>
            </p:nvSpPr>
            <p:spPr>
              <a:xfrm>
                <a:off x="6331547" y="5065556"/>
                <a:ext cx="418353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600" dirty="0">
                    <a:solidFill>
                      <a:schemeClr val="bg1"/>
                    </a:solidFill>
                  </a:rPr>
                  <a:t>2018-07-01 1:12:12 PM</a:t>
                </a:r>
                <a:endParaRPr lang="ko-KR" altLang="en-US" sz="6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B0D92DED-E5C5-414A-8E1C-45D690327A92}"/>
                </a:ext>
              </a:extLst>
            </p:cNvPr>
            <p:cNvSpPr txBox="1"/>
            <p:nvPr/>
          </p:nvSpPr>
          <p:spPr>
            <a:xfrm>
              <a:off x="4455403" y="3948445"/>
              <a:ext cx="37714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/>
                  </a:solidFill>
                </a:rPr>
                <a:t>상태</a:t>
              </a:r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96C6EC84-0AFB-49CA-ABEF-5D5CA87A3085}"/>
                </a:ext>
              </a:extLst>
            </p:cNvPr>
            <p:cNvSpPr txBox="1"/>
            <p:nvPr/>
          </p:nvSpPr>
          <p:spPr>
            <a:xfrm>
              <a:off x="5070358" y="3948445"/>
              <a:ext cx="69620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/>
                  </a:solidFill>
                </a:rPr>
                <a:t>상태변경 시간</a:t>
              </a:r>
            </a:p>
          </p:txBody>
        </p:sp>
        <p:grpSp>
          <p:nvGrpSpPr>
            <p:cNvPr id="1035" name="그룹 1034">
              <a:extLst>
                <a:ext uri="{FF2B5EF4-FFF2-40B4-BE49-F238E27FC236}">
                  <a16:creationId xmlns:a16="http://schemas.microsoft.com/office/drawing/2014/main" id="{7A602B55-6E2D-420E-8A43-F9743554D03E}"/>
                </a:ext>
              </a:extLst>
            </p:cNvPr>
            <p:cNvGrpSpPr/>
            <p:nvPr/>
          </p:nvGrpSpPr>
          <p:grpSpPr>
            <a:xfrm>
              <a:off x="4355976" y="4500675"/>
              <a:ext cx="576000" cy="119723"/>
              <a:chOff x="3225171" y="4126528"/>
              <a:chExt cx="465374" cy="119723"/>
            </a:xfrm>
          </p:grpSpPr>
          <p:sp>
            <p:nvSpPr>
              <p:cNvPr id="1031" name="사각형: 둥근 모서리 1030">
                <a:extLst>
                  <a:ext uri="{FF2B5EF4-FFF2-40B4-BE49-F238E27FC236}">
                    <a16:creationId xmlns:a16="http://schemas.microsoft.com/office/drawing/2014/main" id="{474E9FE0-1990-4F79-B693-4C241F3D6C8F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FF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36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FF0066"/>
                    </a:solidFill>
                  </a:rPr>
                  <a:t>Disconnected</a:t>
                </a:r>
                <a:endParaRPr lang="ko-KR" altLang="en-US" sz="500" dirty="0">
                  <a:solidFill>
                    <a:srgbClr val="FF0066"/>
                  </a:solidFill>
                </a:endParaRPr>
              </a:p>
            </p:txBody>
          </p:sp>
          <p:sp>
            <p:nvSpPr>
              <p:cNvPr id="1033" name="타원 1032">
                <a:extLst>
                  <a:ext uri="{FF2B5EF4-FFF2-40B4-BE49-F238E27FC236}">
                    <a16:creationId xmlns:a16="http://schemas.microsoft.com/office/drawing/2014/main" id="{0FE133C8-7FFB-4B72-BCEE-33570C77BC75}"/>
                  </a:ext>
                </a:extLst>
              </p:cNvPr>
              <p:cNvSpPr/>
              <p:nvPr/>
            </p:nvSpPr>
            <p:spPr>
              <a:xfrm>
                <a:off x="3259208" y="4153413"/>
                <a:ext cx="43629" cy="54000"/>
              </a:xfrm>
              <a:prstGeom prst="ellipse">
                <a:avLst/>
              </a:prstGeom>
              <a:solidFill>
                <a:srgbClr val="FF0066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C91BC3BB-82EA-4C85-BE30-A3454D311B0C}"/>
                </a:ext>
              </a:extLst>
            </p:cNvPr>
            <p:cNvGrpSpPr/>
            <p:nvPr/>
          </p:nvGrpSpPr>
          <p:grpSpPr>
            <a:xfrm>
              <a:off x="4355976" y="4349788"/>
              <a:ext cx="576000" cy="119723"/>
              <a:chOff x="3225171" y="4126528"/>
              <a:chExt cx="465374" cy="119723"/>
            </a:xfrm>
          </p:grpSpPr>
          <p:sp>
            <p:nvSpPr>
              <p:cNvPr id="410" name="사각형: 둥근 모서리 409">
                <a:extLst>
                  <a:ext uri="{FF2B5EF4-FFF2-40B4-BE49-F238E27FC236}">
                    <a16:creationId xmlns:a16="http://schemas.microsoft.com/office/drawing/2014/main" id="{7D31AD07-E146-446C-8875-E2C3B52E247B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90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92D050"/>
                    </a:solidFill>
                  </a:rPr>
                  <a:t>Connected</a:t>
                </a:r>
                <a:endParaRPr lang="ko-KR" altLang="en-US" sz="500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11" name="타원 410">
                <a:extLst>
                  <a:ext uri="{FF2B5EF4-FFF2-40B4-BE49-F238E27FC236}">
                    <a16:creationId xmlns:a16="http://schemas.microsoft.com/office/drawing/2014/main" id="{7E464107-49B0-4C99-98A8-D42716C92609}"/>
                  </a:ext>
                </a:extLst>
              </p:cNvPr>
              <p:cNvSpPr/>
              <p:nvPr/>
            </p:nvSpPr>
            <p:spPr>
              <a:xfrm>
                <a:off x="3259209" y="4153413"/>
                <a:ext cx="43629" cy="54000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0AAC3C6D-DAB4-45F2-A51E-F93FD5CDAB3C}"/>
                </a:ext>
              </a:extLst>
            </p:cNvPr>
            <p:cNvGrpSpPr/>
            <p:nvPr/>
          </p:nvGrpSpPr>
          <p:grpSpPr>
            <a:xfrm>
              <a:off x="4355976" y="4198901"/>
              <a:ext cx="576000" cy="119723"/>
              <a:chOff x="3225171" y="4126528"/>
              <a:chExt cx="465374" cy="119723"/>
            </a:xfrm>
          </p:grpSpPr>
          <p:sp>
            <p:nvSpPr>
              <p:cNvPr id="413" name="사각형: 둥근 모서리 412">
                <a:extLst>
                  <a:ext uri="{FF2B5EF4-FFF2-40B4-BE49-F238E27FC236}">
                    <a16:creationId xmlns:a16="http://schemas.microsoft.com/office/drawing/2014/main" id="{5A12A2E8-7E30-4036-910D-EAA5D5F78A66}"/>
                  </a:ext>
                </a:extLst>
              </p:cNvPr>
              <p:cNvSpPr/>
              <p:nvPr/>
            </p:nvSpPr>
            <p:spPr>
              <a:xfrm>
                <a:off x="3225171" y="4126528"/>
                <a:ext cx="465374" cy="119723"/>
              </a:xfrm>
              <a:prstGeom prst="roundRect">
                <a:avLst/>
              </a:prstGeom>
              <a:noFill/>
              <a:ln w="12700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90000" bIns="0" rtlCol="0" anchor="ctr"/>
              <a:lstStyle/>
              <a:p>
                <a:pPr algn="r"/>
                <a:r>
                  <a:rPr lang="en-US" altLang="ko-KR" sz="500" dirty="0">
                    <a:solidFill>
                      <a:srgbClr val="92D050"/>
                    </a:solidFill>
                  </a:rPr>
                  <a:t>Connected</a:t>
                </a:r>
                <a:endParaRPr lang="ko-KR" altLang="en-US" sz="500" dirty="0">
                  <a:solidFill>
                    <a:srgbClr val="92D050"/>
                  </a:solidFill>
                </a:endParaRPr>
              </a:p>
            </p:txBody>
          </p:sp>
          <p:sp>
            <p:nvSpPr>
              <p:cNvPr id="414" name="타원 413">
                <a:extLst>
                  <a:ext uri="{FF2B5EF4-FFF2-40B4-BE49-F238E27FC236}">
                    <a16:creationId xmlns:a16="http://schemas.microsoft.com/office/drawing/2014/main" id="{B5190FA2-FE58-4F48-B515-4515A47EE31D}"/>
                  </a:ext>
                </a:extLst>
              </p:cNvPr>
              <p:cNvSpPr/>
              <p:nvPr/>
            </p:nvSpPr>
            <p:spPr>
              <a:xfrm>
                <a:off x="3259209" y="4153413"/>
                <a:ext cx="43629" cy="54000"/>
              </a:xfrm>
              <a:prstGeom prst="ellipse">
                <a:avLst/>
              </a:prstGeom>
              <a:solidFill>
                <a:srgbClr val="92D050"/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rgbClr val="92D050"/>
                  </a:solidFill>
                </a:endParaRPr>
              </a:p>
            </p:txBody>
          </p:sp>
        </p:grpSp>
      </p:grpSp>
      <p:cxnSp>
        <p:nvCxnSpPr>
          <p:cNvPr id="428" name="직선 연결선 427">
            <a:extLst>
              <a:ext uri="{FF2B5EF4-FFF2-40B4-BE49-F238E27FC236}">
                <a16:creationId xmlns:a16="http://schemas.microsoft.com/office/drawing/2014/main" id="{A2BD2EC5-8EDF-4C32-99EC-DB7BB5DFF4B0}"/>
              </a:ext>
            </a:extLst>
          </p:cNvPr>
          <p:cNvCxnSpPr>
            <a:cxnSpLocks/>
          </p:cNvCxnSpPr>
          <p:nvPr/>
        </p:nvCxnSpPr>
        <p:spPr>
          <a:xfrm>
            <a:off x="3203848" y="1857949"/>
            <a:ext cx="0" cy="414000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1" name="직사각형 430">
            <a:extLst>
              <a:ext uri="{FF2B5EF4-FFF2-40B4-BE49-F238E27FC236}">
                <a16:creationId xmlns:a16="http://schemas.microsoft.com/office/drawing/2014/main" id="{CEBF775B-DE6E-4F49-AEB2-666721D16C6B}"/>
              </a:ext>
            </a:extLst>
          </p:cNvPr>
          <p:cNvSpPr/>
          <p:nvPr/>
        </p:nvSpPr>
        <p:spPr>
          <a:xfrm>
            <a:off x="507011" y="3740921"/>
            <a:ext cx="18205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수익 현황</a:t>
            </a:r>
          </a:p>
        </p:txBody>
      </p:sp>
      <p:graphicFrame>
        <p:nvGraphicFramePr>
          <p:cNvPr id="432" name="표 431">
            <a:extLst>
              <a:ext uri="{FF2B5EF4-FFF2-40B4-BE49-F238E27FC236}">
                <a16:creationId xmlns:a16="http://schemas.microsoft.com/office/drawing/2014/main" id="{F221DEEC-D221-43F4-AE5D-020112FA5F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45568" y="3964957"/>
          <a:ext cx="255069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14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612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72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818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7C964B72-F699-41B3-87AA-CA113F5E89DD}"/>
              </a:ext>
            </a:extLst>
          </p:cNvPr>
          <p:cNvGrpSpPr/>
          <p:nvPr/>
        </p:nvGrpSpPr>
        <p:grpSpPr>
          <a:xfrm>
            <a:off x="823612" y="4521214"/>
            <a:ext cx="114467" cy="310233"/>
            <a:chOff x="1234728" y="4790879"/>
            <a:chExt cx="144016" cy="310233"/>
          </a:xfrm>
        </p:grpSpPr>
        <p:sp>
          <p:nvSpPr>
            <p:cNvPr id="434" name="직사각형 433">
              <a:extLst>
                <a:ext uri="{FF2B5EF4-FFF2-40B4-BE49-F238E27FC236}">
                  <a16:creationId xmlns:a16="http://schemas.microsoft.com/office/drawing/2014/main" id="{B78D41D4-6F9B-4B1F-B721-BB24D7F14A37}"/>
                </a:ext>
              </a:extLst>
            </p:cNvPr>
            <p:cNvSpPr/>
            <p:nvPr/>
          </p:nvSpPr>
          <p:spPr>
            <a:xfrm>
              <a:off x="1234728" y="4836597"/>
              <a:ext cx="144016" cy="26451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5" name="직사각형 434">
              <a:extLst>
                <a:ext uri="{FF2B5EF4-FFF2-40B4-BE49-F238E27FC236}">
                  <a16:creationId xmlns:a16="http://schemas.microsoft.com/office/drawing/2014/main" id="{B1C73D5E-6ACA-4865-8CB3-71143312D6E7}"/>
                </a:ext>
              </a:extLst>
            </p:cNvPr>
            <p:cNvSpPr/>
            <p:nvPr/>
          </p:nvSpPr>
          <p:spPr>
            <a:xfrm>
              <a:off x="1234728" y="4790879"/>
              <a:ext cx="144016" cy="17521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36" name="직사각형 435">
            <a:extLst>
              <a:ext uri="{FF2B5EF4-FFF2-40B4-BE49-F238E27FC236}">
                <a16:creationId xmlns:a16="http://schemas.microsoft.com/office/drawing/2014/main" id="{871C7AAB-605F-4D84-9CE8-FB3360C85C77}"/>
              </a:ext>
            </a:extLst>
          </p:cNvPr>
          <p:cNvSpPr/>
          <p:nvPr/>
        </p:nvSpPr>
        <p:spPr>
          <a:xfrm>
            <a:off x="994969" y="4495006"/>
            <a:ext cx="114467" cy="33644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37" name="그룹 436">
            <a:extLst>
              <a:ext uri="{FF2B5EF4-FFF2-40B4-BE49-F238E27FC236}">
                <a16:creationId xmlns:a16="http://schemas.microsoft.com/office/drawing/2014/main" id="{1EF9215C-371A-49BB-BE4D-073D043046C0}"/>
              </a:ext>
            </a:extLst>
          </p:cNvPr>
          <p:cNvGrpSpPr/>
          <p:nvPr/>
        </p:nvGrpSpPr>
        <p:grpSpPr>
          <a:xfrm>
            <a:off x="1160006" y="4565310"/>
            <a:ext cx="114467" cy="266137"/>
            <a:chOff x="1907704" y="3275281"/>
            <a:chExt cx="288032" cy="535432"/>
          </a:xfrm>
        </p:grpSpPr>
        <p:sp>
          <p:nvSpPr>
            <p:cNvPr id="438" name="직사각형 437">
              <a:extLst>
                <a:ext uri="{FF2B5EF4-FFF2-40B4-BE49-F238E27FC236}">
                  <a16:creationId xmlns:a16="http://schemas.microsoft.com/office/drawing/2014/main" id="{F26ECC88-F688-4E90-A0D7-4ABEA5B1A48E}"/>
                </a:ext>
              </a:extLst>
            </p:cNvPr>
            <p:cNvSpPr/>
            <p:nvPr/>
          </p:nvSpPr>
          <p:spPr>
            <a:xfrm>
              <a:off x="1907704" y="3321001"/>
              <a:ext cx="288032" cy="48971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9" name="직사각형 438">
              <a:extLst>
                <a:ext uri="{FF2B5EF4-FFF2-40B4-BE49-F238E27FC236}">
                  <a16:creationId xmlns:a16="http://schemas.microsoft.com/office/drawing/2014/main" id="{A5D5CF2D-CD6D-4C7D-9084-465A3892AD44}"/>
                </a:ext>
              </a:extLst>
            </p:cNvPr>
            <p:cNvSpPr/>
            <p:nvPr/>
          </p:nvSpPr>
          <p:spPr>
            <a:xfrm>
              <a:off x="1907704" y="3275281"/>
              <a:ext cx="288032" cy="289487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0" name="직사각형 439">
            <a:extLst>
              <a:ext uri="{FF2B5EF4-FFF2-40B4-BE49-F238E27FC236}">
                <a16:creationId xmlns:a16="http://schemas.microsoft.com/office/drawing/2014/main" id="{C9DDE754-3325-4B58-8E09-4839254C81B1}"/>
              </a:ext>
            </a:extLst>
          </p:cNvPr>
          <p:cNvSpPr/>
          <p:nvPr/>
        </p:nvSpPr>
        <p:spPr>
          <a:xfrm>
            <a:off x="1289274" y="4687557"/>
            <a:ext cx="114467" cy="1438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6" name="직사각형 445">
            <a:extLst>
              <a:ext uri="{FF2B5EF4-FFF2-40B4-BE49-F238E27FC236}">
                <a16:creationId xmlns:a16="http://schemas.microsoft.com/office/drawing/2014/main" id="{8CC72A27-D062-4659-A20B-75407950CBB4}"/>
              </a:ext>
            </a:extLst>
          </p:cNvPr>
          <p:cNvSpPr/>
          <p:nvPr/>
        </p:nvSpPr>
        <p:spPr>
          <a:xfrm>
            <a:off x="475933" y="4929265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500" b="1" dirty="0">
                <a:solidFill>
                  <a:srgbClr val="FFC00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447" name="직사각형 446">
            <a:extLst>
              <a:ext uri="{FF2B5EF4-FFF2-40B4-BE49-F238E27FC236}">
                <a16:creationId xmlns:a16="http://schemas.microsoft.com/office/drawing/2014/main" id="{E3ECF995-9CB8-4F12-83C5-D74A8FB0FC3C}"/>
              </a:ext>
            </a:extLst>
          </p:cNvPr>
          <p:cNvSpPr/>
          <p:nvPr/>
        </p:nvSpPr>
        <p:spPr>
          <a:xfrm>
            <a:off x="753539" y="4915601"/>
            <a:ext cx="60696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80,000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8" name="직사각형 447">
            <a:extLst>
              <a:ext uri="{FF2B5EF4-FFF2-40B4-BE49-F238E27FC236}">
                <a16:creationId xmlns:a16="http://schemas.microsoft.com/office/drawing/2014/main" id="{A8D24558-F4AD-4E4F-A0A3-8068DB053CD0}"/>
              </a:ext>
            </a:extLst>
          </p:cNvPr>
          <p:cNvSpPr/>
          <p:nvPr/>
        </p:nvSpPr>
        <p:spPr>
          <a:xfrm>
            <a:off x="1098838" y="4929265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DR</a:t>
            </a:r>
            <a:r>
              <a:rPr lang="ko-KR" altLang="en-US" sz="500" b="1" dirty="0">
                <a:solidFill>
                  <a:srgbClr val="00B0F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6EE38BF5-3A72-48E4-8BA9-BF2390F8238C}"/>
              </a:ext>
            </a:extLst>
          </p:cNvPr>
          <p:cNvSpPr/>
          <p:nvPr/>
        </p:nvSpPr>
        <p:spPr>
          <a:xfrm>
            <a:off x="1364833" y="4915601"/>
            <a:ext cx="598101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36966B20-072A-484B-AAA1-2F378CBFE402}"/>
              </a:ext>
            </a:extLst>
          </p:cNvPr>
          <p:cNvSpPr/>
          <p:nvPr/>
        </p:nvSpPr>
        <p:spPr>
          <a:xfrm>
            <a:off x="2134425" y="4934890"/>
            <a:ext cx="825695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전체 수익</a:t>
            </a:r>
          </a:p>
        </p:txBody>
      </p:sp>
      <p:sp>
        <p:nvSpPr>
          <p:cNvPr id="451" name="직사각형 450">
            <a:extLst>
              <a:ext uri="{FF2B5EF4-FFF2-40B4-BE49-F238E27FC236}">
                <a16:creationId xmlns:a16="http://schemas.microsoft.com/office/drawing/2014/main" id="{FCA66087-7611-49F7-9D41-C19434ED8685}"/>
              </a:ext>
            </a:extLst>
          </p:cNvPr>
          <p:cNvSpPr/>
          <p:nvPr/>
        </p:nvSpPr>
        <p:spPr>
          <a:xfrm>
            <a:off x="2615847" y="4921226"/>
            <a:ext cx="664817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120,000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73" name="표 472">
            <a:extLst>
              <a:ext uri="{FF2B5EF4-FFF2-40B4-BE49-F238E27FC236}">
                <a16:creationId xmlns:a16="http://schemas.microsoft.com/office/drawing/2014/main" id="{2F8534F8-9C45-4FA9-974C-9D28DE2BE4E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780" y="2064211"/>
          <a:ext cx="2547265" cy="1505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92059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dirty="0"/>
                        <a:t>kWh</a:t>
                      </a:r>
                      <a:endParaRPr lang="ko-KR" altLang="en-US" sz="6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4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8949">
                <a:tc>
                  <a:txBody>
                    <a:bodyPr/>
                    <a:lstStyle/>
                    <a:p>
                      <a:pPr algn="ctr" latinLnBrk="1"/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5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5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5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474" name="그룹 473">
            <a:extLst>
              <a:ext uri="{FF2B5EF4-FFF2-40B4-BE49-F238E27FC236}">
                <a16:creationId xmlns:a16="http://schemas.microsoft.com/office/drawing/2014/main" id="{167CB208-C939-468B-9EDA-186F499CC695}"/>
              </a:ext>
            </a:extLst>
          </p:cNvPr>
          <p:cNvGrpSpPr/>
          <p:nvPr/>
        </p:nvGrpSpPr>
        <p:grpSpPr>
          <a:xfrm>
            <a:off x="839944" y="2989971"/>
            <a:ext cx="1526152" cy="367021"/>
            <a:chOff x="1354667" y="3680460"/>
            <a:chExt cx="4732866" cy="586740"/>
          </a:xfrm>
        </p:grpSpPr>
        <p:sp>
          <p:nvSpPr>
            <p:cNvPr id="475" name="자유형 5">
              <a:extLst>
                <a:ext uri="{FF2B5EF4-FFF2-40B4-BE49-F238E27FC236}">
                  <a16:creationId xmlns:a16="http://schemas.microsoft.com/office/drawing/2014/main" id="{31EDAFE0-33E8-4D9E-BACD-F6F5E8E71769}"/>
                </a:ext>
              </a:extLst>
            </p:cNvPr>
            <p:cNvSpPr/>
            <p:nvPr/>
          </p:nvSpPr>
          <p:spPr>
            <a:xfrm>
              <a:off x="2286000" y="3680460"/>
              <a:ext cx="1733550" cy="453390"/>
            </a:xfrm>
            <a:custGeom>
              <a:avLst/>
              <a:gdLst>
                <a:gd name="connsiteX0" fmla="*/ 0 w 1733550"/>
                <a:gd name="connsiteY0" fmla="*/ 171450 h 453390"/>
                <a:gd name="connsiteX1" fmla="*/ 582930 w 1733550"/>
                <a:gd name="connsiteY1" fmla="*/ 430530 h 453390"/>
                <a:gd name="connsiteX2" fmla="*/ 864870 w 1733550"/>
                <a:gd name="connsiteY2" fmla="*/ 453390 h 453390"/>
                <a:gd name="connsiteX3" fmla="*/ 1165860 w 1733550"/>
                <a:gd name="connsiteY3" fmla="*/ 419100 h 453390"/>
                <a:gd name="connsiteX4" fmla="*/ 1482090 w 1733550"/>
                <a:gd name="connsiteY4" fmla="*/ 106680 h 453390"/>
                <a:gd name="connsiteX5" fmla="*/ 1733550 w 1733550"/>
                <a:gd name="connsiteY5" fmla="*/ 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3550" h="453390">
                  <a:moveTo>
                    <a:pt x="0" y="171450"/>
                  </a:moveTo>
                  <a:lnTo>
                    <a:pt x="582930" y="430530"/>
                  </a:lnTo>
                  <a:lnTo>
                    <a:pt x="864870" y="453390"/>
                  </a:lnTo>
                  <a:lnTo>
                    <a:pt x="1165860" y="419100"/>
                  </a:lnTo>
                  <a:lnTo>
                    <a:pt x="1482090" y="106680"/>
                  </a:lnTo>
                  <a:lnTo>
                    <a:pt x="1733550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6" name="자유형 4">
              <a:extLst>
                <a:ext uri="{FF2B5EF4-FFF2-40B4-BE49-F238E27FC236}">
                  <a16:creationId xmlns:a16="http://schemas.microsoft.com/office/drawing/2014/main" id="{F3D077D5-2351-4B33-80D1-CD16D269945E}"/>
                </a:ext>
              </a:extLst>
            </p:cNvPr>
            <p:cNvSpPr/>
            <p:nvPr/>
          </p:nvSpPr>
          <p:spPr>
            <a:xfrm rot="10259621">
              <a:off x="2260738" y="3727732"/>
              <a:ext cx="1757660" cy="90164"/>
            </a:xfrm>
            <a:custGeom>
              <a:avLst/>
              <a:gdLst>
                <a:gd name="connsiteX0" fmla="*/ 0 w 1761066"/>
                <a:gd name="connsiteY0" fmla="*/ 177800 h 228600"/>
                <a:gd name="connsiteX1" fmla="*/ 601133 w 1761066"/>
                <a:gd name="connsiteY1" fmla="*/ 228600 h 228600"/>
                <a:gd name="connsiteX2" fmla="*/ 905933 w 1761066"/>
                <a:gd name="connsiteY2" fmla="*/ 177800 h 228600"/>
                <a:gd name="connsiteX3" fmla="*/ 1159933 w 1761066"/>
                <a:gd name="connsiteY3" fmla="*/ 127000 h 228600"/>
                <a:gd name="connsiteX4" fmla="*/ 1498600 w 1761066"/>
                <a:gd name="connsiteY4" fmla="*/ 59267 h 228600"/>
                <a:gd name="connsiteX5" fmla="*/ 1761066 w 1761066"/>
                <a:gd name="connsiteY5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1066" h="228600">
                  <a:moveTo>
                    <a:pt x="0" y="177800"/>
                  </a:moveTo>
                  <a:lnTo>
                    <a:pt x="601133" y="228600"/>
                  </a:lnTo>
                  <a:lnTo>
                    <a:pt x="905933" y="177800"/>
                  </a:lnTo>
                  <a:lnTo>
                    <a:pt x="1159933" y="127000"/>
                  </a:lnTo>
                  <a:lnTo>
                    <a:pt x="1498600" y="59267"/>
                  </a:lnTo>
                  <a:lnTo>
                    <a:pt x="1761066" y="0"/>
                  </a:lnTo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자유형 7">
              <a:extLst>
                <a:ext uri="{FF2B5EF4-FFF2-40B4-BE49-F238E27FC236}">
                  <a16:creationId xmlns:a16="http://schemas.microsoft.com/office/drawing/2014/main" id="{4131A876-5876-4422-A47C-627DA3DA80CE}"/>
                </a:ext>
              </a:extLst>
            </p:cNvPr>
            <p:cNvSpPr/>
            <p:nvPr/>
          </p:nvSpPr>
          <p:spPr>
            <a:xfrm>
              <a:off x="4023360" y="3699510"/>
              <a:ext cx="2049780" cy="567690"/>
            </a:xfrm>
            <a:custGeom>
              <a:avLst/>
              <a:gdLst>
                <a:gd name="connsiteX0" fmla="*/ 0 w 2049780"/>
                <a:gd name="connsiteY0" fmla="*/ 0 h 567690"/>
                <a:gd name="connsiteX1" fmla="*/ 331470 w 2049780"/>
                <a:gd name="connsiteY1" fmla="*/ 60960 h 567690"/>
                <a:gd name="connsiteX2" fmla="*/ 640080 w 2049780"/>
                <a:gd name="connsiteY2" fmla="*/ 220980 h 567690"/>
                <a:gd name="connsiteX3" fmla="*/ 1242060 w 2049780"/>
                <a:gd name="connsiteY3" fmla="*/ 236220 h 567690"/>
                <a:gd name="connsiteX4" fmla="*/ 1684020 w 2049780"/>
                <a:gd name="connsiteY4" fmla="*/ 144780 h 567690"/>
                <a:gd name="connsiteX5" fmla="*/ 2049780 w 2049780"/>
                <a:gd name="connsiteY5" fmla="*/ 19050 h 567690"/>
                <a:gd name="connsiteX6" fmla="*/ 1779270 w 2049780"/>
                <a:gd name="connsiteY6" fmla="*/ 346710 h 567690"/>
                <a:gd name="connsiteX7" fmla="*/ 1249680 w 2049780"/>
                <a:gd name="connsiteY7" fmla="*/ 567690 h 567690"/>
                <a:gd name="connsiteX8" fmla="*/ 621030 w 2049780"/>
                <a:gd name="connsiteY8" fmla="*/ 563880 h 567690"/>
                <a:gd name="connsiteX9" fmla="*/ 308610 w 2049780"/>
                <a:gd name="connsiteY9" fmla="*/ 419100 h 567690"/>
                <a:gd name="connsiteX10" fmla="*/ 0 w 2049780"/>
                <a:gd name="connsiteY10" fmla="*/ 0 h 567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49780" h="567690">
                  <a:moveTo>
                    <a:pt x="0" y="0"/>
                  </a:moveTo>
                  <a:lnTo>
                    <a:pt x="331470" y="60960"/>
                  </a:lnTo>
                  <a:lnTo>
                    <a:pt x="640080" y="220980"/>
                  </a:lnTo>
                  <a:lnTo>
                    <a:pt x="1242060" y="236220"/>
                  </a:lnTo>
                  <a:lnTo>
                    <a:pt x="1684020" y="144780"/>
                  </a:lnTo>
                  <a:lnTo>
                    <a:pt x="2049780" y="19050"/>
                  </a:lnTo>
                  <a:lnTo>
                    <a:pt x="1779270" y="346710"/>
                  </a:lnTo>
                  <a:lnTo>
                    <a:pt x="1249680" y="567690"/>
                  </a:lnTo>
                  <a:lnTo>
                    <a:pt x="621030" y="563880"/>
                  </a:lnTo>
                  <a:lnTo>
                    <a:pt x="308610" y="41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8" name="자유형 1">
              <a:extLst>
                <a:ext uri="{FF2B5EF4-FFF2-40B4-BE49-F238E27FC236}">
                  <a16:creationId xmlns:a16="http://schemas.microsoft.com/office/drawing/2014/main" id="{031800C9-D736-4006-B7E9-4786AFD6444F}"/>
                </a:ext>
              </a:extLst>
            </p:cNvPr>
            <p:cNvSpPr/>
            <p:nvPr/>
          </p:nvSpPr>
          <p:spPr>
            <a:xfrm>
              <a:off x="1354667" y="3683000"/>
              <a:ext cx="4732866" cy="584200"/>
            </a:xfrm>
            <a:custGeom>
              <a:avLst/>
              <a:gdLst>
                <a:gd name="connsiteX0" fmla="*/ 0 w 4732866"/>
                <a:gd name="connsiteY0" fmla="*/ 330200 h 584200"/>
                <a:gd name="connsiteX1" fmla="*/ 262466 w 4732866"/>
                <a:gd name="connsiteY1" fmla="*/ 169333 h 584200"/>
                <a:gd name="connsiteX2" fmla="*/ 575733 w 4732866"/>
                <a:gd name="connsiteY2" fmla="*/ 279400 h 584200"/>
                <a:gd name="connsiteX3" fmla="*/ 905933 w 4732866"/>
                <a:gd name="connsiteY3" fmla="*/ 169333 h 584200"/>
                <a:gd name="connsiteX4" fmla="*/ 1193800 w 4732866"/>
                <a:gd name="connsiteY4" fmla="*/ 296333 h 584200"/>
                <a:gd name="connsiteX5" fmla="*/ 1507066 w 4732866"/>
                <a:gd name="connsiteY5" fmla="*/ 431800 h 584200"/>
                <a:gd name="connsiteX6" fmla="*/ 1794933 w 4732866"/>
                <a:gd name="connsiteY6" fmla="*/ 457200 h 584200"/>
                <a:gd name="connsiteX7" fmla="*/ 2091266 w 4732866"/>
                <a:gd name="connsiteY7" fmla="*/ 423333 h 584200"/>
                <a:gd name="connsiteX8" fmla="*/ 2413000 w 4732866"/>
                <a:gd name="connsiteY8" fmla="*/ 101600 h 584200"/>
                <a:gd name="connsiteX9" fmla="*/ 2667000 w 4732866"/>
                <a:gd name="connsiteY9" fmla="*/ 0 h 584200"/>
                <a:gd name="connsiteX10" fmla="*/ 2971800 w 4732866"/>
                <a:gd name="connsiteY10" fmla="*/ 431800 h 584200"/>
                <a:gd name="connsiteX11" fmla="*/ 3293533 w 4732866"/>
                <a:gd name="connsiteY11" fmla="*/ 567267 h 584200"/>
                <a:gd name="connsiteX12" fmla="*/ 3615266 w 4732866"/>
                <a:gd name="connsiteY12" fmla="*/ 558800 h 584200"/>
                <a:gd name="connsiteX13" fmla="*/ 3911600 w 4732866"/>
                <a:gd name="connsiteY13" fmla="*/ 584200 h 584200"/>
                <a:gd name="connsiteX14" fmla="*/ 4199466 w 4732866"/>
                <a:gd name="connsiteY14" fmla="*/ 440267 h 584200"/>
                <a:gd name="connsiteX15" fmla="*/ 4453466 w 4732866"/>
                <a:gd name="connsiteY15" fmla="*/ 364067 h 584200"/>
                <a:gd name="connsiteX16" fmla="*/ 4732866 w 4732866"/>
                <a:gd name="connsiteY16" fmla="*/ 16933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32866" h="584200">
                  <a:moveTo>
                    <a:pt x="0" y="330200"/>
                  </a:moveTo>
                  <a:lnTo>
                    <a:pt x="262466" y="169333"/>
                  </a:lnTo>
                  <a:lnTo>
                    <a:pt x="575733" y="279400"/>
                  </a:lnTo>
                  <a:lnTo>
                    <a:pt x="905933" y="169333"/>
                  </a:lnTo>
                  <a:lnTo>
                    <a:pt x="1193800" y="296333"/>
                  </a:lnTo>
                  <a:lnTo>
                    <a:pt x="1507066" y="431800"/>
                  </a:lnTo>
                  <a:lnTo>
                    <a:pt x="1794933" y="457200"/>
                  </a:lnTo>
                  <a:lnTo>
                    <a:pt x="2091266" y="423333"/>
                  </a:lnTo>
                  <a:lnTo>
                    <a:pt x="2413000" y="101600"/>
                  </a:lnTo>
                  <a:lnTo>
                    <a:pt x="2667000" y="0"/>
                  </a:lnTo>
                  <a:lnTo>
                    <a:pt x="2971800" y="431800"/>
                  </a:lnTo>
                  <a:lnTo>
                    <a:pt x="3293533" y="567267"/>
                  </a:lnTo>
                  <a:lnTo>
                    <a:pt x="3615266" y="558800"/>
                  </a:lnTo>
                  <a:lnTo>
                    <a:pt x="3911600" y="584200"/>
                  </a:lnTo>
                  <a:lnTo>
                    <a:pt x="4199466" y="440267"/>
                  </a:lnTo>
                  <a:lnTo>
                    <a:pt x="4453466" y="364067"/>
                  </a:lnTo>
                  <a:lnTo>
                    <a:pt x="4732866" y="16933"/>
                  </a:lnTo>
                </a:path>
              </a:pathLst>
            </a:custGeom>
            <a:ln w="2222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9" name="TextBox 478">
            <a:extLst>
              <a:ext uri="{FF2B5EF4-FFF2-40B4-BE49-F238E27FC236}">
                <a16:creationId xmlns:a16="http://schemas.microsoft.com/office/drawing/2014/main" id="{B9E20F1B-76AB-4030-B0BF-0FA65E260901}"/>
              </a:ext>
            </a:extLst>
          </p:cNvPr>
          <p:cNvSpPr txBox="1"/>
          <p:nvPr/>
        </p:nvSpPr>
        <p:spPr>
          <a:xfrm>
            <a:off x="487833" y="1849760"/>
            <a:ext cx="1013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구성 </a:t>
            </a:r>
            <a:r>
              <a:rPr lang="en-US" altLang="ko-KR" sz="8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ko-KR" altLang="en-US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43" name="그룹 1042">
            <a:extLst>
              <a:ext uri="{FF2B5EF4-FFF2-40B4-BE49-F238E27FC236}">
                <a16:creationId xmlns:a16="http://schemas.microsoft.com/office/drawing/2014/main" id="{6AA38E67-180D-4530-B09E-693416BB02CB}"/>
              </a:ext>
            </a:extLst>
          </p:cNvPr>
          <p:cNvGrpSpPr/>
          <p:nvPr/>
        </p:nvGrpSpPr>
        <p:grpSpPr>
          <a:xfrm>
            <a:off x="777998" y="3528551"/>
            <a:ext cx="2088232" cy="254366"/>
            <a:chOff x="766046" y="3528551"/>
            <a:chExt cx="2088232" cy="254366"/>
          </a:xfrm>
        </p:grpSpPr>
        <p:grpSp>
          <p:nvGrpSpPr>
            <p:cNvPr id="480" name="그룹 479">
              <a:extLst>
                <a:ext uri="{FF2B5EF4-FFF2-40B4-BE49-F238E27FC236}">
                  <a16:creationId xmlns:a16="http://schemas.microsoft.com/office/drawing/2014/main" id="{46D1C422-9D3C-457B-A1F8-EF401B2EDCFE}"/>
                </a:ext>
              </a:extLst>
            </p:cNvPr>
            <p:cNvGrpSpPr/>
            <p:nvPr/>
          </p:nvGrpSpPr>
          <p:grpSpPr>
            <a:xfrm>
              <a:off x="1558134" y="3547722"/>
              <a:ext cx="631876" cy="216024"/>
              <a:chOff x="1187624" y="4744315"/>
              <a:chExt cx="631876" cy="216024"/>
            </a:xfrm>
          </p:grpSpPr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D9CC6030-32AB-4A0F-8105-77FA245344E5}"/>
                  </a:ext>
                </a:extLst>
              </p:cNvPr>
              <p:cNvSpPr/>
              <p:nvPr/>
            </p:nvSpPr>
            <p:spPr>
              <a:xfrm>
                <a:off x="118762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ESS </a:t>
                </a:r>
                <a:r>
                  <a:rPr lang="ko-KR" altLang="en-US" sz="500" b="1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2" name="직사각형 481">
                <a:extLst>
                  <a:ext uri="{FF2B5EF4-FFF2-40B4-BE49-F238E27FC236}">
                    <a16:creationId xmlns:a16="http://schemas.microsoft.com/office/drawing/2014/main" id="{742057B4-A907-4EA8-BC6D-A5518C3F11A9}"/>
                  </a:ext>
                </a:extLst>
              </p:cNvPr>
              <p:cNvSpPr/>
              <p:nvPr/>
            </p:nvSpPr>
            <p:spPr>
              <a:xfrm>
                <a:off x="147565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10%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BF4D68AB-AB84-424A-B9BC-DB5E54EC1C98}"/>
                </a:ext>
              </a:extLst>
            </p:cNvPr>
            <p:cNvGrpSpPr/>
            <p:nvPr/>
          </p:nvGrpSpPr>
          <p:grpSpPr>
            <a:xfrm>
              <a:off x="2278214" y="3528551"/>
              <a:ext cx="576064" cy="254366"/>
              <a:chOff x="1907704" y="4725144"/>
              <a:chExt cx="576064" cy="254366"/>
            </a:xfrm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3DDD6D9B-4E7C-4379-BD38-020DCE661248}"/>
                  </a:ext>
                </a:extLst>
              </p:cNvPr>
              <p:cNvSpPr/>
              <p:nvPr/>
            </p:nvSpPr>
            <p:spPr>
              <a:xfrm>
                <a:off x="1907704" y="4781396"/>
                <a:ext cx="270595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PV </a:t>
                </a:r>
                <a:r>
                  <a:rPr lang="ko-KR" altLang="en-US" sz="500" b="1" dirty="0"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사용</a:t>
                </a:r>
              </a:p>
            </p:txBody>
          </p:sp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51BE330A-469D-4C28-8DBB-8D0DAD6DFD19}"/>
                  </a:ext>
                </a:extLst>
              </p:cNvPr>
              <p:cNvSpPr/>
              <p:nvPr/>
            </p:nvSpPr>
            <p:spPr>
              <a:xfrm>
                <a:off x="2213173" y="4725144"/>
                <a:ext cx="270595" cy="254366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chemeClr val="bg1"/>
                    </a:solidFill>
                    <a:latin typeface="맑은 고딕" pitchFamily="50" charset="-127"/>
                    <a:ea typeface="맑은 고딕" pitchFamily="50" charset="-127"/>
                  </a:rPr>
                  <a:t>9%</a:t>
                </a:r>
                <a:endParaRPr lang="ko-KR" altLang="en-US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486" name="그룹 485">
              <a:extLst>
                <a:ext uri="{FF2B5EF4-FFF2-40B4-BE49-F238E27FC236}">
                  <a16:creationId xmlns:a16="http://schemas.microsoft.com/office/drawing/2014/main" id="{A0C2E0E6-8E6E-4C39-BC63-243296081593}"/>
                </a:ext>
              </a:extLst>
            </p:cNvPr>
            <p:cNvGrpSpPr/>
            <p:nvPr/>
          </p:nvGrpSpPr>
          <p:grpSpPr>
            <a:xfrm>
              <a:off x="766046" y="3547722"/>
              <a:ext cx="703884" cy="216024"/>
              <a:chOff x="395536" y="4744315"/>
              <a:chExt cx="703884" cy="21602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9CEFB3C-E87E-44BB-BBD3-E373D5DA7D4D}"/>
                  </a:ext>
                </a:extLst>
              </p:cNvPr>
              <p:cNvSpPr/>
              <p:nvPr/>
            </p:nvSpPr>
            <p:spPr>
              <a:xfrm>
                <a:off x="395536" y="4781396"/>
                <a:ext cx="356537" cy="14186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500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맑은 고딕" pitchFamily="50" charset="-127"/>
                    <a:ea typeface="맑은 고딕" pitchFamily="50" charset="-127"/>
                  </a:rPr>
                  <a:t>한전 사용</a:t>
                </a:r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DCC09B29-675D-495C-B303-CD106C2A54FB}"/>
                  </a:ext>
                </a:extLst>
              </p:cNvPr>
              <p:cNvSpPr/>
              <p:nvPr/>
            </p:nvSpPr>
            <p:spPr>
              <a:xfrm>
                <a:off x="755576" y="4744315"/>
                <a:ext cx="343844" cy="216024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ko-KR" sz="1000" b="1" dirty="0">
                    <a:solidFill>
                      <a:srgbClr val="FF0000"/>
                    </a:solidFill>
                    <a:latin typeface="맑은 고딕" pitchFamily="50" charset="-127"/>
                    <a:ea typeface="맑은 고딕" pitchFamily="50" charset="-127"/>
                  </a:rPr>
                  <a:t>81%</a:t>
                </a:r>
                <a:endParaRPr lang="ko-KR" altLang="en-US" sz="1000" b="1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A4C89D16-588B-41A7-8391-C28C5E313976}"/>
              </a:ext>
            </a:extLst>
          </p:cNvPr>
          <p:cNvGrpSpPr/>
          <p:nvPr/>
        </p:nvGrpSpPr>
        <p:grpSpPr>
          <a:xfrm>
            <a:off x="1255755" y="2139707"/>
            <a:ext cx="1853801" cy="157480"/>
            <a:chOff x="4632535" y="2929429"/>
            <a:chExt cx="1853801" cy="157480"/>
          </a:xfrm>
        </p:grpSpPr>
        <p:cxnSp>
          <p:nvCxnSpPr>
            <p:cNvPr id="498" name="직선 연결선 497">
              <a:extLst>
                <a:ext uri="{FF2B5EF4-FFF2-40B4-BE49-F238E27FC236}">
                  <a16:creationId xmlns:a16="http://schemas.microsoft.com/office/drawing/2014/main" id="{3D00BBDD-5B83-4846-AE79-60675D6A75B4}"/>
                </a:ext>
              </a:extLst>
            </p:cNvPr>
            <p:cNvCxnSpPr/>
            <p:nvPr/>
          </p:nvCxnSpPr>
          <p:spPr>
            <a:xfrm>
              <a:off x="4632535" y="3015425"/>
              <a:ext cx="149996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9" name="직사각형 498">
              <a:extLst>
                <a:ext uri="{FF2B5EF4-FFF2-40B4-BE49-F238E27FC236}">
                  <a16:creationId xmlns:a16="http://schemas.microsoft.com/office/drawing/2014/main" id="{643C5AC5-7051-4A71-AA9B-7751735D58BB}"/>
                </a:ext>
              </a:extLst>
            </p:cNvPr>
            <p:cNvSpPr/>
            <p:nvPr/>
          </p:nvSpPr>
          <p:spPr>
            <a:xfrm>
              <a:off x="4710713" y="2931990"/>
              <a:ext cx="550418" cy="15491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실제 사용량</a:t>
              </a:r>
            </a:p>
          </p:txBody>
        </p:sp>
        <p:cxnSp>
          <p:nvCxnSpPr>
            <p:cNvPr id="500" name="직선 연결선 499">
              <a:extLst>
                <a:ext uri="{FF2B5EF4-FFF2-40B4-BE49-F238E27FC236}">
                  <a16:creationId xmlns:a16="http://schemas.microsoft.com/office/drawing/2014/main" id="{50F18DFC-D4EE-4F4D-919A-960CDBBB7F11}"/>
                </a:ext>
              </a:extLst>
            </p:cNvPr>
            <p:cNvCxnSpPr/>
            <p:nvPr/>
          </p:nvCxnSpPr>
          <p:spPr>
            <a:xfrm>
              <a:off x="5280128" y="3009449"/>
              <a:ext cx="149996" cy="0"/>
            </a:xfrm>
            <a:prstGeom prst="line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1" name="직사각형 500">
              <a:extLst>
                <a:ext uri="{FF2B5EF4-FFF2-40B4-BE49-F238E27FC236}">
                  <a16:creationId xmlns:a16="http://schemas.microsoft.com/office/drawing/2014/main" id="{38724598-60E3-4E65-9129-F9DD93A10F2D}"/>
                </a:ext>
              </a:extLst>
            </p:cNvPr>
            <p:cNvSpPr/>
            <p:nvPr/>
          </p:nvSpPr>
          <p:spPr>
            <a:xfrm>
              <a:off x="5358305" y="2929429"/>
              <a:ext cx="548985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ESS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  <p:cxnSp>
          <p:nvCxnSpPr>
            <p:cNvPr id="502" name="직선 연결선 501">
              <a:extLst>
                <a:ext uri="{FF2B5EF4-FFF2-40B4-BE49-F238E27FC236}">
                  <a16:creationId xmlns:a16="http://schemas.microsoft.com/office/drawing/2014/main" id="{63D0324A-6260-423A-94F3-F9E6EFC37BCC}"/>
                </a:ext>
              </a:extLst>
            </p:cNvPr>
            <p:cNvCxnSpPr/>
            <p:nvPr/>
          </p:nvCxnSpPr>
          <p:spPr>
            <a:xfrm>
              <a:off x="5905793" y="3009449"/>
              <a:ext cx="149996" cy="0"/>
            </a:xfrm>
            <a:prstGeom prst="lin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D729EFFA-79C8-4355-B1F3-4AB70759F294}"/>
                </a:ext>
              </a:extLst>
            </p:cNvPr>
            <p:cNvSpPr/>
            <p:nvPr/>
          </p:nvSpPr>
          <p:spPr>
            <a:xfrm>
              <a:off x="6000509" y="2929429"/>
              <a:ext cx="485827" cy="14808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PV </a:t>
              </a: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사용량</a:t>
              </a:r>
            </a:p>
          </p:txBody>
        </p:sp>
      </p:grpSp>
      <p:grpSp>
        <p:nvGrpSpPr>
          <p:cNvPr id="504" name="그룹 503">
            <a:extLst>
              <a:ext uri="{FF2B5EF4-FFF2-40B4-BE49-F238E27FC236}">
                <a16:creationId xmlns:a16="http://schemas.microsoft.com/office/drawing/2014/main" id="{D5C8F503-535E-47AB-B100-C4985AF3CB28}"/>
              </a:ext>
            </a:extLst>
          </p:cNvPr>
          <p:cNvGrpSpPr/>
          <p:nvPr/>
        </p:nvGrpSpPr>
        <p:grpSpPr>
          <a:xfrm>
            <a:off x="1475828" y="1819914"/>
            <a:ext cx="1673038" cy="254348"/>
            <a:chOff x="6419190" y="4725153"/>
            <a:chExt cx="1673038" cy="254348"/>
          </a:xfrm>
        </p:grpSpPr>
        <p:sp>
          <p:nvSpPr>
            <p:cNvPr id="505" name="직사각형 504">
              <a:extLst>
                <a:ext uri="{FF2B5EF4-FFF2-40B4-BE49-F238E27FC236}">
                  <a16:creationId xmlns:a16="http://schemas.microsoft.com/office/drawing/2014/main" id="{12EDA300-F348-4188-A499-27A872F47C78}"/>
                </a:ext>
              </a:extLst>
            </p:cNvPr>
            <p:cNvSpPr/>
            <p:nvPr/>
          </p:nvSpPr>
          <p:spPr>
            <a:xfrm>
              <a:off x="7139098" y="4776288"/>
              <a:ext cx="390541" cy="18233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A5587CF6-98C5-43FD-8866-1EE4F2E52488}"/>
                </a:ext>
              </a:extLst>
            </p:cNvPr>
            <p:cNvSpPr/>
            <p:nvPr/>
          </p:nvSpPr>
          <p:spPr>
            <a:xfrm>
              <a:off x="7494198" y="4725153"/>
              <a:ext cx="462178" cy="2543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14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7" name="직사각형 506">
              <a:extLst>
                <a:ext uri="{FF2B5EF4-FFF2-40B4-BE49-F238E27FC236}">
                  <a16:creationId xmlns:a16="http://schemas.microsoft.com/office/drawing/2014/main" id="{FFEBC14C-A3E3-439E-8C30-5F7B44A54666}"/>
                </a:ext>
              </a:extLst>
            </p:cNvPr>
            <p:cNvSpPr/>
            <p:nvPr/>
          </p:nvSpPr>
          <p:spPr>
            <a:xfrm>
              <a:off x="7876204" y="4795451"/>
              <a:ext cx="216024" cy="14401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8" name="직사각형 507">
              <a:extLst>
                <a:ext uri="{FF2B5EF4-FFF2-40B4-BE49-F238E27FC236}">
                  <a16:creationId xmlns:a16="http://schemas.microsoft.com/office/drawing/2014/main" id="{C5B47DF7-3275-43C5-A4D0-B25B380B6996}"/>
                </a:ext>
              </a:extLst>
            </p:cNvPr>
            <p:cNvSpPr/>
            <p:nvPr/>
          </p:nvSpPr>
          <p:spPr>
            <a:xfrm>
              <a:off x="6419190" y="4775713"/>
              <a:ext cx="725954" cy="18235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5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FB4067B1-72CD-480D-85A5-6A68D85FBAF0}"/>
              </a:ext>
            </a:extLst>
          </p:cNvPr>
          <p:cNvGrpSpPr/>
          <p:nvPr/>
        </p:nvGrpSpPr>
        <p:grpSpPr>
          <a:xfrm>
            <a:off x="7892205" y="1416537"/>
            <a:ext cx="943186" cy="181080"/>
            <a:chOff x="5772819" y="420208"/>
            <a:chExt cx="943186" cy="207079"/>
          </a:xfrm>
        </p:grpSpPr>
        <p:sp>
          <p:nvSpPr>
            <p:cNvPr id="511" name="TextBox 510">
              <a:extLst>
                <a:ext uri="{FF2B5EF4-FFF2-40B4-BE49-F238E27FC236}">
                  <a16:creationId xmlns:a16="http://schemas.microsoft.com/office/drawing/2014/main" id="{3D64568B-B001-407C-B4E5-8A205B8A0FD1}"/>
                </a:ext>
              </a:extLst>
            </p:cNvPr>
            <p:cNvSpPr txBox="1"/>
            <p:nvPr/>
          </p:nvSpPr>
          <p:spPr>
            <a:xfrm>
              <a:off x="5772819" y="420208"/>
              <a:ext cx="94318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군관리로 돌아가기</a:t>
              </a:r>
            </a:p>
          </p:txBody>
        </p:sp>
        <p:sp>
          <p:nvSpPr>
            <p:cNvPr id="1045" name="사각형: 둥근 모서리 1044">
              <a:extLst>
                <a:ext uri="{FF2B5EF4-FFF2-40B4-BE49-F238E27FC236}">
                  <a16:creationId xmlns:a16="http://schemas.microsoft.com/office/drawing/2014/main" id="{5850ADCA-97C0-4E39-85B1-6616D9B77623}"/>
                </a:ext>
              </a:extLst>
            </p:cNvPr>
            <p:cNvSpPr/>
            <p:nvPr/>
          </p:nvSpPr>
          <p:spPr>
            <a:xfrm>
              <a:off x="5797598" y="454187"/>
              <a:ext cx="893629" cy="173100"/>
            </a:xfrm>
            <a:prstGeom prst="round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말풍선: 사각형 2">
            <a:extLst>
              <a:ext uri="{FF2B5EF4-FFF2-40B4-BE49-F238E27FC236}">
                <a16:creationId xmlns:a16="http://schemas.microsoft.com/office/drawing/2014/main" id="{81F6D433-C5A6-4EF7-A871-A59CEB8638BA}"/>
              </a:ext>
            </a:extLst>
          </p:cNvPr>
          <p:cNvSpPr/>
          <p:nvPr/>
        </p:nvSpPr>
        <p:spPr>
          <a:xfrm>
            <a:off x="3994177" y="2586304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B791EFF-4D0B-4599-BFFE-E3245F4BA496}"/>
              </a:ext>
            </a:extLst>
          </p:cNvPr>
          <p:cNvSpPr/>
          <p:nvPr/>
        </p:nvSpPr>
        <p:spPr>
          <a:xfrm>
            <a:off x="3414929" y="3893951"/>
            <a:ext cx="599739" cy="307364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8" name="사각형: 둥근 모서리 237">
            <a:extLst>
              <a:ext uri="{FF2B5EF4-FFF2-40B4-BE49-F238E27FC236}">
                <a16:creationId xmlns:a16="http://schemas.microsoft.com/office/drawing/2014/main" id="{3685FE69-CB0D-4204-A3DA-90301D0774BC}"/>
              </a:ext>
            </a:extLst>
          </p:cNvPr>
          <p:cNvSpPr/>
          <p:nvPr/>
        </p:nvSpPr>
        <p:spPr>
          <a:xfrm>
            <a:off x="4065438" y="3901239"/>
            <a:ext cx="599739" cy="29278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사각형: 둥근 모서리 239">
            <a:extLst>
              <a:ext uri="{FF2B5EF4-FFF2-40B4-BE49-F238E27FC236}">
                <a16:creationId xmlns:a16="http://schemas.microsoft.com/office/drawing/2014/main" id="{3EA2D479-7E99-41DA-9C94-4BD75F2FD823}"/>
              </a:ext>
            </a:extLst>
          </p:cNvPr>
          <p:cNvSpPr/>
          <p:nvPr/>
        </p:nvSpPr>
        <p:spPr>
          <a:xfrm>
            <a:off x="4715947" y="3893951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16307DE7-9372-42C7-9FB9-4C7756B334F4}"/>
              </a:ext>
            </a:extLst>
          </p:cNvPr>
          <p:cNvSpPr/>
          <p:nvPr/>
        </p:nvSpPr>
        <p:spPr>
          <a:xfrm>
            <a:off x="5366456" y="3893951"/>
            <a:ext cx="599739" cy="307364"/>
          </a:xfrm>
          <a:prstGeom prst="roundRect">
            <a:avLst/>
          </a:prstGeom>
          <a:solidFill>
            <a:schemeClr val="accent3"/>
          </a:solidFill>
          <a:ln w="190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사각형: 둥근 모서리 241">
            <a:extLst>
              <a:ext uri="{FF2B5EF4-FFF2-40B4-BE49-F238E27FC236}">
                <a16:creationId xmlns:a16="http://schemas.microsoft.com/office/drawing/2014/main" id="{1E837DAE-4E21-470A-B954-186F5A4E3FEF}"/>
              </a:ext>
            </a:extLst>
          </p:cNvPr>
          <p:cNvSpPr/>
          <p:nvPr/>
        </p:nvSpPr>
        <p:spPr>
          <a:xfrm>
            <a:off x="3414929" y="4234478"/>
            <a:ext cx="599739" cy="307364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FBA7B535-11B3-4D05-8D08-69FBFBE07B1D}"/>
              </a:ext>
            </a:extLst>
          </p:cNvPr>
          <p:cNvSpPr/>
          <p:nvPr/>
        </p:nvSpPr>
        <p:spPr>
          <a:xfrm>
            <a:off x="4065438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사각형: 둥근 모서리 243">
            <a:extLst>
              <a:ext uri="{FF2B5EF4-FFF2-40B4-BE49-F238E27FC236}">
                <a16:creationId xmlns:a16="http://schemas.microsoft.com/office/drawing/2014/main" id="{4C1AD86D-29CB-4BFA-B6D3-5398D05EFB67}"/>
              </a:ext>
            </a:extLst>
          </p:cNvPr>
          <p:cNvSpPr/>
          <p:nvPr/>
        </p:nvSpPr>
        <p:spPr>
          <a:xfrm>
            <a:off x="4715947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44A4D227-3715-4EC5-B3E8-B6CA1C2FDE42}"/>
              </a:ext>
            </a:extLst>
          </p:cNvPr>
          <p:cNvSpPr/>
          <p:nvPr/>
        </p:nvSpPr>
        <p:spPr>
          <a:xfrm>
            <a:off x="5366456" y="4234478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E9182581-FF0D-40F0-9AA9-C0806A8A66E5}"/>
              </a:ext>
            </a:extLst>
          </p:cNvPr>
          <p:cNvSpPr txBox="1"/>
          <p:nvPr/>
        </p:nvSpPr>
        <p:spPr>
          <a:xfrm>
            <a:off x="3359817" y="3861048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PCS_1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6730F0DB-B26B-4F5D-838F-EAC5A15F177B}"/>
              </a:ext>
            </a:extLst>
          </p:cNvPr>
          <p:cNvSpPr txBox="1"/>
          <p:nvPr/>
        </p:nvSpPr>
        <p:spPr>
          <a:xfrm>
            <a:off x="3522608" y="3974665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9B3542F8-820E-44CB-9F43-C695421064D1}"/>
              </a:ext>
            </a:extLst>
          </p:cNvPr>
          <p:cNvSpPr txBox="1"/>
          <p:nvPr/>
        </p:nvSpPr>
        <p:spPr>
          <a:xfrm>
            <a:off x="3520866" y="4061449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F4BAD73-1F20-4C4F-A3C2-E8C6C2815EDC}"/>
              </a:ext>
            </a:extLst>
          </p:cNvPr>
          <p:cNvSpPr txBox="1"/>
          <p:nvPr/>
        </p:nvSpPr>
        <p:spPr>
          <a:xfrm>
            <a:off x="3322487" y="3972979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4A67ABDE-8217-46E9-8E8F-2B6A31CDEF18}"/>
              </a:ext>
            </a:extLst>
          </p:cNvPr>
          <p:cNvSpPr txBox="1"/>
          <p:nvPr/>
        </p:nvSpPr>
        <p:spPr>
          <a:xfrm>
            <a:off x="3317273" y="4063424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5F345C2B-ADD4-4930-A564-6341E48F82F1}"/>
              </a:ext>
            </a:extLst>
          </p:cNvPr>
          <p:cNvSpPr txBox="1"/>
          <p:nvPr/>
        </p:nvSpPr>
        <p:spPr>
          <a:xfrm>
            <a:off x="4171398" y="3970424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72675094-0B8D-439D-AEA6-CAF9F37BFD9B}"/>
              </a:ext>
            </a:extLst>
          </p:cNvPr>
          <p:cNvSpPr txBox="1"/>
          <p:nvPr/>
        </p:nvSpPr>
        <p:spPr>
          <a:xfrm>
            <a:off x="4169656" y="4057208"/>
            <a:ext cx="59861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>
                <a:solidFill>
                  <a:schemeClr val="bg1"/>
                </a:solidFill>
              </a:rPr>
              <a:t>458.3 kWh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42DC47A0-EB13-456C-9AD1-6B3713707046}"/>
              </a:ext>
            </a:extLst>
          </p:cNvPr>
          <p:cNvSpPr txBox="1"/>
          <p:nvPr/>
        </p:nvSpPr>
        <p:spPr>
          <a:xfrm>
            <a:off x="3971277" y="3960010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F5B3C624-A0AE-4A79-98A0-DDCF87B627D0}"/>
              </a:ext>
            </a:extLst>
          </p:cNvPr>
          <p:cNvSpPr txBox="1"/>
          <p:nvPr/>
        </p:nvSpPr>
        <p:spPr>
          <a:xfrm>
            <a:off x="3966063" y="4062115"/>
            <a:ext cx="4688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" dirty="0" err="1">
                <a:solidFill>
                  <a:schemeClr val="bg1"/>
                </a:solidFill>
              </a:rPr>
              <a:t>방전량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425C2779-8A1B-49CA-B2C6-C75C0A022F4A}"/>
              </a:ext>
            </a:extLst>
          </p:cNvPr>
          <p:cNvSpPr txBox="1"/>
          <p:nvPr/>
        </p:nvSpPr>
        <p:spPr>
          <a:xfrm>
            <a:off x="4016376" y="3871365"/>
            <a:ext cx="41835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" dirty="0">
                <a:solidFill>
                  <a:schemeClr val="bg1"/>
                </a:solidFill>
              </a:rPr>
              <a:t>PCS_2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DC46DD4-5FF3-431B-95B9-5A8469D62401}"/>
              </a:ext>
            </a:extLst>
          </p:cNvPr>
          <p:cNvGrpSpPr/>
          <p:nvPr/>
        </p:nvGrpSpPr>
        <p:grpSpPr>
          <a:xfrm>
            <a:off x="4613720" y="3861216"/>
            <a:ext cx="805559" cy="374585"/>
            <a:chOff x="4135417" y="5220442"/>
            <a:chExt cx="805559" cy="374585"/>
          </a:xfrm>
        </p:grpSpPr>
        <p:sp>
          <p:nvSpPr>
            <p:cNvPr id="342" name="TextBox 341">
              <a:extLst>
                <a:ext uri="{FF2B5EF4-FFF2-40B4-BE49-F238E27FC236}">
                  <a16:creationId xmlns:a16="http://schemas.microsoft.com/office/drawing/2014/main" id="{6AEE8AF1-2CEB-458A-9622-F4AA4C044111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43" name="TextBox 342">
              <a:extLst>
                <a:ext uri="{FF2B5EF4-FFF2-40B4-BE49-F238E27FC236}">
                  <a16:creationId xmlns:a16="http://schemas.microsoft.com/office/drawing/2014/main" id="{C41D1C7C-BECE-4C37-9163-A278ABC751A5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AB7BBF20-AEDC-42F2-B470-8B92F84403FE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96AFC570-C994-434C-B257-E6B8AB708B25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4622655E-A38D-4681-BEC9-62EC40468F7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13F14097-2BD7-403D-A488-CC7289B83C80}"/>
              </a:ext>
            </a:extLst>
          </p:cNvPr>
          <p:cNvGrpSpPr/>
          <p:nvPr/>
        </p:nvGrpSpPr>
        <p:grpSpPr>
          <a:xfrm>
            <a:off x="5270665" y="3861216"/>
            <a:ext cx="805559" cy="374585"/>
            <a:chOff x="4135417" y="5220442"/>
            <a:chExt cx="805559" cy="374585"/>
          </a:xfrm>
        </p:grpSpPr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900D788A-52FD-4B81-9345-0EB2309CB9FE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BMS_2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8CD9C91C-F2C6-4119-967E-F33B5A946BCE}"/>
                </a:ext>
              </a:extLst>
            </p:cNvPr>
            <p:cNvSpPr txBox="1"/>
            <p:nvPr/>
          </p:nvSpPr>
          <p:spPr>
            <a:xfrm>
              <a:off x="4342362" y="5334059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680.000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6FFAA851-BBDC-4000-8C95-CAC66AA6C80D}"/>
                </a:ext>
              </a:extLst>
            </p:cNvPr>
            <p:cNvSpPr txBox="1"/>
            <p:nvPr/>
          </p:nvSpPr>
          <p:spPr>
            <a:xfrm>
              <a:off x="4340620" y="5420843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0.000 V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3BCEA067-6847-4B73-8FF5-BDE4ED90E972}"/>
                </a:ext>
              </a:extLst>
            </p:cNvPr>
            <p:cNvSpPr txBox="1"/>
            <p:nvPr/>
          </p:nvSpPr>
          <p:spPr>
            <a:xfrm>
              <a:off x="4135417" y="5323645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전압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4B10FEDA-CABB-4CF3-AFCA-5CC83E8E9267}"/>
                </a:ext>
              </a:extLst>
            </p:cNvPr>
            <p:cNvSpPr txBox="1"/>
            <p:nvPr/>
          </p:nvSpPr>
          <p:spPr>
            <a:xfrm>
              <a:off x="4137027" y="5425750"/>
              <a:ext cx="468850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전류</a:t>
              </a:r>
            </a:p>
          </p:txBody>
        </p:sp>
      </p:grpSp>
      <p:grpSp>
        <p:nvGrpSpPr>
          <p:cNvPr id="360" name="그룹 359">
            <a:extLst>
              <a:ext uri="{FF2B5EF4-FFF2-40B4-BE49-F238E27FC236}">
                <a16:creationId xmlns:a16="http://schemas.microsoft.com/office/drawing/2014/main" id="{3102FEB7-CF1D-4820-8223-F392825FA826}"/>
              </a:ext>
            </a:extLst>
          </p:cNvPr>
          <p:cNvGrpSpPr/>
          <p:nvPr/>
        </p:nvGrpSpPr>
        <p:grpSpPr>
          <a:xfrm>
            <a:off x="3329017" y="4204626"/>
            <a:ext cx="869295" cy="376502"/>
            <a:chOff x="4137026" y="5220442"/>
            <a:chExt cx="869295" cy="376502"/>
          </a:xfrm>
        </p:grpSpPr>
        <p:sp>
          <p:nvSpPr>
            <p:cNvPr id="371" name="TextBox 370">
              <a:extLst>
                <a:ext uri="{FF2B5EF4-FFF2-40B4-BE49-F238E27FC236}">
                  <a16:creationId xmlns:a16="http://schemas.microsoft.com/office/drawing/2014/main" id="{EB27A0DB-2785-4C27-B168-E118D5BA35D4}"/>
                </a:ext>
              </a:extLst>
            </p:cNvPr>
            <p:cNvSpPr txBox="1"/>
            <p:nvPr/>
          </p:nvSpPr>
          <p:spPr>
            <a:xfrm>
              <a:off x="4179571" y="5220442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PV_1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372" name="TextBox 371">
              <a:extLst>
                <a:ext uri="{FF2B5EF4-FFF2-40B4-BE49-F238E27FC236}">
                  <a16:creationId xmlns:a16="http://schemas.microsoft.com/office/drawing/2014/main" id="{EA5A1819-6465-4565-9474-D0F3C6A9CDF6}"/>
                </a:ext>
              </a:extLst>
            </p:cNvPr>
            <p:cNvSpPr txBox="1"/>
            <p:nvPr/>
          </p:nvSpPr>
          <p:spPr>
            <a:xfrm>
              <a:off x="4407707" y="5327235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09F97A1F-4F29-4B70-84C0-E6B1CE85AE19}"/>
                </a:ext>
              </a:extLst>
            </p:cNvPr>
            <p:cNvSpPr txBox="1"/>
            <p:nvPr/>
          </p:nvSpPr>
          <p:spPr>
            <a:xfrm>
              <a:off x="4407707" y="5427667"/>
              <a:ext cx="598614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" dirty="0">
                  <a:solidFill>
                    <a:schemeClr val="bg1"/>
                  </a:solidFill>
                </a:rPr>
                <a:t>0 kWh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FB95BE1C-7923-46E6-817E-31A307CE3537}"/>
                </a:ext>
              </a:extLst>
            </p:cNvPr>
            <p:cNvSpPr txBox="1"/>
            <p:nvPr/>
          </p:nvSpPr>
          <p:spPr>
            <a:xfrm>
              <a:off x="4142240" y="5323645"/>
              <a:ext cx="526803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>
                  <a:solidFill>
                    <a:schemeClr val="bg1"/>
                  </a:solidFill>
                </a:rPr>
                <a:t>누적 발전량</a:t>
              </a:r>
              <a:endParaRPr lang="ko-KR" altLang="en-US" sz="500" dirty="0">
                <a:solidFill>
                  <a:schemeClr val="bg1"/>
                </a:solidFill>
              </a:endParaRPr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0923083E-4D37-4989-90E9-2110F37AF8E9}"/>
                </a:ext>
              </a:extLst>
            </p:cNvPr>
            <p:cNvSpPr txBox="1"/>
            <p:nvPr/>
          </p:nvSpPr>
          <p:spPr>
            <a:xfrm>
              <a:off x="4137026" y="5425750"/>
              <a:ext cx="542695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500" dirty="0">
                  <a:solidFill>
                    <a:schemeClr val="bg1"/>
                  </a:solidFill>
                </a:rPr>
                <a:t>예측 발전량</a:t>
              </a:r>
            </a:p>
          </p:txBody>
        </p:sp>
      </p:grpSp>
      <p:sp>
        <p:nvSpPr>
          <p:cNvPr id="383" name="사각형: 둥근 모서리 382">
            <a:extLst>
              <a:ext uri="{FF2B5EF4-FFF2-40B4-BE49-F238E27FC236}">
                <a16:creationId xmlns:a16="http://schemas.microsoft.com/office/drawing/2014/main" id="{93DBED27-339A-40A9-87FD-076F1531A727}"/>
              </a:ext>
            </a:extLst>
          </p:cNvPr>
          <p:cNvSpPr/>
          <p:nvPr/>
        </p:nvSpPr>
        <p:spPr>
          <a:xfrm>
            <a:off x="4060455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995D5B99-C5C7-4FFC-9D7F-334B3EAF14C4}"/>
              </a:ext>
            </a:extLst>
          </p:cNvPr>
          <p:cNvSpPr/>
          <p:nvPr/>
        </p:nvSpPr>
        <p:spPr>
          <a:xfrm>
            <a:off x="4710964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5" name="사각형: 둥근 모서리 404">
            <a:extLst>
              <a:ext uri="{FF2B5EF4-FFF2-40B4-BE49-F238E27FC236}">
                <a16:creationId xmlns:a16="http://schemas.microsoft.com/office/drawing/2014/main" id="{18CF606F-FC9D-41A8-81FC-2C49DE9944DA}"/>
              </a:ext>
            </a:extLst>
          </p:cNvPr>
          <p:cNvSpPr/>
          <p:nvPr/>
        </p:nvSpPr>
        <p:spPr>
          <a:xfrm>
            <a:off x="5361473" y="4584013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901D8D44-D22E-4CDF-8741-86B9BBFBBAF6}"/>
              </a:ext>
            </a:extLst>
          </p:cNvPr>
          <p:cNvSpPr/>
          <p:nvPr/>
        </p:nvSpPr>
        <p:spPr>
          <a:xfrm>
            <a:off x="3421724" y="4586716"/>
            <a:ext cx="599739" cy="3073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49F22AB-17D8-4589-AB99-1A2B0B85FDAA}"/>
              </a:ext>
            </a:extLst>
          </p:cNvPr>
          <p:cNvGrpSpPr/>
          <p:nvPr/>
        </p:nvGrpSpPr>
        <p:grpSpPr>
          <a:xfrm>
            <a:off x="3418761" y="4940755"/>
            <a:ext cx="1835844" cy="184666"/>
            <a:chOff x="3535608" y="4989368"/>
            <a:chExt cx="1835844" cy="184666"/>
          </a:xfrm>
        </p:grpSpPr>
        <p:sp>
          <p:nvSpPr>
            <p:cNvPr id="407" name="사각형: 둥근 모서리 406">
              <a:extLst>
                <a:ext uri="{FF2B5EF4-FFF2-40B4-BE49-F238E27FC236}">
                  <a16:creationId xmlns:a16="http://schemas.microsoft.com/office/drawing/2014/main" id="{048E4DE1-D7A8-452E-8463-A0DC0C89AF19}"/>
                </a:ext>
              </a:extLst>
            </p:cNvPr>
            <p:cNvSpPr/>
            <p:nvPr/>
          </p:nvSpPr>
          <p:spPr>
            <a:xfrm>
              <a:off x="3535608" y="5016742"/>
              <a:ext cx="257502" cy="129918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" name="TextBox 407">
              <a:extLst>
                <a:ext uri="{FF2B5EF4-FFF2-40B4-BE49-F238E27FC236}">
                  <a16:creationId xmlns:a16="http://schemas.microsoft.com/office/drawing/2014/main" id="{98F989EC-9F16-48B2-BA01-18F6E055AD57}"/>
                </a:ext>
              </a:extLst>
            </p:cNvPr>
            <p:cNvSpPr txBox="1"/>
            <p:nvPr/>
          </p:nvSpPr>
          <p:spPr>
            <a:xfrm>
              <a:off x="3694256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PCS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417" name="사각형: 둥근 모서리 416">
              <a:extLst>
                <a:ext uri="{FF2B5EF4-FFF2-40B4-BE49-F238E27FC236}">
                  <a16:creationId xmlns:a16="http://schemas.microsoft.com/office/drawing/2014/main" id="{D1F06681-278F-465D-91AE-A3FFF36AA439}"/>
                </a:ext>
              </a:extLst>
            </p:cNvPr>
            <p:cNvSpPr/>
            <p:nvPr/>
          </p:nvSpPr>
          <p:spPr>
            <a:xfrm>
              <a:off x="4158568" y="5016742"/>
              <a:ext cx="257502" cy="129918"/>
            </a:xfrm>
            <a:prstGeom prst="roundRect">
              <a:avLst/>
            </a:prstGeom>
            <a:solidFill>
              <a:schemeClr val="accent3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A36FC55C-1AFC-4D4F-AF8E-1879ABC4227B}"/>
                </a:ext>
              </a:extLst>
            </p:cNvPr>
            <p:cNvSpPr txBox="1"/>
            <p:nvPr/>
          </p:nvSpPr>
          <p:spPr>
            <a:xfrm>
              <a:off x="4317216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BMS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419" name="사각형: 둥근 모서리 418">
              <a:extLst>
                <a:ext uri="{FF2B5EF4-FFF2-40B4-BE49-F238E27FC236}">
                  <a16:creationId xmlns:a16="http://schemas.microsoft.com/office/drawing/2014/main" id="{F6BCCD55-7BC8-4744-BEDE-27F3A2F60D19}"/>
                </a:ext>
              </a:extLst>
            </p:cNvPr>
            <p:cNvSpPr/>
            <p:nvPr/>
          </p:nvSpPr>
          <p:spPr>
            <a:xfrm>
              <a:off x="4794451" y="5016742"/>
              <a:ext cx="257502" cy="129918"/>
            </a:xfrm>
            <a:prstGeom prst="roundRect">
              <a:avLst/>
            </a:prstGeom>
            <a:solidFill>
              <a:srgbClr val="FFC00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1BB2E9C6-0B8B-4B8E-91A9-0C6EA163A71A}"/>
                </a:ext>
              </a:extLst>
            </p:cNvPr>
            <p:cNvSpPr txBox="1"/>
            <p:nvPr/>
          </p:nvSpPr>
          <p:spPr>
            <a:xfrm>
              <a:off x="4953099" y="4989368"/>
              <a:ext cx="418353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chemeClr val="bg1"/>
                  </a:solidFill>
                </a:rPr>
                <a:t>PV</a:t>
              </a:r>
              <a:endParaRPr lang="ko-KR" altLang="en-US" sz="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2C3C8100-F6E5-466E-AA22-4126D1A5B4B8}"/>
              </a:ext>
            </a:extLst>
          </p:cNvPr>
          <p:cNvSpPr/>
          <p:nvPr/>
        </p:nvSpPr>
        <p:spPr>
          <a:xfrm>
            <a:off x="1708458" y="4921854"/>
            <a:ext cx="436148" cy="2880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500" b="1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r>
              <a:rPr lang="ko-KR" altLang="en-US" sz="500" b="1" dirty="0">
                <a:solidFill>
                  <a:srgbClr val="00B050"/>
                </a:solidFill>
                <a:latin typeface="맑은 고딕" pitchFamily="50" charset="-127"/>
                <a:ea typeface="맑은 고딕" pitchFamily="50" charset="-127"/>
              </a:rPr>
              <a:t> 수익</a:t>
            </a:r>
          </a:p>
        </p:txBody>
      </p:sp>
      <p:sp>
        <p:nvSpPr>
          <p:cNvPr id="248" name="직사각형 247">
            <a:extLst>
              <a:ext uri="{FF2B5EF4-FFF2-40B4-BE49-F238E27FC236}">
                <a16:creationId xmlns:a16="http://schemas.microsoft.com/office/drawing/2014/main" id="{1099ED14-65AD-46EB-A7BA-5B26FEDEDD39}"/>
              </a:ext>
            </a:extLst>
          </p:cNvPr>
          <p:cNvSpPr/>
          <p:nvPr/>
        </p:nvSpPr>
        <p:spPr>
          <a:xfrm>
            <a:off x="1972163" y="4908190"/>
            <a:ext cx="598101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15,000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B0C33E3-056E-44A9-A45E-07F59773E5A0}"/>
              </a:ext>
            </a:extLst>
          </p:cNvPr>
          <p:cNvGrpSpPr/>
          <p:nvPr/>
        </p:nvGrpSpPr>
        <p:grpSpPr>
          <a:xfrm>
            <a:off x="1217504" y="1756776"/>
            <a:ext cx="1044000" cy="1446233"/>
            <a:chOff x="4177831" y="6268325"/>
            <a:chExt cx="1044000" cy="1446233"/>
          </a:xfrm>
        </p:grpSpPr>
        <p:sp>
          <p:nvSpPr>
            <p:cNvPr id="257" name="직사각형 256">
              <a:extLst>
                <a:ext uri="{FF2B5EF4-FFF2-40B4-BE49-F238E27FC236}">
                  <a16:creationId xmlns:a16="http://schemas.microsoft.com/office/drawing/2014/main" id="{1A3B04C2-D085-4AB5-B6A1-47F04B11DCE0}"/>
                </a:ext>
              </a:extLst>
            </p:cNvPr>
            <p:cNvSpPr/>
            <p:nvPr/>
          </p:nvSpPr>
          <p:spPr>
            <a:xfrm>
              <a:off x="4194936" y="6268325"/>
              <a:ext cx="1009791" cy="144623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cxnSp>
          <p:nvCxnSpPr>
            <p:cNvPr id="258" name="직선 연결선 257">
              <a:extLst>
                <a:ext uri="{FF2B5EF4-FFF2-40B4-BE49-F238E27FC236}">
                  <a16:creationId xmlns:a16="http://schemas.microsoft.com/office/drawing/2014/main" id="{7814D0F7-2479-4414-AA78-D37E3207E4F9}"/>
                </a:ext>
              </a:extLst>
            </p:cNvPr>
            <p:cNvCxnSpPr/>
            <p:nvPr/>
          </p:nvCxnSpPr>
          <p:spPr>
            <a:xfrm>
              <a:off x="4375831" y="708825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CF2B50F7-1EC7-4A28-A255-DAFCB3111A05}"/>
                </a:ext>
              </a:extLst>
            </p:cNvPr>
            <p:cNvSpPr txBox="1"/>
            <p:nvPr/>
          </p:nvSpPr>
          <p:spPr>
            <a:xfrm>
              <a:off x="4177831" y="6283637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오늘의 사용량</a:t>
              </a:r>
            </a:p>
          </p:txBody>
        </p:sp>
        <p:cxnSp>
          <p:nvCxnSpPr>
            <p:cNvPr id="270" name="직선 연결선 269">
              <a:extLst>
                <a:ext uri="{FF2B5EF4-FFF2-40B4-BE49-F238E27FC236}">
                  <a16:creationId xmlns:a16="http://schemas.microsoft.com/office/drawing/2014/main" id="{E2407D05-CC23-4EBE-9642-072A240E62E0}"/>
                </a:ext>
              </a:extLst>
            </p:cNvPr>
            <p:cNvCxnSpPr/>
            <p:nvPr/>
          </p:nvCxnSpPr>
          <p:spPr>
            <a:xfrm>
              <a:off x="4375831" y="728514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연결선 270">
              <a:extLst>
                <a:ext uri="{FF2B5EF4-FFF2-40B4-BE49-F238E27FC236}">
                  <a16:creationId xmlns:a16="http://schemas.microsoft.com/office/drawing/2014/main" id="{33327AF8-AD39-4463-B0CF-C821F73C9F48}"/>
                </a:ext>
              </a:extLst>
            </p:cNvPr>
            <p:cNvCxnSpPr/>
            <p:nvPr/>
          </p:nvCxnSpPr>
          <p:spPr>
            <a:xfrm>
              <a:off x="4375831" y="748203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직선 연결선 271">
              <a:extLst>
                <a:ext uri="{FF2B5EF4-FFF2-40B4-BE49-F238E27FC236}">
                  <a16:creationId xmlns:a16="http://schemas.microsoft.com/office/drawing/2014/main" id="{9A215AB4-7CF8-4628-B203-37BC7E996B5F}"/>
                </a:ext>
              </a:extLst>
            </p:cNvPr>
            <p:cNvCxnSpPr/>
            <p:nvPr/>
          </p:nvCxnSpPr>
          <p:spPr>
            <a:xfrm>
              <a:off x="4375831" y="6497590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11905FD9-B88B-42A6-9E88-CF3112D6EFEC}"/>
                </a:ext>
              </a:extLst>
            </p:cNvPr>
            <p:cNvCxnSpPr/>
            <p:nvPr/>
          </p:nvCxnSpPr>
          <p:spPr>
            <a:xfrm>
              <a:off x="4375831" y="669447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B32F1B6C-197E-4B1E-BE4A-4ACE70C210C0}"/>
                </a:ext>
              </a:extLst>
            </p:cNvPr>
            <p:cNvCxnSpPr/>
            <p:nvPr/>
          </p:nvCxnSpPr>
          <p:spPr>
            <a:xfrm>
              <a:off x="4375831" y="689136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88E13508-C4F5-4D4F-B470-D1FD381E53E4}"/>
                </a:ext>
              </a:extLst>
            </p:cNvPr>
            <p:cNvSpPr txBox="1"/>
            <p:nvPr/>
          </p:nvSpPr>
          <p:spPr>
            <a:xfrm>
              <a:off x="4177831" y="649303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피크 관리 현황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2A8436AD-2481-4E11-9DDB-044C427FFE5F}"/>
                </a:ext>
              </a:extLst>
            </p:cNvPr>
            <p:cNvSpPr txBox="1"/>
            <p:nvPr/>
          </p:nvSpPr>
          <p:spPr>
            <a:xfrm>
              <a:off x="4177831" y="668932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ko-KR" altLang="en-US" dirty="0"/>
                <a:t>계획 사용량 조회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72A553A8-EE77-49EC-B884-DED8D423258E}"/>
                </a:ext>
              </a:extLst>
            </p:cNvPr>
            <p:cNvSpPr txBox="1"/>
            <p:nvPr/>
          </p:nvSpPr>
          <p:spPr>
            <a:xfrm>
              <a:off x="4177831" y="688596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충방전량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조회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307C0FD8-183C-4288-A6E1-0690E43E1C34}"/>
                </a:ext>
              </a:extLst>
            </p:cNvPr>
            <p:cNvSpPr txBox="1"/>
            <p:nvPr/>
          </p:nvSpPr>
          <p:spPr>
            <a:xfrm>
              <a:off x="4177831" y="708225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발전량 조회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87A4602F-3E99-4330-9CBA-EA2ECF62DF05}"/>
                </a:ext>
              </a:extLst>
            </p:cNvPr>
            <p:cNvSpPr txBox="1"/>
            <p:nvPr/>
          </p:nvSpPr>
          <p:spPr>
            <a:xfrm>
              <a:off x="4177831" y="7278314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DR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실적 조회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AE782E75-F115-41EC-BC9E-C2366F1B5229}"/>
                </a:ext>
              </a:extLst>
            </p:cNvPr>
            <p:cNvSpPr txBox="1"/>
            <p:nvPr/>
          </p:nvSpPr>
          <p:spPr>
            <a:xfrm>
              <a:off x="4177831" y="749433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사용량 구성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647BA440-E8E0-44F7-A567-0A1F30FEF056}"/>
              </a:ext>
            </a:extLst>
          </p:cNvPr>
          <p:cNvGrpSpPr/>
          <p:nvPr/>
        </p:nvGrpSpPr>
        <p:grpSpPr>
          <a:xfrm>
            <a:off x="2128327" y="1748184"/>
            <a:ext cx="1044000" cy="854335"/>
            <a:chOff x="4299223" y="6353169"/>
            <a:chExt cx="1044000" cy="854335"/>
          </a:xfrm>
        </p:grpSpPr>
        <p:sp>
          <p:nvSpPr>
            <p:cNvPr id="325" name="직사각형 324">
              <a:extLst>
                <a:ext uri="{FF2B5EF4-FFF2-40B4-BE49-F238E27FC236}">
                  <a16:creationId xmlns:a16="http://schemas.microsoft.com/office/drawing/2014/main" id="{DE050138-C398-4932-A1E5-7E6A448CFF19}"/>
                </a:ext>
              </a:extLst>
            </p:cNvPr>
            <p:cNvSpPr/>
            <p:nvPr/>
          </p:nvSpPr>
          <p:spPr>
            <a:xfrm>
              <a:off x="4385547" y="6353169"/>
              <a:ext cx="871352" cy="8543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35AD8C61-6E64-4E84-A9E9-623824C199E1}"/>
                </a:ext>
              </a:extLst>
            </p:cNvPr>
            <p:cNvSpPr txBox="1"/>
            <p:nvPr/>
          </p:nvSpPr>
          <p:spPr>
            <a:xfrm>
              <a:off x="4299223" y="6368481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IOE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통신상태</a:t>
              </a:r>
            </a:p>
          </p:txBody>
        </p:sp>
        <p:cxnSp>
          <p:nvCxnSpPr>
            <p:cNvPr id="340" name="직선 연결선 339">
              <a:extLst>
                <a:ext uri="{FF2B5EF4-FFF2-40B4-BE49-F238E27FC236}">
                  <a16:creationId xmlns:a16="http://schemas.microsoft.com/office/drawing/2014/main" id="{B6EA4026-18CE-44A5-BB64-48160681C52F}"/>
                </a:ext>
              </a:extLst>
            </p:cNvPr>
            <p:cNvCxnSpPr/>
            <p:nvPr/>
          </p:nvCxnSpPr>
          <p:spPr>
            <a:xfrm>
              <a:off x="4497223" y="658243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직선 연결선 340">
              <a:extLst>
                <a:ext uri="{FF2B5EF4-FFF2-40B4-BE49-F238E27FC236}">
                  <a16:creationId xmlns:a16="http://schemas.microsoft.com/office/drawing/2014/main" id="{9A8CC026-06C3-4EA0-AE85-59BBADBE9559}"/>
                </a:ext>
              </a:extLst>
            </p:cNvPr>
            <p:cNvCxnSpPr/>
            <p:nvPr/>
          </p:nvCxnSpPr>
          <p:spPr>
            <a:xfrm>
              <a:off x="4497223" y="6779323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직선 연결선 366">
              <a:extLst>
                <a:ext uri="{FF2B5EF4-FFF2-40B4-BE49-F238E27FC236}">
                  <a16:creationId xmlns:a16="http://schemas.microsoft.com/office/drawing/2014/main" id="{659D8530-1061-4405-8502-037FACD18438}"/>
                </a:ext>
              </a:extLst>
            </p:cNvPr>
            <p:cNvCxnSpPr/>
            <p:nvPr/>
          </p:nvCxnSpPr>
          <p:spPr>
            <a:xfrm>
              <a:off x="4497223" y="6976212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D52B2DCC-186C-4B1D-9FBA-31F5271456D7}"/>
                </a:ext>
              </a:extLst>
            </p:cNvPr>
            <p:cNvSpPr txBox="1"/>
            <p:nvPr/>
          </p:nvSpPr>
          <p:spPr>
            <a:xfrm>
              <a:off x="4299223" y="657787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PCS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6AE33EDF-81E1-4EB5-834A-52BBC717600B}"/>
                </a:ext>
              </a:extLst>
            </p:cNvPr>
            <p:cNvSpPr txBox="1"/>
            <p:nvPr/>
          </p:nvSpPr>
          <p:spPr>
            <a:xfrm>
              <a:off x="4299223" y="677416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BMS </a:t>
              </a:r>
              <a:r>
                <a:rPr lang="ko-KR" altLang="en-US" dirty="0"/>
                <a:t>운전상태</a:t>
              </a:r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76794B7C-D354-4207-8467-474B58CC3DC5}"/>
                </a:ext>
              </a:extLst>
            </p:cNvPr>
            <p:cNvSpPr txBox="1"/>
            <p:nvPr/>
          </p:nvSpPr>
          <p:spPr>
            <a:xfrm>
              <a:off x="4299223" y="6970808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운전상태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B65CD59-D82C-48B4-A623-6AD716205AE7}"/>
              </a:ext>
            </a:extLst>
          </p:cNvPr>
          <p:cNvGrpSpPr/>
          <p:nvPr/>
        </p:nvGrpSpPr>
        <p:grpSpPr>
          <a:xfrm>
            <a:off x="3822088" y="1751525"/>
            <a:ext cx="1044000" cy="833083"/>
            <a:chOff x="5986543" y="6211594"/>
            <a:chExt cx="1044000" cy="833083"/>
          </a:xfrm>
        </p:grpSpPr>
        <p:sp>
          <p:nvSpPr>
            <p:cNvPr id="378" name="직사각형 377">
              <a:extLst>
                <a:ext uri="{FF2B5EF4-FFF2-40B4-BE49-F238E27FC236}">
                  <a16:creationId xmlns:a16="http://schemas.microsoft.com/office/drawing/2014/main" id="{9639059D-4B19-40F6-B905-A991643E5102}"/>
                </a:ext>
              </a:extLst>
            </p:cNvPr>
            <p:cNvSpPr/>
            <p:nvPr/>
          </p:nvSpPr>
          <p:spPr>
            <a:xfrm>
              <a:off x="6052050" y="6211594"/>
              <a:ext cx="912986" cy="833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BFD36F44-D264-4BF3-9B3F-000704336DC9}"/>
                </a:ext>
              </a:extLst>
            </p:cNvPr>
            <p:cNvSpPr txBox="1"/>
            <p:nvPr/>
          </p:nvSpPr>
          <p:spPr>
            <a:xfrm>
              <a:off x="5986543" y="6226906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한전 요금 조회</a:t>
              </a:r>
            </a:p>
          </p:txBody>
        </p:sp>
        <p:cxnSp>
          <p:nvCxnSpPr>
            <p:cNvPr id="386" name="직선 연결선 385">
              <a:extLst>
                <a:ext uri="{FF2B5EF4-FFF2-40B4-BE49-F238E27FC236}">
                  <a16:creationId xmlns:a16="http://schemas.microsoft.com/office/drawing/2014/main" id="{75C2371D-79D7-4FD8-9C72-0BD6B8B92459}"/>
                </a:ext>
              </a:extLst>
            </p:cNvPr>
            <p:cNvCxnSpPr/>
            <p:nvPr/>
          </p:nvCxnSpPr>
          <p:spPr>
            <a:xfrm>
              <a:off x="6184543" y="6440859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직선 연결선 386">
              <a:extLst>
                <a:ext uri="{FF2B5EF4-FFF2-40B4-BE49-F238E27FC236}">
                  <a16:creationId xmlns:a16="http://schemas.microsoft.com/office/drawing/2014/main" id="{39ED02F7-B53C-4B7E-AEE2-58CFAB0D31F3}"/>
                </a:ext>
              </a:extLst>
            </p:cNvPr>
            <p:cNvCxnSpPr/>
            <p:nvPr/>
          </p:nvCxnSpPr>
          <p:spPr>
            <a:xfrm>
              <a:off x="6184543" y="6637748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직선 연결선 387">
              <a:extLst>
                <a:ext uri="{FF2B5EF4-FFF2-40B4-BE49-F238E27FC236}">
                  <a16:creationId xmlns:a16="http://schemas.microsoft.com/office/drawing/2014/main" id="{00781E5B-FA19-4334-93B3-4E8805DC1989}"/>
                </a:ext>
              </a:extLst>
            </p:cNvPr>
            <p:cNvCxnSpPr/>
            <p:nvPr/>
          </p:nvCxnSpPr>
          <p:spPr>
            <a:xfrm>
              <a:off x="6184543" y="6834637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83317E25-F199-4672-892B-813A8FCA4A0E}"/>
                </a:ext>
              </a:extLst>
            </p:cNvPr>
            <p:cNvSpPr txBox="1"/>
            <p:nvPr/>
          </p:nvSpPr>
          <p:spPr>
            <a:xfrm>
              <a:off x="5986543" y="643630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ESS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D83F1108-BD0B-4520-8FD3-CC6AE1574133}"/>
                </a:ext>
              </a:extLst>
            </p:cNvPr>
            <p:cNvSpPr txBox="1"/>
            <p:nvPr/>
          </p:nvSpPr>
          <p:spPr>
            <a:xfrm>
              <a:off x="5986543" y="663259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DR </a:t>
              </a:r>
              <a:r>
                <a:rPr lang="ko-KR" altLang="en-US" dirty="0"/>
                <a:t>수익 조회</a:t>
              </a:r>
            </a:p>
          </p:txBody>
        </p:sp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A2B088CC-30D1-4236-B027-488E807CDB7F}"/>
                </a:ext>
              </a:extLst>
            </p:cNvPr>
            <p:cNvSpPr txBox="1"/>
            <p:nvPr/>
          </p:nvSpPr>
          <p:spPr>
            <a:xfrm>
              <a:off x="5986543" y="682923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PV 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수익 조회</a:t>
              </a:r>
            </a:p>
          </p:txBody>
        </p:sp>
      </p:grpSp>
      <p:pic>
        <p:nvPicPr>
          <p:cNvPr id="6146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19F40148-481B-482B-9F12-6A6D18F5C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131548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11BFE7C8-7FCC-48FF-9303-47240EA2C8F2}"/>
              </a:ext>
            </a:extLst>
          </p:cNvPr>
          <p:cNvSpPr/>
          <p:nvPr/>
        </p:nvSpPr>
        <p:spPr>
          <a:xfrm>
            <a:off x="991809" y="4494573"/>
            <a:ext cx="115200" cy="14389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2253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cxnSp>
        <p:nvCxnSpPr>
          <p:cNvPr id="96" name="직선 연결선 95"/>
          <p:cNvCxnSpPr/>
          <p:nvPr/>
        </p:nvCxnSpPr>
        <p:spPr>
          <a:xfrm>
            <a:off x="1187624" y="285293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1187624" y="357301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 누적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89240"/>
            <a:ext cx="8646588" cy="79208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누적 사용량과 어제의 누적 사용량을 기준 시간 대로 구분하여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구분된 그래프를 이용하여 누적된 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어제의 사용량을 비교할 수 있음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375391" y="5274233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 누적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991748"/>
              </p:ext>
            </p:extLst>
          </p:nvPr>
        </p:nvGraphicFramePr>
        <p:xfrm>
          <a:off x="467544" y="2182499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6" name="직사각형 55"/>
          <p:cNvSpPr/>
          <p:nvPr/>
        </p:nvSpPr>
        <p:spPr>
          <a:xfrm>
            <a:off x="5921315" y="4797152"/>
            <a:ext cx="108012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누적 사용량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002270" y="4725143"/>
            <a:ext cx="124213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1,250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316416" y="4797152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555066" y="479715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B0888C9-5B5A-47CC-A159-33DE17C3D685}"/>
              </a:ext>
            </a:extLst>
          </p:cNvPr>
          <p:cNvGrpSpPr/>
          <p:nvPr/>
        </p:nvGrpSpPr>
        <p:grpSpPr>
          <a:xfrm>
            <a:off x="1403648" y="2780928"/>
            <a:ext cx="2705824" cy="1584176"/>
            <a:chOff x="1403648" y="2780928"/>
            <a:chExt cx="2705824" cy="1584176"/>
          </a:xfrm>
        </p:grpSpPr>
        <p:sp>
          <p:nvSpPr>
            <p:cNvPr id="2" name="직사각형 1"/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1501760" y="4217882"/>
              <a:ext cx="72000" cy="14722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3950032" y="2998490"/>
              <a:ext cx="72000" cy="13666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540205" y="2998490"/>
              <a:ext cx="72000" cy="136661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638317" y="3069104"/>
              <a:ext cx="72000" cy="129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229249" y="3249104"/>
              <a:ext cx="72000" cy="111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327361" y="3214514"/>
              <a:ext cx="72000" cy="115059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2915816" y="3429104"/>
              <a:ext cx="72000" cy="93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013928" y="3575612"/>
              <a:ext cx="72000" cy="78949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2650736" y="3575612"/>
              <a:ext cx="72000" cy="78949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2339752" y="3753104"/>
              <a:ext cx="72000" cy="61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2025811" y="3933104"/>
              <a:ext cx="72000" cy="43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789792" y="4059104"/>
              <a:ext cx="72000" cy="30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3851920" y="2780928"/>
              <a:ext cx="72000" cy="15841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3" name="직사각형 62"/>
            <p:cNvSpPr/>
            <p:nvPr/>
          </p:nvSpPr>
          <p:spPr>
            <a:xfrm>
              <a:off x="1589200" y="4239906"/>
              <a:ext cx="72000" cy="123659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4037472" y="3215678"/>
              <a:ext cx="72000" cy="11478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3725757" y="3274990"/>
              <a:ext cx="72000" cy="10885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3414801" y="3397128"/>
              <a:ext cx="72000" cy="96643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3101368" y="3700432"/>
              <a:ext cx="72000" cy="66313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2836288" y="3789040"/>
              <a:ext cx="72000" cy="57452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2525304" y="3894874"/>
              <a:ext cx="72000" cy="46869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211363" y="3941476"/>
              <a:ext cx="72000" cy="42209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877232" y="4106540"/>
              <a:ext cx="72000" cy="2570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80" name="직선 연결선 79"/>
          <p:cNvCxnSpPr/>
          <p:nvPr/>
        </p:nvCxnSpPr>
        <p:spPr>
          <a:xfrm>
            <a:off x="3995936" y="2013659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4572000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5652120" y="2013659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3" name="직사각형 82"/>
          <p:cNvSpPr/>
          <p:nvPr/>
        </p:nvSpPr>
        <p:spPr>
          <a:xfrm>
            <a:off x="6228184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84" name="직선 연결선 83"/>
          <p:cNvCxnSpPr/>
          <p:nvPr/>
        </p:nvCxnSpPr>
        <p:spPr>
          <a:xfrm>
            <a:off x="7380312" y="2013659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직사각형 84"/>
          <p:cNvSpPr/>
          <p:nvPr/>
        </p:nvSpPr>
        <p:spPr>
          <a:xfrm>
            <a:off x="7956376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1437876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지난주 보다 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2104515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3170215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어제 보다 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3836854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누적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2" name="직선 연결선 91"/>
          <p:cNvCxnSpPr/>
          <p:nvPr/>
        </p:nvCxnSpPr>
        <p:spPr>
          <a:xfrm>
            <a:off x="4106044" y="2182499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EC4A8E0-AFED-483A-A9B1-FACB8977330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67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33F5EEE2-3E1F-4CDA-82E0-E72E2FF061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93EB9C2-BE19-4C0C-A68D-0A07D29E6FA6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079A94A9-1AB8-4AAF-95F1-F7CE55243682}"/>
              </a:ext>
            </a:extLst>
          </p:cNvPr>
          <p:cNvSpPr/>
          <p:nvPr/>
        </p:nvSpPr>
        <p:spPr>
          <a:xfrm>
            <a:off x="225294" y="945049"/>
            <a:ext cx="8811201" cy="536427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1402302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84" y="1340767"/>
            <a:ext cx="8635704" cy="47287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오늘의 사용량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346569" y="6069519"/>
            <a:ext cx="8646588" cy="5514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오늘의 사용량을 시간 별로 구분하여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차원 꺾은 선형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지난 주의 기준 시간대의 사용량을 비교할 수 있도록 함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33" y="5838909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414008" y="580526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172273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4" y="2567940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0603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34" name="직선 연결선 33"/>
          <p:cNvCxnSpPr/>
          <p:nvPr/>
        </p:nvCxnSpPr>
        <p:spPr>
          <a:xfrm>
            <a:off x="1187624" y="2950345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187624" y="3979586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1413934" y="3166369"/>
            <a:ext cx="2687266" cy="1248958"/>
            <a:chOff x="1413933" y="2780928"/>
            <a:chExt cx="5030275" cy="1248958"/>
          </a:xfrm>
        </p:grpSpPr>
        <p:sp>
          <p:nvSpPr>
            <p:cNvPr id="11" name="자유형 10"/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자유형 11"/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16" name="직선 연결선 15"/>
          <p:cNvCxnSpPr/>
          <p:nvPr/>
        </p:nvCxnSpPr>
        <p:spPr>
          <a:xfrm>
            <a:off x="3419872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995936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471601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8" name="직사각형 47"/>
          <p:cNvSpPr/>
          <p:nvPr/>
        </p:nvSpPr>
        <p:spPr>
          <a:xfrm>
            <a:off x="529208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49" name="직선 연결선 48"/>
          <p:cNvCxnSpPr/>
          <p:nvPr/>
        </p:nvCxnSpPr>
        <p:spPr>
          <a:xfrm>
            <a:off x="6012160" y="2399100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0" name="직사각형 49"/>
          <p:cNvSpPr/>
          <p:nvPr/>
        </p:nvSpPr>
        <p:spPr>
          <a:xfrm>
            <a:off x="6588224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696236" y="5254601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350182" y="5182592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316416" y="5254601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88271" y="2104123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오늘 사용량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4106044" y="2567940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3E699624-A77E-4414-8D4F-FD12E65B31A0}"/>
              </a:ext>
            </a:extLst>
          </p:cNvPr>
          <p:cNvGrpSpPr/>
          <p:nvPr/>
        </p:nvGrpSpPr>
        <p:grpSpPr>
          <a:xfrm>
            <a:off x="485190" y="5452198"/>
            <a:ext cx="862386" cy="211955"/>
            <a:chOff x="4861742" y="3907374"/>
            <a:chExt cx="862386" cy="211955"/>
          </a:xfrm>
        </p:grpSpPr>
        <p:pic>
          <p:nvPicPr>
            <p:cNvPr id="3078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1A45E5E3-1AA0-4F83-A1FA-A9032D70F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801B1EF-0970-42CC-A534-2866FAB0E9C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396AAB8-2C95-4630-B9BD-95012B49B630}"/>
              </a:ext>
            </a:extLst>
          </p:cNvPr>
          <p:cNvSpPr/>
          <p:nvPr/>
        </p:nvSpPr>
        <p:spPr>
          <a:xfrm>
            <a:off x="1437876" y="5182592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지난주 보다 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F38803A-62B5-4837-B08F-D928DD80D328}"/>
              </a:ext>
            </a:extLst>
          </p:cNvPr>
          <p:cNvSpPr/>
          <p:nvPr/>
        </p:nvSpPr>
        <p:spPr>
          <a:xfrm>
            <a:off x="2051720" y="5182592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BB4B909-368A-4DD1-BD21-CB02C5881D10}"/>
              </a:ext>
            </a:extLst>
          </p:cNvPr>
          <p:cNvSpPr/>
          <p:nvPr/>
        </p:nvSpPr>
        <p:spPr>
          <a:xfrm>
            <a:off x="2915816" y="5182592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어제 보다 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BEC13A7-CF18-4A51-B940-B2C0F403A0F7}"/>
              </a:ext>
            </a:extLst>
          </p:cNvPr>
          <p:cNvSpPr/>
          <p:nvPr/>
        </p:nvSpPr>
        <p:spPr>
          <a:xfrm>
            <a:off x="3470236" y="5182592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▲ </a:t>
            </a:r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BFFD84-CE10-481D-8058-F0C5A5DFCF3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824DEAD-98B5-4B7B-9D4F-7A772D95083B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0FC5F7F-3A66-4B86-AC6A-B5FA793ED7D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5A75C43-6877-453F-B6B7-6BE0BBBD2A4E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AA98987-7C72-4214-9B40-AD056B06C65B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3C0B695-DE6A-46AB-9C35-5177DD3A5405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050AC323-AFD0-48AD-B8D4-B04597702473}"/>
              </a:ext>
            </a:extLst>
          </p:cNvPr>
          <p:cNvSpPr/>
          <p:nvPr/>
        </p:nvSpPr>
        <p:spPr>
          <a:xfrm>
            <a:off x="1398391" y="1878001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▼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951E9A-917F-46DE-A715-91317564ABC3}"/>
              </a:ext>
            </a:extLst>
          </p:cNvPr>
          <p:cNvGrpSpPr/>
          <p:nvPr/>
        </p:nvGrpSpPr>
        <p:grpSpPr>
          <a:xfrm>
            <a:off x="1338768" y="2113062"/>
            <a:ext cx="1044000" cy="1067081"/>
            <a:chOff x="5207857" y="6250351"/>
            <a:chExt cx="1044000" cy="106708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C10D695-7625-4F99-A1F6-2A0E3CB7E9E9}"/>
                </a:ext>
              </a:extLst>
            </p:cNvPr>
            <p:cNvSpPr/>
            <p:nvPr/>
          </p:nvSpPr>
          <p:spPr>
            <a:xfrm>
              <a:off x="5294181" y="6250351"/>
              <a:ext cx="871352" cy="106708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7F7A923C-DB1B-4AAF-929A-11D1CE5B2D6D}"/>
                </a:ext>
              </a:extLst>
            </p:cNvPr>
            <p:cNvSpPr txBox="1"/>
            <p:nvPr/>
          </p:nvSpPr>
          <p:spPr>
            <a:xfrm>
              <a:off x="5207857" y="6265663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현재 시간</a:t>
              </a:r>
            </a:p>
          </p:txBody>
        </p: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966BF527-9A31-42A8-A9EE-3822968F9E83}"/>
                </a:ext>
              </a:extLst>
            </p:cNvPr>
            <p:cNvCxnSpPr/>
            <p:nvPr/>
          </p:nvCxnSpPr>
          <p:spPr>
            <a:xfrm>
              <a:off x="5405857" y="647961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3AA8579-CD8F-4700-8D2F-81D345E9B5F2}"/>
                </a:ext>
              </a:extLst>
            </p:cNvPr>
            <p:cNvCxnSpPr/>
            <p:nvPr/>
          </p:nvCxnSpPr>
          <p:spPr>
            <a:xfrm>
              <a:off x="5405857" y="6676505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85E4A0BD-8EAE-4E7D-8783-1E140B1CF4FA}"/>
                </a:ext>
              </a:extLst>
            </p:cNvPr>
            <p:cNvCxnSpPr/>
            <p:nvPr/>
          </p:nvCxnSpPr>
          <p:spPr>
            <a:xfrm>
              <a:off x="5405857" y="6873394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CEC4B9A-F6B8-42A1-BF95-52A865B398CD}"/>
                </a:ext>
              </a:extLst>
            </p:cNvPr>
            <p:cNvSpPr txBox="1"/>
            <p:nvPr/>
          </p:nvSpPr>
          <p:spPr>
            <a:xfrm>
              <a:off x="5207857" y="647506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시간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A2665C8-E971-409B-BCF7-E327EA627259}"/>
                </a:ext>
              </a:extLst>
            </p:cNvPr>
            <p:cNvSpPr txBox="1"/>
            <p:nvPr/>
          </p:nvSpPr>
          <p:spPr>
            <a:xfrm>
              <a:off x="5207857" y="667135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algn="ctr">
                <a:defRPr sz="800">
                  <a:solidFill>
                    <a:schemeClr val="tx1">
                      <a:lumMod val="65000"/>
                      <a:lumOff val="35000"/>
                    </a:schemeClr>
                  </a:solidFill>
                </a:defRPr>
              </a:lvl1pPr>
            </a:lstStyle>
            <a:p>
              <a:r>
                <a:rPr lang="en-US" altLang="ko-KR" dirty="0"/>
                <a:t>1</a:t>
              </a:r>
              <a:r>
                <a:rPr lang="ko-KR" altLang="en-US" dirty="0"/>
                <a:t>일 </a:t>
              </a:r>
              <a:r>
                <a:rPr lang="en-US" altLang="ko-KR" dirty="0"/>
                <a:t>(</a:t>
              </a:r>
              <a:r>
                <a:rPr lang="ko-KR" altLang="en-US" dirty="0"/>
                <a:t>오늘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75D319C-7253-48D6-B3C8-5036CC76A711}"/>
                </a:ext>
              </a:extLst>
            </p:cNvPr>
            <p:cNvSpPr txBox="1"/>
            <p:nvPr/>
          </p:nvSpPr>
          <p:spPr>
            <a:xfrm>
              <a:off x="5207857" y="6867990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1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년 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올해</a:t>
              </a:r>
              <a:r>
                <a:rPr lang="en-US" altLang="ko-KR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1082D33A-65F0-4CA7-96EE-4D2E4F89BBB8}"/>
                </a:ext>
              </a:extLst>
            </p:cNvPr>
            <p:cNvCxnSpPr/>
            <p:nvPr/>
          </p:nvCxnSpPr>
          <p:spPr>
            <a:xfrm>
              <a:off x="5405857" y="7079266"/>
              <a:ext cx="648000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BE1A2FC-FAD8-45BB-B50E-85D5A0E5DE60}"/>
                </a:ext>
              </a:extLst>
            </p:cNvPr>
            <p:cNvSpPr txBox="1"/>
            <p:nvPr/>
          </p:nvSpPr>
          <p:spPr>
            <a:xfrm>
              <a:off x="5207857" y="7073862"/>
              <a:ext cx="1044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기간 설정</a:t>
              </a:r>
            </a:p>
          </p:txBody>
        </p:sp>
      </p:grpSp>
      <p:sp>
        <p:nvSpPr>
          <p:cNvPr id="70" name="자유형 83">
            <a:extLst>
              <a:ext uri="{FF2B5EF4-FFF2-40B4-BE49-F238E27FC236}">
                <a16:creationId xmlns:a16="http://schemas.microsoft.com/office/drawing/2014/main" id="{CFBF7A0F-8817-4B4A-97D4-1DF5FA9AC123}"/>
              </a:ext>
            </a:extLst>
          </p:cNvPr>
          <p:cNvSpPr/>
          <p:nvPr/>
        </p:nvSpPr>
        <p:spPr>
          <a:xfrm>
            <a:off x="1437877" y="2831156"/>
            <a:ext cx="3422156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자유형 33">
            <a:extLst>
              <a:ext uri="{FF2B5EF4-FFF2-40B4-BE49-F238E27FC236}">
                <a16:creationId xmlns:a16="http://schemas.microsoft.com/office/drawing/2014/main" id="{F8774554-6CAF-4183-82C4-54C7E1DE8CEB}"/>
              </a:ext>
            </a:extLst>
          </p:cNvPr>
          <p:cNvSpPr/>
          <p:nvPr/>
        </p:nvSpPr>
        <p:spPr>
          <a:xfrm flipH="1">
            <a:off x="4815075" y="2825423"/>
            <a:ext cx="3683445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A5F481B-C57D-4C7E-B518-B898BF575B05}"/>
              </a:ext>
            </a:extLst>
          </p:cNvPr>
          <p:cNvCxnSpPr/>
          <p:nvPr/>
        </p:nvCxnSpPr>
        <p:spPr>
          <a:xfrm>
            <a:off x="7308304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A90CFB75-16EB-456A-BF92-C0438044E7C5}"/>
              </a:ext>
            </a:extLst>
          </p:cNvPr>
          <p:cNvSpPr/>
          <p:nvPr/>
        </p:nvSpPr>
        <p:spPr>
          <a:xfrm>
            <a:off x="7884368" y="227630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 사용량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6F3D34E5-0AD2-4485-92B0-8F4312167BFF}"/>
              </a:ext>
            </a:extLst>
          </p:cNvPr>
          <p:cNvGrpSpPr/>
          <p:nvPr/>
        </p:nvGrpSpPr>
        <p:grpSpPr>
          <a:xfrm>
            <a:off x="4572000" y="5186415"/>
            <a:ext cx="1980220" cy="549089"/>
            <a:chOff x="4427984" y="4725143"/>
            <a:chExt cx="1980220" cy="549089"/>
          </a:xfrm>
        </p:grpSpPr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2C06206-44BA-4ED1-AEC3-DC146478BD41}"/>
                </a:ext>
              </a:extLst>
            </p:cNvPr>
            <p:cNvSpPr/>
            <p:nvPr/>
          </p:nvSpPr>
          <p:spPr>
            <a:xfrm>
              <a:off x="4427984" y="4797152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B4175BE-622F-41B5-8B09-CDEBD9970FB0}"/>
                </a:ext>
              </a:extLst>
            </p:cNvPr>
            <p:cNvSpPr/>
            <p:nvPr/>
          </p:nvSpPr>
          <p:spPr>
            <a:xfrm>
              <a:off x="5081930" y="4725143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950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54B071EB-C9EC-4DF3-8230-402F540A72DF}"/>
                </a:ext>
              </a:extLst>
            </p:cNvPr>
            <p:cNvSpPr/>
            <p:nvPr/>
          </p:nvSpPr>
          <p:spPr>
            <a:xfrm>
              <a:off x="604816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9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78" name="Picture 4" descr="ë¬ë ¥ ì íì ëí ì´ë¯¸ì§ ê²ìê²°ê³¼">
            <a:extLst>
              <a:ext uri="{FF2B5EF4-FFF2-40B4-BE49-F238E27FC236}">
                <a16:creationId xmlns:a16="http://schemas.microsoft.com/office/drawing/2014/main" id="{D3466C31-65C7-4DF1-83BE-820693C2D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0067" y="2156991"/>
            <a:ext cx="1554865" cy="135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8AE225B-1849-4D84-ACC2-85F6710F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50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40767"/>
            <a:ext cx="8635704" cy="51845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038006"/>
              </p:ext>
            </p:extLst>
          </p:nvPr>
        </p:nvGraphicFramePr>
        <p:xfrm>
          <a:off x="597006" y="2035764"/>
          <a:ext cx="3343143" cy="1681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87569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kWh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7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시간 단위 선택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287B717-4E43-4BA9-B936-22B16360399F}"/>
              </a:ext>
            </a:extLst>
          </p:cNvPr>
          <p:cNvGrpSpPr/>
          <p:nvPr/>
        </p:nvGrpSpPr>
        <p:grpSpPr>
          <a:xfrm>
            <a:off x="611560" y="1560637"/>
            <a:ext cx="3273328" cy="201883"/>
            <a:chOff x="2831858" y="1844824"/>
            <a:chExt cx="5439325" cy="300694"/>
          </a:xfrm>
        </p:grpSpPr>
        <p:sp>
          <p:nvSpPr>
            <p:cNvPr id="32" name="직사각형 31"/>
            <p:cNvSpPr/>
            <p:nvPr/>
          </p:nvSpPr>
          <p:spPr>
            <a:xfrm>
              <a:off x="2831858" y="1844824"/>
              <a:ext cx="1172274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사용량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1BFFD84-CE10-481D-8058-F0C5A5DFCF34}"/>
                </a:ext>
              </a:extLst>
            </p:cNvPr>
            <p:cNvSpPr/>
            <p:nvPr/>
          </p:nvSpPr>
          <p:spPr>
            <a:xfrm>
              <a:off x="4955810" y="1857484"/>
              <a:ext cx="1224136" cy="28803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기간 설정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A824DEAD-98B5-4B7B-9D4F-7A772D95083B}"/>
                </a:ext>
              </a:extLst>
            </p:cNvPr>
            <p:cNvSpPr/>
            <p:nvPr/>
          </p:nvSpPr>
          <p:spPr>
            <a:xfrm>
              <a:off x="5703860" y="1857484"/>
              <a:ext cx="873068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0FC5F7F-3A66-4B86-AC6A-B5FA793ED7DF}"/>
                </a:ext>
              </a:extLst>
            </p:cNvPr>
            <p:cNvSpPr/>
            <p:nvPr/>
          </p:nvSpPr>
          <p:spPr>
            <a:xfrm>
              <a:off x="6576929" y="1857485"/>
              <a:ext cx="288032" cy="288033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5A75C43-6877-453F-B6B7-6BE0BBBD2A4E}"/>
                </a:ext>
              </a:extLst>
            </p:cNvPr>
            <p:cNvSpPr/>
            <p:nvPr/>
          </p:nvSpPr>
          <p:spPr>
            <a:xfrm>
              <a:off x="6864961" y="1857485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BAA98987-7C72-4214-9B40-AD056B06C65B}"/>
                </a:ext>
              </a:extLst>
            </p:cNvPr>
            <p:cNvSpPr/>
            <p:nvPr/>
          </p:nvSpPr>
          <p:spPr>
            <a:xfrm>
              <a:off x="7109628" y="1857484"/>
              <a:ext cx="873522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63C0B695-DE6A-46AB-9C35-5177DD3A5405}"/>
                </a:ext>
              </a:extLst>
            </p:cNvPr>
            <p:cNvSpPr/>
            <p:nvPr/>
          </p:nvSpPr>
          <p:spPr>
            <a:xfrm>
              <a:off x="7983150" y="1857484"/>
              <a:ext cx="288033" cy="288034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050AC323-AFD0-48AD-B8D4-B04597702473}"/>
                </a:ext>
              </a:extLst>
            </p:cNvPr>
            <p:cNvSpPr/>
            <p:nvPr/>
          </p:nvSpPr>
          <p:spPr>
            <a:xfrm>
              <a:off x="3854857" y="1878001"/>
              <a:ext cx="1013370" cy="23105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sz="500" dirty="0">
                  <a:solidFill>
                    <a:schemeClr val="tx1"/>
                  </a:solidFill>
                </a:rPr>
                <a:t>현재 시간</a:t>
              </a:r>
              <a:r>
                <a:rPr lang="en-US" altLang="ko-KR" sz="500" dirty="0">
                  <a:solidFill>
                    <a:schemeClr val="tx1"/>
                  </a:solidFill>
                </a:rPr>
                <a:t>  </a:t>
              </a:r>
              <a:r>
                <a:rPr lang="ko-KR" altLang="en-US" sz="500" dirty="0">
                  <a:solidFill>
                    <a:schemeClr val="tx1"/>
                  </a:solidFill>
                </a:rPr>
                <a:t>▼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B1FE0B1-EFB0-4DD1-9316-3E1EC3D862A4}"/>
              </a:ext>
            </a:extLst>
          </p:cNvPr>
          <p:cNvGrpSpPr/>
          <p:nvPr/>
        </p:nvGrpSpPr>
        <p:grpSpPr>
          <a:xfrm>
            <a:off x="1074977" y="2230268"/>
            <a:ext cx="2824541" cy="921062"/>
            <a:chOff x="1187624" y="2831156"/>
            <a:chExt cx="7488832" cy="1584171"/>
          </a:xfrm>
        </p:grpSpPr>
        <p:grpSp>
          <p:nvGrpSpPr>
            <p:cNvPr id="2" name="그룹 1"/>
            <p:cNvGrpSpPr/>
            <p:nvPr/>
          </p:nvGrpSpPr>
          <p:grpSpPr>
            <a:xfrm>
              <a:off x="1413934" y="3166369"/>
              <a:ext cx="7262475" cy="1248958"/>
              <a:chOff x="1413933" y="2780928"/>
              <a:chExt cx="13594577" cy="1248958"/>
            </a:xfrm>
          </p:grpSpPr>
          <p:sp>
            <p:nvSpPr>
              <p:cNvPr id="11" name="자유형 10"/>
              <p:cNvSpPr/>
              <p:nvPr/>
            </p:nvSpPr>
            <p:spPr>
              <a:xfrm>
                <a:off x="1413933" y="2780928"/>
                <a:ext cx="13594572" cy="1208046"/>
              </a:xfrm>
              <a:custGeom>
                <a:avLst/>
                <a:gdLst>
                  <a:gd name="connsiteX0" fmla="*/ 0 w 6477000"/>
                  <a:gd name="connsiteY0" fmla="*/ 1208046 h 1208046"/>
                  <a:gd name="connsiteX1" fmla="*/ 33867 w 6477000"/>
                  <a:gd name="connsiteY1" fmla="*/ 1157246 h 1208046"/>
                  <a:gd name="connsiteX2" fmla="*/ 67734 w 6477000"/>
                  <a:gd name="connsiteY2" fmla="*/ 1140313 h 1208046"/>
                  <a:gd name="connsiteX3" fmla="*/ 101600 w 6477000"/>
                  <a:gd name="connsiteY3" fmla="*/ 1072580 h 1208046"/>
                  <a:gd name="connsiteX4" fmla="*/ 118534 w 6477000"/>
                  <a:gd name="connsiteY4" fmla="*/ 1055646 h 1208046"/>
                  <a:gd name="connsiteX5" fmla="*/ 152400 w 6477000"/>
                  <a:gd name="connsiteY5" fmla="*/ 937113 h 1208046"/>
                  <a:gd name="connsiteX6" fmla="*/ 169334 w 6477000"/>
                  <a:gd name="connsiteY6" fmla="*/ 903246 h 1208046"/>
                  <a:gd name="connsiteX7" fmla="*/ 203200 w 6477000"/>
                  <a:gd name="connsiteY7" fmla="*/ 818580 h 1208046"/>
                  <a:gd name="connsiteX8" fmla="*/ 220134 w 6477000"/>
                  <a:gd name="connsiteY8" fmla="*/ 801646 h 1208046"/>
                  <a:gd name="connsiteX9" fmla="*/ 237067 w 6477000"/>
                  <a:gd name="connsiteY9" fmla="*/ 750846 h 1208046"/>
                  <a:gd name="connsiteX10" fmla="*/ 304800 w 6477000"/>
                  <a:gd name="connsiteY10" fmla="*/ 750846 h 1208046"/>
                  <a:gd name="connsiteX11" fmla="*/ 321734 w 6477000"/>
                  <a:gd name="connsiteY11" fmla="*/ 767780 h 1208046"/>
                  <a:gd name="connsiteX12" fmla="*/ 355600 w 6477000"/>
                  <a:gd name="connsiteY12" fmla="*/ 784713 h 1208046"/>
                  <a:gd name="connsiteX13" fmla="*/ 508000 w 6477000"/>
                  <a:gd name="connsiteY13" fmla="*/ 750846 h 1208046"/>
                  <a:gd name="connsiteX14" fmla="*/ 575734 w 6477000"/>
                  <a:gd name="connsiteY14" fmla="*/ 716980 h 1208046"/>
                  <a:gd name="connsiteX15" fmla="*/ 643467 w 6477000"/>
                  <a:gd name="connsiteY15" fmla="*/ 683113 h 1208046"/>
                  <a:gd name="connsiteX16" fmla="*/ 677334 w 6477000"/>
                  <a:gd name="connsiteY16" fmla="*/ 666180 h 1208046"/>
                  <a:gd name="connsiteX17" fmla="*/ 762000 w 6477000"/>
                  <a:gd name="connsiteY17" fmla="*/ 615380 h 1208046"/>
                  <a:gd name="connsiteX18" fmla="*/ 778934 w 6477000"/>
                  <a:gd name="connsiteY18" fmla="*/ 598446 h 1208046"/>
                  <a:gd name="connsiteX19" fmla="*/ 812800 w 6477000"/>
                  <a:gd name="connsiteY19" fmla="*/ 581513 h 1208046"/>
                  <a:gd name="connsiteX20" fmla="*/ 965200 w 6477000"/>
                  <a:gd name="connsiteY20" fmla="*/ 598446 h 1208046"/>
                  <a:gd name="connsiteX21" fmla="*/ 1032934 w 6477000"/>
                  <a:gd name="connsiteY21" fmla="*/ 615380 h 1208046"/>
                  <a:gd name="connsiteX22" fmla="*/ 1202267 w 6477000"/>
                  <a:gd name="connsiteY22" fmla="*/ 598446 h 1208046"/>
                  <a:gd name="connsiteX23" fmla="*/ 1270000 w 6477000"/>
                  <a:gd name="connsiteY23" fmla="*/ 564580 h 1208046"/>
                  <a:gd name="connsiteX24" fmla="*/ 1303867 w 6477000"/>
                  <a:gd name="connsiteY24" fmla="*/ 547646 h 1208046"/>
                  <a:gd name="connsiteX25" fmla="*/ 1354667 w 6477000"/>
                  <a:gd name="connsiteY25" fmla="*/ 530713 h 1208046"/>
                  <a:gd name="connsiteX26" fmla="*/ 1388534 w 6477000"/>
                  <a:gd name="connsiteY26" fmla="*/ 513780 h 1208046"/>
                  <a:gd name="connsiteX27" fmla="*/ 1557867 w 6477000"/>
                  <a:gd name="connsiteY27" fmla="*/ 496846 h 1208046"/>
                  <a:gd name="connsiteX28" fmla="*/ 1964267 w 6477000"/>
                  <a:gd name="connsiteY28" fmla="*/ 462980 h 1208046"/>
                  <a:gd name="connsiteX29" fmla="*/ 2082800 w 6477000"/>
                  <a:gd name="connsiteY29" fmla="*/ 412180 h 1208046"/>
                  <a:gd name="connsiteX30" fmla="*/ 2133600 w 6477000"/>
                  <a:gd name="connsiteY30" fmla="*/ 361380 h 1208046"/>
                  <a:gd name="connsiteX31" fmla="*/ 2150534 w 6477000"/>
                  <a:gd name="connsiteY31" fmla="*/ 344446 h 1208046"/>
                  <a:gd name="connsiteX32" fmla="*/ 2201334 w 6477000"/>
                  <a:gd name="connsiteY32" fmla="*/ 310580 h 1208046"/>
                  <a:gd name="connsiteX33" fmla="*/ 2455334 w 6477000"/>
                  <a:gd name="connsiteY33" fmla="*/ 327513 h 1208046"/>
                  <a:gd name="connsiteX34" fmla="*/ 2489200 w 6477000"/>
                  <a:gd name="connsiteY34" fmla="*/ 361380 h 1208046"/>
                  <a:gd name="connsiteX35" fmla="*/ 2624667 w 6477000"/>
                  <a:gd name="connsiteY35" fmla="*/ 378313 h 1208046"/>
                  <a:gd name="connsiteX36" fmla="*/ 2726267 w 6477000"/>
                  <a:gd name="connsiteY36" fmla="*/ 395246 h 1208046"/>
                  <a:gd name="connsiteX37" fmla="*/ 2980267 w 6477000"/>
                  <a:gd name="connsiteY37" fmla="*/ 378313 h 1208046"/>
                  <a:gd name="connsiteX38" fmla="*/ 3149600 w 6477000"/>
                  <a:gd name="connsiteY38" fmla="*/ 344446 h 1208046"/>
                  <a:gd name="connsiteX39" fmla="*/ 3183467 w 6477000"/>
                  <a:gd name="connsiteY39" fmla="*/ 327513 h 1208046"/>
                  <a:gd name="connsiteX40" fmla="*/ 3420534 w 6477000"/>
                  <a:gd name="connsiteY40" fmla="*/ 344446 h 1208046"/>
                  <a:gd name="connsiteX41" fmla="*/ 3589867 w 6477000"/>
                  <a:gd name="connsiteY41" fmla="*/ 378313 h 1208046"/>
                  <a:gd name="connsiteX42" fmla="*/ 3674534 w 6477000"/>
                  <a:gd name="connsiteY42" fmla="*/ 395246 h 1208046"/>
                  <a:gd name="connsiteX43" fmla="*/ 3877734 w 6477000"/>
                  <a:gd name="connsiteY43" fmla="*/ 429113 h 1208046"/>
                  <a:gd name="connsiteX44" fmla="*/ 4047067 w 6477000"/>
                  <a:gd name="connsiteY44" fmla="*/ 462980 h 1208046"/>
                  <a:gd name="connsiteX45" fmla="*/ 4284134 w 6477000"/>
                  <a:gd name="connsiteY45" fmla="*/ 446046 h 1208046"/>
                  <a:gd name="connsiteX46" fmla="*/ 4402667 w 6477000"/>
                  <a:gd name="connsiteY46" fmla="*/ 412180 h 1208046"/>
                  <a:gd name="connsiteX47" fmla="*/ 4436534 w 6477000"/>
                  <a:gd name="connsiteY47" fmla="*/ 395246 h 1208046"/>
                  <a:gd name="connsiteX48" fmla="*/ 4521200 w 6477000"/>
                  <a:gd name="connsiteY48" fmla="*/ 378313 h 1208046"/>
                  <a:gd name="connsiteX49" fmla="*/ 4605867 w 6477000"/>
                  <a:gd name="connsiteY49" fmla="*/ 395246 h 1208046"/>
                  <a:gd name="connsiteX50" fmla="*/ 4673600 w 6477000"/>
                  <a:gd name="connsiteY50" fmla="*/ 412180 h 1208046"/>
                  <a:gd name="connsiteX51" fmla="*/ 4859867 w 6477000"/>
                  <a:gd name="connsiteY51" fmla="*/ 395246 h 1208046"/>
                  <a:gd name="connsiteX52" fmla="*/ 4978400 w 6477000"/>
                  <a:gd name="connsiteY52" fmla="*/ 361380 h 1208046"/>
                  <a:gd name="connsiteX53" fmla="*/ 5080000 w 6477000"/>
                  <a:gd name="connsiteY53" fmla="*/ 310580 h 1208046"/>
                  <a:gd name="connsiteX54" fmla="*/ 5096934 w 6477000"/>
                  <a:gd name="connsiteY54" fmla="*/ 293646 h 1208046"/>
                  <a:gd name="connsiteX55" fmla="*/ 5130800 w 6477000"/>
                  <a:gd name="connsiteY55" fmla="*/ 276713 h 1208046"/>
                  <a:gd name="connsiteX56" fmla="*/ 5164667 w 6477000"/>
                  <a:gd name="connsiteY56" fmla="*/ 242846 h 1208046"/>
                  <a:gd name="connsiteX57" fmla="*/ 5181600 w 6477000"/>
                  <a:gd name="connsiteY57" fmla="*/ 208980 h 1208046"/>
                  <a:gd name="connsiteX58" fmla="*/ 5232400 w 6477000"/>
                  <a:gd name="connsiteY58" fmla="*/ 192046 h 1208046"/>
                  <a:gd name="connsiteX59" fmla="*/ 5401734 w 6477000"/>
                  <a:gd name="connsiteY59" fmla="*/ 141246 h 1208046"/>
                  <a:gd name="connsiteX60" fmla="*/ 5486400 w 6477000"/>
                  <a:gd name="connsiteY60" fmla="*/ 107380 h 1208046"/>
                  <a:gd name="connsiteX61" fmla="*/ 5537200 w 6477000"/>
                  <a:gd name="connsiteY61" fmla="*/ 90446 h 1208046"/>
                  <a:gd name="connsiteX62" fmla="*/ 5638800 w 6477000"/>
                  <a:gd name="connsiteY62" fmla="*/ 107380 h 1208046"/>
                  <a:gd name="connsiteX63" fmla="*/ 5672667 w 6477000"/>
                  <a:gd name="connsiteY63" fmla="*/ 124313 h 1208046"/>
                  <a:gd name="connsiteX64" fmla="*/ 5723467 w 6477000"/>
                  <a:gd name="connsiteY64" fmla="*/ 141246 h 1208046"/>
                  <a:gd name="connsiteX65" fmla="*/ 5757334 w 6477000"/>
                  <a:gd name="connsiteY65" fmla="*/ 158180 h 1208046"/>
                  <a:gd name="connsiteX66" fmla="*/ 5926667 w 6477000"/>
                  <a:gd name="connsiteY66" fmla="*/ 175113 h 1208046"/>
                  <a:gd name="connsiteX67" fmla="*/ 5994400 w 6477000"/>
                  <a:gd name="connsiteY67" fmla="*/ 141246 h 1208046"/>
                  <a:gd name="connsiteX68" fmla="*/ 6011334 w 6477000"/>
                  <a:gd name="connsiteY68" fmla="*/ 124313 h 1208046"/>
                  <a:gd name="connsiteX69" fmla="*/ 6079067 w 6477000"/>
                  <a:gd name="connsiteY69" fmla="*/ 90446 h 1208046"/>
                  <a:gd name="connsiteX70" fmla="*/ 6180667 w 6477000"/>
                  <a:gd name="connsiteY70" fmla="*/ 39646 h 1208046"/>
                  <a:gd name="connsiteX71" fmla="*/ 6316134 w 6477000"/>
                  <a:gd name="connsiteY71" fmla="*/ 5780 h 1208046"/>
                  <a:gd name="connsiteX72" fmla="*/ 6477000 w 6477000"/>
                  <a:gd name="connsiteY72" fmla="*/ 5780 h 1208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77000" h="1208046">
                    <a:moveTo>
                      <a:pt x="0" y="1208046"/>
                    </a:moveTo>
                    <a:cubicBezTo>
                      <a:pt x="11289" y="1191113"/>
                      <a:pt x="19476" y="1171637"/>
                      <a:pt x="33867" y="1157246"/>
                    </a:cubicBezTo>
                    <a:cubicBezTo>
                      <a:pt x="42792" y="1148321"/>
                      <a:pt x="59849" y="1150169"/>
                      <a:pt x="67734" y="1140313"/>
                    </a:cubicBezTo>
                    <a:cubicBezTo>
                      <a:pt x="83503" y="1120602"/>
                      <a:pt x="83751" y="1090429"/>
                      <a:pt x="101600" y="1072580"/>
                    </a:cubicBezTo>
                    <a:lnTo>
                      <a:pt x="118534" y="1055646"/>
                    </a:lnTo>
                    <a:cubicBezTo>
                      <a:pt x="129237" y="1012832"/>
                      <a:pt x="136206" y="977598"/>
                      <a:pt x="152400" y="937113"/>
                    </a:cubicBezTo>
                    <a:cubicBezTo>
                      <a:pt x="157088" y="925394"/>
                      <a:pt x="164646" y="914965"/>
                      <a:pt x="169334" y="903246"/>
                    </a:cubicBezTo>
                    <a:cubicBezTo>
                      <a:pt x="183103" y="868824"/>
                      <a:pt x="183344" y="848364"/>
                      <a:pt x="203200" y="818580"/>
                    </a:cubicBezTo>
                    <a:cubicBezTo>
                      <a:pt x="207628" y="811938"/>
                      <a:pt x="214489" y="807291"/>
                      <a:pt x="220134" y="801646"/>
                    </a:cubicBezTo>
                    <a:cubicBezTo>
                      <a:pt x="225778" y="784713"/>
                      <a:pt x="226357" y="765125"/>
                      <a:pt x="237067" y="750846"/>
                    </a:cubicBezTo>
                    <a:cubicBezTo>
                      <a:pt x="259645" y="720743"/>
                      <a:pt x="282223" y="735794"/>
                      <a:pt x="304800" y="750846"/>
                    </a:cubicBezTo>
                    <a:cubicBezTo>
                      <a:pt x="311442" y="755274"/>
                      <a:pt x="315092" y="763352"/>
                      <a:pt x="321734" y="767780"/>
                    </a:cubicBezTo>
                    <a:cubicBezTo>
                      <a:pt x="332235" y="774781"/>
                      <a:pt x="344311" y="779069"/>
                      <a:pt x="355600" y="784713"/>
                    </a:cubicBezTo>
                    <a:cubicBezTo>
                      <a:pt x="378600" y="780113"/>
                      <a:pt x="480662" y="761098"/>
                      <a:pt x="508000" y="750846"/>
                    </a:cubicBezTo>
                    <a:cubicBezTo>
                      <a:pt x="531636" y="741983"/>
                      <a:pt x="553156" y="728269"/>
                      <a:pt x="575734" y="716980"/>
                    </a:cubicBezTo>
                    <a:lnTo>
                      <a:pt x="643467" y="683113"/>
                    </a:lnTo>
                    <a:lnTo>
                      <a:pt x="677334" y="666180"/>
                    </a:lnTo>
                    <a:cubicBezTo>
                      <a:pt x="712116" y="631396"/>
                      <a:pt x="687127" y="652816"/>
                      <a:pt x="762000" y="615380"/>
                    </a:cubicBezTo>
                    <a:cubicBezTo>
                      <a:pt x="769140" y="611810"/>
                      <a:pt x="772292" y="602874"/>
                      <a:pt x="778934" y="598446"/>
                    </a:cubicBezTo>
                    <a:cubicBezTo>
                      <a:pt x="789435" y="591445"/>
                      <a:pt x="801511" y="587157"/>
                      <a:pt x="812800" y="581513"/>
                    </a:cubicBezTo>
                    <a:cubicBezTo>
                      <a:pt x="863600" y="587157"/>
                      <a:pt x="914682" y="590674"/>
                      <a:pt x="965200" y="598446"/>
                    </a:cubicBezTo>
                    <a:cubicBezTo>
                      <a:pt x="988202" y="601985"/>
                      <a:pt x="1009661" y="615380"/>
                      <a:pt x="1032934" y="615380"/>
                    </a:cubicBezTo>
                    <a:cubicBezTo>
                      <a:pt x="1089660" y="615380"/>
                      <a:pt x="1145823" y="604091"/>
                      <a:pt x="1202267" y="598446"/>
                    </a:cubicBezTo>
                    <a:lnTo>
                      <a:pt x="1270000" y="564580"/>
                    </a:lnTo>
                    <a:cubicBezTo>
                      <a:pt x="1281289" y="558935"/>
                      <a:pt x="1291893" y="551637"/>
                      <a:pt x="1303867" y="547646"/>
                    </a:cubicBezTo>
                    <a:cubicBezTo>
                      <a:pt x="1320800" y="542002"/>
                      <a:pt x="1338094" y="537342"/>
                      <a:pt x="1354667" y="530713"/>
                    </a:cubicBezTo>
                    <a:cubicBezTo>
                      <a:pt x="1366386" y="526026"/>
                      <a:pt x="1376084" y="515855"/>
                      <a:pt x="1388534" y="513780"/>
                    </a:cubicBezTo>
                    <a:cubicBezTo>
                      <a:pt x="1444488" y="504454"/>
                      <a:pt x="1501488" y="503110"/>
                      <a:pt x="1557867" y="496846"/>
                    </a:cubicBezTo>
                    <a:cubicBezTo>
                      <a:pt x="1847460" y="464669"/>
                      <a:pt x="1519985" y="490747"/>
                      <a:pt x="1964267" y="462980"/>
                    </a:cubicBezTo>
                    <a:cubicBezTo>
                      <a:pt x="1994624" y="452860"/>
                      <a:pt x="2061878" y="433102"/>
                      <a:pt x="2082800" y="412180"/>
                    </a:cubicBezTo>
                    <a:lnTo>
                      <a:pt x="2133600" y="361380"/>
                    </a:lnTo>
                    <a:cubicBezTo>
                      <a:pt x="2139245" y="355735"/>
                      <a:pt x="2143394" y="348016"/>
                      <a:pt x="2150534" y="344446"/>
                    </a:cubicBezTo>
                    <a:cubicBezTo>
                      <a:pt x="2191540" y="323943"/>
                      <a:pt x="2175475" y="336437"/>
                      <a:pt x="2201334" y="310580"/>
                    </a:cubicBezTo>
                    <a:cubicBezTo>
                      <a:pt x="2286001" y="316224"/>
                      <a:pt x="2371771" y="312766"/>
                      <a:pt x="2455334" y="327513"/>
                    </a:cubicBezTo>
                    <a:cubicBezTo>
                      <a:pt x="2471056" y="330287"/>
                      <a:pt x="2473908" y="356793"/>
                      <a:pt x="2489200" y="361380"/>
                    </a:cubicBezTo>
                    <a:cubicBezTo>
                      <a:pt x="2532788" y="374456"/>
                      <a:pt x="2579617" y="371877"/>
                      <a:pt x="2624667" y="378313"/>
                    </a:cubicBezTo>
                    <a:cubicBezTo>
                      <a:pt x="2658656" y="383168"/>
                      <a:pt x="2692400" y="389602"/>
                      <a:pt x="2726267" y="395246"/>
                    </a:cubicBezTo>
                    <a:cubicBezTo>
                      <a:pt x="2810934" y="389602"/>
                      <a:pt x="2895761" y="385995"/>
                      <a:pt x="2980267" y="378313"/>
                    </a:cubicBezTo>
                    <a:cubicBezTo>
                      <a:pt x="3050826" y="371899"/>
                      <a:pt x="3090293" y="368169"/>
                      <a:pt x="3149600" y="344446"/>
                    </a:cubicBezTo>
                    <a:cubicBezTo>
                      <a:pt x="3161319" y="339759"/>
                      <a:pt x="3172178" y="333157"/>
                      <a:pt x="3183467" y="327513"/>
                    </a:cubicBezTo>
                    <a:cubicBezTo>
                      <a:pt x="3262489" y="333157"/>
                      <a:pt x="3341922" y="334620"/>
                      <a:pt x="3420534" y="344446"/>
                    </a:cubicBezTo>
                    <a:cubicBezTo>
                      <a:pt x="3477652" y="351586"/>
                      <a:pt x="3533423" y="367024"/>
                      <a:pt x="3589867" y="378313"/>
                    </a:cubicBezTo>
                    <a:lnTo>
                      <a:pt x="3674534" y="395246"/>
                    </a:lnTo>
                    <a:cubicBezTo>
                      <a:pt x="3741868" y="408713"/>
                      <a:pt x="3812590" y="407399"/>
                      <a:pt x="3877734" y="429113"/>
                    </a:cubicBezTo>
                    <a:cubicBezTo>
                      <a:pt x="3966398" y="458667"/>
                      <a:pt x="3910864" y="443522"/>
                      <a:pt x="4047067" y="462980"/>
                    </a:cubicBezTo>
                    <a:cubicBezTo>
                      <a:pt x="4126089" y="457335"/>
                      <a:pt x="4205395" y="454795"/>
                      <a:pt x="4284134" y="446046"/>
                    </a:cubicBezTo>
                    <a:cubicBezTo>
                      <a:pt x="4306365" y="443576"/>
                      <a:pt x="4377968" y="422060"/>
                      <a:pt x="4402667" y="412180"/>
                    </a:cubicBezTo>
                    <a:cubicBezTo>
                      <a:pt x="4414386" y="407492"/>
                      <a:pt x="4424398" y="398713"/>
                      <a:pt x="4436534" y="395246"/>
                    </a:cubicBezTo>
                    <a:cubicBezTo>
                      <a:pt x="4464207" y="387339"/>
                      <a:pt x="4492978" y="383957"/>
                      <a:pt x="4521200" y="378313"/>
                    </a:cubicBezTo>
                    <a:cubicBezTo>
                      <a:pt x="4549422" y="383957"/>
                      <a:pt x="4577771" y="389002"/>
                      <a:pt x="4605867" y="395246"/>
                    </a:cubicBezTo>
                    <a:cubicBezTo>
                      <a:pt x="4628585" y="400295"/>
                      <a:pt x="4650327" y="412180"/>
                      <a:pt x="4673600" y="412180"/>
                    </a:cubicBezTo>
                    <a:cubicBezTo>
                      <a:pt x="4735945" y="412180"/>
                      <a:pt x="4797778" y="400891"/>
                      <a:pt x="4859867" y="395246"/>
                    </a:cubicBezTo>
                    <a:cubicBezTo>
                      <a:pt x="4894236" y="386654"/>
                      <a:pt x="4944392" y="375955"/>
                      <a:pt x="4978400" y="361380"/>
                    </a:cubicBezTo>
                    <a:lnTo>
                      <a:pt x="5080000" y="310580"/>
                    </a:lnTo>
                    <a:cubicBezTo>
                      <a:pt x="5087140" y="307010"/>
                      <a:pt x="5090292" y="298074"/>
                      <a:pt x="5096934" y="293646"/>
                    </a:cubicBezTo>
                    <a:cubicBezTo>
                      <a:pt x="5107435" y="286645"/>
                      <a:pt x="5120703" y="284286"/>
                      <a:pt x="5130800" y="276713"/>
                    </a:cubicBezTo>
                    <a:cubicBezTo>
                      <a:pt x="5143572" y="267134"/>
                      <a:pt x="5157527" y="257126"/>
                      <a:pt x="5164667" y="242846"/>
                    </a:cubicBezTo>
                    <a:cubicBezTo>
                      <a:pt x="5170311" y="231557"/>
                      <a:pt x="5171503" y="216553"/>
                      <a:pt x="5181600" y="208980"/>
                    </a:cubicBezTo>
                    <a:cubicBezTo>
                      <a:pt x="5195879" y="198270"/>
                      <a:pt x="5215994" y="199077"/>
                      <a:pt x="5232400" y="192046"/>
                    </a:cubicBezTo>
                    <a:cubicBezTo>
                      <a:pt x="5389953" y="124524"/>
                      <a:pt x="5194837" y="187224"/>
                      <a:pt x="5401734" y="141246"/>
                    </a:cubicBezTo>
                    <a:cubicBezTo>
                      <a:pt x="5464915" y="127206"/>
                      <a:pt x="5436281" y="127428"/>
                      <a:pt x="5486400" y="107380"/>
                    </a:cubicBezTo>
                    <a:cubicBezTo>
                      <a:pt x="5502973" y="100751"/>
                      <a:pt x="5520267" y="96091"/>
                      <a:pt x="5537200" y="90446"/>
                    </a:cubicBezTo>
                    <a:cubicBezTo>
                      <a:pt x="5571067" y="96091"/>
                      <a:pt x="5605491" y="99053"/>
                      <a:pt x="5638800" y="107380"/>
                    </a:cubicBezTo>
                    <a:cubicBezTo>
                      <a:pt x="5651045" y="110441"/>
                      <a:pt x="5660948" y="119626"/>
                      <a:pt x="5672667" y="124313"/>
                    </a:cubicBezTo>
                    <a:cubicBezTo>
                      <a:pt x="5689240" y="130942"/>
                      <a:pt x="5706894" y="134617"/>
                      <a:pt x="5723467" y="141246"/>
                    </a:cubicBezTo>
                    <a:cubicBezTo>
                      <a:pt x="5735186" y="145934"/>
                      <a:pt x="5744884" y="156105"/>
                      <a:pt x="5757334" y="158180"/>
                    </a:cubicBezTo>
                    <a:cubicBezTo>
                      <a:pt x="5813288" y="167506"/>
                      <a:pt x="5870223" y="169469"/>
                      <a:pt x="5926667" y="175113"/>
                    </a:cubicBezTo>
                    <a:cubicBezTo>
                      <a:pt x="5949245" y="163824"/>
                      <a:pt x="5976550" y="159095"/>
                      <a:pt x="5994400" y="141246"/>
                    </a:cubicBezTo>
                    <a:cubicBezTo>
                      <a:pt x="6000045" y="135602"/>
                      <a:pt x="6004489" y="128420"/>
                      <a:pt x="6011334" y="124313"/>
                    </a:cubicBezTo>
                    <a:cubicBezTo>
                      <a:pt x="6032979" y="111326"/>
                      <a:pt x="6056489" y="101735"/>
                      <a:pt x="6079067" y="90446"/>
                    </a:cubicBezTo>
                    <a:lnTo>
                      <a:pt x="6180667" y="39646"/>
                    </a:lnTo>
                    <a:cubicBezTo>
                      <a:pt x="6222298" y="18830"/>
                      <a:pt x="6270978" y="17069"/>
                      <a:pt x="6316134" y="5780"/>
                    </a:cubicBezTo>
                    <a:cubicBezTo>
                      <a:pt x="6368155" y="-7225"/>
                      <a:pt x="6423378" y="5780"/>
                      <a:pt x="6477000" y="5780"/>
                    </a:cubicBezTo>
                  </a:path>
                </a:pathLst>
              </a:cu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2" name="자유형 11"/>
              <p:cNvSpPr/>
              <p:nvPr/>
            </p:nvSpPr>
            <p:spPr>
              <a:xfrm>
                <a:off x="1413933" y="2996952"/>
                <a:ext cx="13594572" cy="1032934"/>
              </a:xfrm>
              <a:custGeom>
                <a:avLst/>
                <a:gdLst>
                  <a:gd name="connsiteX0" fmla="*/ 0 w 6502400"/>
                  <a:gd name="connsiteY0" fmla="*/ 1032934 h 1032934"/>
                  <a:gd name="connsiteX1" fmla="*/ 50800 w 6502400"/>
                  <a:gd name="connsiteY1" fmla="*/ 999067 h 1032934"/>
                  <a:gd name="connsiteX2" fmla="*/ 84667 w 6502400"/>
                  <a:gd name="connsiteY2" fmla="*/ 931334 h 1032934"/>
                  <a:gd name="connsiteX3" fmla="*/ 101600 w 6502400"/>
                  <a:gd name="connsiteY3" fmla="*/ 914400 h 1032934"/>
                  <a:gd name="connsiteX4" fmla="*/ 152400 w 6502400"/>
                  <a:gd name="connsiteY4" fmla="*/ 812800 h 1032934"/>
                  <a:gd name="connsiteX5" fmla="*/ 186267 w 6502400"/>
                  <a:gd name="connsiteY5" fmla="*/ 728134 h 1032934"/>
                  <a:gd name="connsiteX6" fmla="*/ 203200 w 6502400"/>
                  <a:gd name="connsiteY6" fmla="*/ 711200 h 1032934"/>
                  <a:gd name="connsiteX7" fmla="*/ 237067 w 6502400"/>
                  <a:gd name="connsiteY7" fmla="*/ 609600 h 1032934"/>
                  <a:gd name="connsiteX8" fmla="*/ 287867 w 6502400"/>
                  <a:gd name="connsiteY8" fmla="*/ 372534 h 1032934"/>
                  <a:gd name="connsiteX9" fmla="*/ 355600 w 6502400"/>
                  <a:gd name="connsiteY9" fmla="*/ 406400 h 1032934"/>
                  <a:gd name="connsiteX10" fmla="*/ 372534 w 6502400"/>
                  <a:gd name="connsiteY10" fmla="*/ 423334 h 1032934"/>
                  <a:gd name="connsiteX11" fmla="*/ 406400 w 6502400"/>
                  <a:gd name="connsiteY11" fmla="*/ 440267 h 1032934"/>
                  <a:gd name="connsiteX12" fmla="*/ 457200 w 6502400"/>
                  <a:gd name="connsiteY12" fmla="*/ 474134 h 1032934"/>
                  <a:gd name="connsiteX13" fmla="*/ 558800 w 6502400"/>
                  <a:gd name="connsiteY13" fmla="*/ 491067 h 1032934"/>
                  <a:gd name="connsiteX14" fmla="*/ 592667 w 6502400"/>
                  <a:gd name="connsiteY14" fmla="*/ 508000 h 1032934"/>
                  <a:gd name="connsiteX15" fmla="*/ 609600 w 6502400"/>
                  <a:gd name="connsiteY15" fmla="*/ 524934 h 1032934"/>
                  <a:gd name="connsiteX16" fmla="*/ 643467 w 6502400"/>
                  <a:gd name="connsiteY16" fmla="*/ 541867 h 1032934"/>
                  <a:gd name="connsiteX17" fmla="*/ 660400 w 6502400"/>
                  <a:gd name="connsiteY17" fmla="*/ 575734 h 1032934"/>
                  <a:gd name="connsiteX18" fmla="*/ 711200 w 6502400"/>
                  <a:gd name="connsiteY18" fmla="*/ 609600 h 1032934"/>
                  <a:gd name="connsiteX19" fmla="*/ 880534 w 6502400"/>
                  <a:gd name="connsiteY19" fmla="*/ 575734 h 1032934"/>
                  <a:gd name="connsiteX20" fmla="*/ 897467 w 6502400"/>
                  <a:gd name="connsiteY20" fmla="*/ 558800 h 1032934"/>
                  <a:gd name="connsiteX21" fmla="*/ 982134 w 6502400"/>
                  <a:gd name="connsiteY21" fmla="*/ 508000 h 1032934"/>
                  <a:gd name="connsiteX22" fmla="*/ 999067 w 6502400"/>
                  <a:gd name="connsiteY22" fmla="*/ 474134 h 1032934"/>
                  <a:gd name="connsiteX23" fmla="*/ 1151467 w 6502400"/>
                  <a:gd name="connsiteY23" fmla="*/ 457200 h 1032934"/>
                  <a:gd name="connsiteX24" fmla="*/ 1405467 w 6502400"/>
                  <a:gd name="connsiteY24" fmla="*/ 457200 h 1032934"/>
                  <a:gd name="connsiteX25" fmla="*/ 1490134 w 6502400"/>
                  <a:gd name="connsiteY25" fmla="*/ 406400 h 1032934"/>
                  <a:gd name="connsiteX26" fmla="*/ 1507067 w 6502400"/>
                  <a:gd name="connsiteY26" fmla="*/ 372534 h 1032934"/>
                  <a:gd name="connsiteX27" fmla="*/ 1540934 w 6502400"/>
                  <a:gd name="connsiteY27" fmla="*/ 338667 h 1032934"/>
                  <a:gd name="connsiteX28" fmla="*/ 1625600 w 6502400"/>
                  <a:gd name="connsiteY28" fmla="*/ 220134 h 1032934"/>
                  <a:gd name="connsiteX29" fmla="*/ 1642534 w 6502400"/>
                  <a:gd name="connsiteY29" fmla="*/ 203200 h 1032934"/>
                  <a:gd name="connsiteX30" fmla="*/ 1693334 w 6502400"/>
                  <a:gd name="connsiteY30" fmla="*/ 186267 h 1032934"/>
                  <a:gd name="connsiteX31" fmla="*/ 1947334 w 6502400"/>
                  <a:gd name="connsiteY31" fmla="*/ 203200 h 1032934"/>
                  <a:gd name="connsiteX32" fmla="*/ 1964267 w 6502400"/>
                  <a:gd name="connsiteY32" fmla="*/ 220134 h 1032934"/>
                  <a:gd name="connsiteX33" fmla="*/ 1981200 w 6502400"/>
                  <a:gd name="connsiteY33" fmla="*/ 254000 h 1032934"/>
                  <a:gd name="connsiteX34" fmla="*/ 1998134 w 6502400"/>
                  <a:gd name="connsiteY34" fmla="*/ 270934 h 1032934"/>
                  <a:gd name="connsiteX35" fmla="*/ 2015067 w 6502400"/>
                  <a:gd name="connsiteY35" fmla="*/ 304800 h 1032934"/>
                  <a:gd name="connsiteX36" fmla="*/ 2032000 w 6502400"/>
                  <a:gd name="connsiteY36" fmla="*/ 321734 h 1032934"/>
                  <a:gd name="connsiteX37" fmla="*/ 2099734 w 6502400"/>
                  <a:gd name="connsiteY37" fmla="*/ 355600 h 1032934"/>
                  <a:gd name="connsiteX38" fmla="*/ 2116667 w 6502400"/>
                  <a:gd name="connsiteY38" fmla="*/ 372534 h 1032934"/>
                  <a:gd name="connsiteX39" fmla="*/ 2184400 w 6502400"/>
                  <a:gd name="connsiteY39" fmla="*/ 355600 h 1032934"/>
                  <a:gd name="connsiteX40" fmla="*/ 2269067 w 6502400"/>
                  <a:gd name="connsiteY40" fmla="*/ 321734 h 1032934"/>
                  <a:gd name="connsiteX41" fmla="*/ 2319867 w 6502400"/>
                  <a:gd name="connsiteY41" fmla="*/ 304800 h 1032934"/>
                  <a:gd name="connsiteX42" fmla="*/ 2387600 w 6502400"/>
                  <a:gd name="connsiteY42" fmla="*/ 270934 h 1032934"/>
                  <a:gd name="connsiteX43" fmla="*/ 2489200 w 6502400"/>
                  <a:gd name="connsiteY43" fmla="*/ 220134 h 1032934"/>
                  <a:gd name="connsiteX44" fmla="*/ 2506134 w 6502400"/>
                  <a:gd name="connsiteY44" fmla="*/ 203200 h 1032934"/>
                  <a:gd name="connsiteX45" fmla="*/ 2540000 w 6502400"/>
                  <a:gd name="connsiteY45" fmla="*/ 186267 h 1032934"/>
                  <a:gd name="connsiteX46" fmla="*/ 2573867 w 6502400"/>
                  <a:gd name="connsiteY46" fmla="*/ 152400 h 1032934"/>
                  <a:gd name="connsiteX47" fmla="*/ 2641600 w 6502400"/>
                  <a:gd name="connsiteY47" fmla="*/ 118534 h 1032934"/>
                  <a:gd name="connsiteX48" fmla="*/ 2658534 w 6502400"/>
                  <a:gd name="connsiteY48" fmla="*/ 101600 h 1032934"/>
                  <a:gd name="connsiteX49" fmla="*/ 2777067 w 6502400"/>
                  <a:gd name="connsiteY49" fmla="*/ 84667 h 1032934"/>
                  <a:gd name="connsiteX50" fmla="*/ 2844800 w 6502400"/>
                  <a:gd name="connsiteY50" fmla="*/ 101600 h 1032934"/>
                  <a:gd name="connsiteX51" fmla="*/ 2861734 w 6502400"/>
                  <a:gd name="connsiteY51" fmla="*/ 118534 h 1032934"/>
                  <a:gd name="connsiteX52" fmla="*/ 2929467 w 6502400"/>
                  <a:gd name="connsiteY52" fmla="*/ 152400 h 1032934"/>
                  <a:gd name="connsiteX53" fmla="*/ 2963334 w 6502400"/>
                  <a:gd name="connsiteY53" fmla="*/ 169334 h 1032934"/>
                  <a:gd name="connsiteX54" fmla="*/ 2997200 w 6502400"/>
                  <a:gd name="connsiteY54" fmla="*/ 186267 h 1032934"/>
                  <a:gd name="connsiteX55" fmla="*/ 3014134 w 6502400"/>
                  <a:gd name="connsiteY55" fmla="*/ 203200 h 1032934"/>
                  <a:gd name="connsiteX56" fmla="*/ 3081867 w 6502400"/>
                  <a:gd name="connsiteY56" fmla="*/ 220134 h 1032934"/>
                  <a:gd name="connsiteX57" fmla="*/ 3437467 w 6502400"/>
                  <a:gd name="connsiteY57" fmla="*/ 203200 h 1032934"/>
                  <a:gd name="connsiteX58" fmla="*/ 3539067 w 6502400"/>
                  <a:gd name="connsiteY58" fmla="*/ 169334 h 1032934"/>
                  <a:gd name="connsiteX59" fmla="*/ 3606800 w 6502400"/>
                  <a:gd name="connsiteY59" fmla="*/ 152400 h 1032934"/>
                  <a:gd name="connsiteX60" fmla="*/ 3725334 w 6502400"/>
                  <a:gd name="connsiteY60" fmla="*/ 118534 h 1032934"/>
                  <a:gd name="connsiteX61" fmla="*/ 3860800 w 6502400"/>
                  <a:gd name="connsiteY61" fmla="*/ 101600 h 1032934"/>
                  <a:gd name="connsiteX62" fmla="*/ 3962400 w 6502400"/>
                  <a:gd name="connsiteY62" fmla="*/ 118534 h 1032934"/>
                  <a:gd name="connsiteX63" fmla="*/ 4148667 w 6502400"/>
                  <a:gd name="connsiteY63" fmla="*/ 152400 h 1032934"/>
                  <a:gd name="connsiteX64" fmla="*/ 4216400 w 6502400"/>
                  <a:gd name="connsiteY64" fmla="*/ 203200 h 1032934"/>
                  <a:gd name="connsiteX65" fmla="*/ 4233334 w 6502400"/>
                  <a:gd name="connsiteY65" fmla="*/ 220134 h 1032934"/>
                  <a:gd name="connsiteX66" fmla="*/ 4267200 w 6502400"/>
                  <a:gd name="connsiteY66" fmla="*/ 237067 h 1032934"/>
                  <a:gd name="connsiteX67" fmla="*/ 4334934 w 6502400"/>
                  <a:gd name="connsiteY67" fmla="*/ 270934 h 1032934"/>
                  <a:gd name="connsiteX68" fmla="*/ 4470400 w 6502400"/>
                  <a:gd name="connsiteY68" fmla="*/ 304800 h 1032934"/>
                  <a:gd name="connsiteX69" fmla="*/ 4605867 w 6502400"/>
                  <a:gd name="connsiteY69" fmla="*/ 270934 h 1032934"/>
                  <a:gd name="connsiteX70" fmla="*/ 4673600 w 6502400"/>
                  <a:gd name="connsiteY70" fmla="*/ 237067 h 1032934"/>
                  <a:gd name="connsiteX71" fmla="*/ 4690534 w 6502400"/>
                  <a:gd name="connsiteY71" fmla="*/ 220134 h 1032934"/>
                  <a:gd name="connsiteX72" fmla="*/ 4724400 w 6502400"/>
                  <a:gd name="connsiteY72" fmla="*/ 203200 h 1032934"/>
                  <a:gd name="connsiteX73" fmla="*/ 4741334 w 6502400"/>
                  <a:gd name="connsiteY73" fmla="*/ 186267 h 1032934"/>
                  <a:gd name="connsiteX74" fmla="*/ 4809067 w 6502400"/>
                  <a:gd name="connsiteY74" fmla="*/ 152400 h 1032934"/>
                  <a:gd name="connsiteX75" fmla="*/ 4876800 w 6502400"/>
                  <a:gd name="connsiteY75" fmla="*/ 118534 h 1032934"/>
                  <a:gd name="connsiteX76" fmla="*/ 4893734 w 6502400"/>
                  <a:gd name="connsiteY76" fmla="*/ 101600 h 1032934"/>
                  <a:gd name="connsiteX77" fmla="*/ 4927600 w 6502400"/>
                  <a:gd name="connsiteY77" fmla="*/ 84667 h 1032934"/>
                  <a:gd name="connsiteX78" fmla="*/ 4961467 w 6502400"/>
                  <a:gd name="connsiteY78" fmla="*/ 50800 h 1032934"/>
                  <a:gd name="connsiteX79" fmla="*/ 5029200 w 6502400"/>
                  <a:gd name="connsiteY79" fmla="*/ 16934 h 1032934"/>
                  <a:gd name="connsiteX80" fmla="*/ 5063067 w 6502400"/>
                  <a:gd name="connsiteY80" fmla="*/ 0 h 1032934"/>
                  <a:gd name="connsiteX81" fmla="*/ 5096934 w 6502400"/>
                  <a:gd name="connsiteY81" fmla="*/ 16934 h 1032934"/>
                  <a:gd name="connsiteX82" fmla="*/ 5198534 w 6502400"/>
                  <a:gd name="connsiteY82" fmla="*/ 50800 h 1032934"/>
                  <a:gd name="connsiteX83" fmla="*/ 5215467 w 6502400"/>
                  <a:gd name="connsiteY83" fmla="*/ 67734 h 1032934"/>
                  <a:gd name="connsiteX84" fmla="*/ 5249334 w 6502400"/>
                  <a:gd name="connsiteY84" fmla="*/ 118534 h 1032934"/>
                  <a:gd name="connsiteX85" fmla="*/ 5283200 w 6502400"/>
                  <a:gd name="connsiteY85" fmla="*/ 135467 h 1032934"/>
                  <a:gd name="connsiteX86" fmla="*/ 5334000 w 6502400"/>
                  <a:gd name="connsiteY86" fmla="*/ 169334 h 1032934"/>
                  <a:gd name="connsiteX87" fmla="*/ 5469467 w 6502400"/>
                  <a:gd name="connsiteY87" fmla="*/ 203200 h 1032934"/>
                  <a:gd name="connsiteX88" fmla="*/ 5520267 w 6502400"/>
                  <a:gd name="connsiteY88" fmla="*/ 220134 h 1032934"/>
                  <a:gd name="connsiteX89" fmla="*/ 5875867 w 6502400"/>
                  <a:gd name="connsiteY89" fmla="*/ 203200 h 1032934"/>
                  <a:gd name="connsiteX90" fmla="*/ 5960534 w 6502400"/>
                  <a:gd name="connsiteY90" fmla="*/ 152400 h 1032934"/>
                  <a:gd name="connsiteX91" fmla="*/ 5994400 w 6502400"/>
                  <a:gd name="connsiteY91" fmla="*/ 135467 h 1032934"/>
                  <a:gd name="connsiteX92" fmla="*/ 6096000 w 6502400"/>
                  <a:gd name="connsiteY92" fmla="*/ 67734 h 1032934"/>
                  <a:gd name="connsiteX93" fmla="*/ 6163734 w 6502400"/>
                  <a:gd name="connsiteY93" fmla="*/ 50800 h 1032934"/>
                  <a:gd name="connsiteX94" fmla="*/ 6214534 w 6502400"/>
                  <a:gd name="connsiteY94" fmla="*/ 33867 h 1032934"/>
                  <a:gd name="connsiteX95" fmla="*/ 6502400 w 6502400"/>
                  <a:gd name="connsiteY95" fmla="*/ 16934 h 103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6502400" h="1032934">
                    <a:moveTo>
                      <a:pt x="0" y="1032934"/>
                    </a:moveTo>
                    <a:cubicBezTo>
                      <a:pt x="16933" y="1021645"/>
                      <a:pt x="37771" y="1014701"/>
                      <a:pt x="50800" y="999067"/>
                    </a:cubicBezTo>
                    <a:cubicBezTo>
                      <a:pt x="66960" y="979675"/>
                      <a:pt x="73378" y="953912"/>
                      <a:pt x="84667" y="931334"/>
                    </a:cubicBezTo>
                    <a:cubicBezTo>
                      <a:pt x="88237" y="924194"/>
                      <a:pt x="97493" y="921245"/>
                      <a:pt x="101600" y="914400"/>
                    </a:cubicBezTo>
                    <a:cubicBezTo>
                      <a:pt x="101610" y="914383"/>
                      <a:pt x="143929" y="829742"/>
                      <a:pt x="152400" y="812800"/>
                    </a:cubicBezTo>
                    <a:cubicBezTo>
                      <a:pt x="179933" y="757731"/>
                      <a:pt x="156679" y="772517"/>
                      <a:pt x="186267" y="728134"/>
                    </a:cubicBezTo>
                    <a:cubicBezTo>
                      <a:pt x="190695" y="721492"/>
                      <a:pt x="197556" y="716845"/>
                      <a:pt x="203200" y="711200"/>
                    </a:cubicBezTo>
                    <a:cubicBezTo>
                      <a:pt x="214489" y="677333"/>
                      <a:pt x="231198" y="644813"/>
                      <a:pt x="237067" y="609600"/>
                    </a:cubicBezTo>
                    <a:cubicBezTo>
                      <a:pt x="273009" y="393951"/>
                      <a:pt x="240225" y="467818"/>
                      <a:pt x="287867" y="372534"/>
                    </a:cubicBezTo>
                    <a:cubicBezTo>
                      <a:pt x="310445" y="383823"/>
                      <a:pt x="337751" y="388551"/>
                      <a:pt x="355600" y="406400"/>
                    </a:cubicBezTo>
                    <a:cubicBezTo>
                      <a:pt x="361245" y="412045"/>
                      <a:pt x="365892" y="418906"/>
                      <a:pt x="372534" y="423334"/>
                    </a:cubicBezTo>
                    <a:cubicBezTo>
                      <a:pt x="383035" y="430335"/>
                      <a:pt x="395899" y="433266"/>
                      <a:pt x="406400" y="440267"/>
                    </a:cubicBezTo>
                    <a:cubicBezTo>
                      <a:pt x="437381" y="460920"/>
                      <a:pt x="408096" y="461858"/>
                      <a:pt x="457200" y="474134"/>
                    </a:cubicBezTo>
                    <a:cubicBezTo>
                      <a:pt x="490509" y="482461"/>
                      <a:pt x="524933" y="485423"/>
                      <a:pt x="558800" y="491067"/>
                    </a:cubicBezTo>
                    <a:cubicBezTo>
                      <a:pt x="570089" y="496711"/>
                      <a:pt x="582165" y="500999"/>
                      <a:pt x="592667" y="508000"/>
                    </a:cubicBezTo>
                    <a:cubicBezTo>
                      <a:pt x="599309" y="512428"/>
                      <a:pt x="602958" y="520506"/>
                      <a:pt x="609600" y="524934"/>
                    </a:cubicBezTo>
                    <a:cubicBezTo>
                      <a:pt x="620102" y="531935"/>
                      <a:pt x="632178" y="536223"/>
                      <a:pt x="643467" y="541867"/>
                    </a:cubicBezTo>
                    <a:cubicBezTo>
                      <a:pt x="649111" y="553156"/>
                      <a:pt x="653399" y="565232"/>
                      <a:pt x="660400" y="575734"/>
                    </a:cubicBezTo>
                    <a:cubicBezTo>
                      <a:pt x="673328" y="595126"/>
                      <a:pt x="690639" y="599319"/>
                      <a:pt x="711200" y="609600"/>
                    </a:cubicBezTo>
                    <a:cubicBezTo>
                      <a:pt x="754877" y="603361"/>
                      <a:pt x="833249" y="599377"/>
                      <a:pt x="880534" y="575734"/>
                    </a:cubicBezTo>
                    <a:cubicBezTo>
                      <a:pt x="887674" y="572164"/>
                      <a:pt x="890622" y="562907"/>
                      <a:pt x="897467" y="558800"/>
                    </a:cubicBezTo>
                    <a:cubicBezTo>
                      <a:pt x="919556" y="545546"/>
                      <a:pt x="964043" y="535136"/>
                      <a:pt x="982134" y="508000"/>
                    </a:cubicBezTo>
                    <a:cubicBezTo>
                      <a:pt x="989135" y="497499"/>
                      <a:pt x="986978" y="477761"/>
                      <a:pt x="999067" y="474134"/>
                    </a:cubicBezTo>
                    <a:cubicBezTo>
                      <a:pt x="1048024" y="459447"/>
                      <a:pt x="1100667" y="462845"/>
                      <a:pt x="1151467" y="457200"/>
                    </a:cubicBezTo>
                    <a:cubicBezTo>
                      <a:pt x="1264050" y="479717"/>
                      <a:pt x="1262106" y="487920"/>
                      <a:pt x="1405467" y="457200"/>
                    </a:cubicBezTo>
                    <a:cubicBezTo>
                      <a:pt x="1420929" y="453887"/>
                      <a:pt x="1474139" y="430392"/>
                      <a:pt x="1490134" y="406400"/>
                    </a:cubicBezTo>
                    <a:cubicBezTo>
                      <a:pt x="1497135" y="395899"/>
                      <a:pt x="1499494" y="382631"/>
                      <a:pt x="1507067" y="372534"/>
                    </a:cubicBezTo>
                    <a:cubicBezTo>
                      <a:pt x="1516646" y="359762"/>
                      <a:pt x="1540934" y="338667"/>
                      <a:pt x="1540934" y="338667"/>
                    </a:cubicBezTo>
                    <a:cubicBezTo>
                      <a:pt x="1585509" y="249515"/>
                      <a:pt x="1556951" y="288783"/>
                      <a:pt x="1625600" y="220134"/>
                    </a:cubicBezTo>
                    <a:cubicBezTo>
                      <a:pt x="1631245" y="214489"/>
                      <a:pt x="1634961" y="205724"/>
                      <a:pt x="1642534" y="203200"/>
                    </a:cubicBezTo>
                    <a:lnTo>
                      <a:pt x="1693334" y="186267"/>
                    </a:lnTo>
                    <a:cubicBezTo>
                      <a:pt x="1778001" y="191911"/>
                      <a:pt x="1863135" y="192675"/>
                      <a:pt x="1947334" y="203200"/>
                    </a:cubicBezTo>
                    <a:cubicBezTo>
                      <a:pt x="1955255" y="204190"/>
                      <a:pt x="1959839" y="213492"/>
                      <a:pt x="1964267" y="220134"/>
                    </a:cubicBezTo>
                    <a:cubicBezTo>
                      <a:pt x="1971268" y="230635"/>
                      <a:pt x="1974199" y="243499"/>
                      <a:pt x="1981200" y="254000"/>
                    </a:cubicBezTo>
                    <a:cubicBezTo>
                      <a:pt x="1985628" y="260642"/>
                      <a:pt x="1993706" y="264292"/>
                      <a:pt x="1998134" y="270934"/>
                    </a:cubicBezTo>
                    <a:cubicBezTo>
                      <a:pt x="2005135" y="281435"/>
                      <a:pt x="2008066" y="294299"/>
                      <a:pt x="2015067" y="304800"/>
                    </a:cubicBezTo>
                    <a:cubicBezTo>
                      <a:pt x="2019495" y="311442"/>
                      <a:pt x="2025155" y="317627"/>
                      <a:pt x="2032000" y="321734"/>
                    </a:cubicBezTo>
                    <a:cubicBezTo>
                      <a:pt x="2053646" y="334721"/>
                      <a:pt x="2099734" y="355600"/>
                      <a:pt x="2099734" y="355600"/>
                    </a:cubicBezTo>
                    <a:cubicBezTo>
                      <a:pt x="2105378" y="361245"/>
                      <a:pt x="2108684" y="372534"/>
                      <a:pt x="2116667" y="372534"/>
                    </a:cubicBezTo>
                    <a:cubicBezTo>
                      <a:pt x="2139940" y="372534"/>
                      <a:pt x="2162023" y="361994"/>
                      <a:pt x="2184400" y="355600"/>
                    </a:cubicBezTo>
                    <a:cubicBezTo>
                      <a:pt x="2282677" y="327521"/>
                      <a:pt x="2194130" y="351709"/>
                      <a:pt x="2269067" y="321734"/>
                    </a:cubicBezTo>
                    <a:cubicBezTo>
                      <a:pt x="2285640" y="315105"/>
                      <a:pt x="2303461" y="311831"/>
                      <a:pt x="2319867" y="304800"/>
                    </a:cubicBezTo>
                    <a:cubicBezTo>
                      <a:pt x="2343069" y="294856"/>
                      <a:pt x="2365022" y="282223"/>
                      <a:pt x="2387600" y="270934"/>
                    </a:cubicBezTo>
                    <a:lnTo>
                      <a:pt x="2489200" y="220134"/>
                    </a:lnTo>
                    <a:cubicBezTo>
                      <a:pt x="2496340" y="216564"/>
                      <a:pt x="2499492" y="207628"/>
                      <a:pt x="2506134" y="203200"/>
                    </a:cubicBezTo>
                    <a:cubicBezTo>
                      <a:pt x="2516635" y="196199"/>
                      <a:pt x="2529903" y="193840"/>
                      <a:pt x="2540000" y="186267"/>
                    </a:cubicBezTo>
                    <a:cubicBezTo>
                      <a:pt x="2552772" y="176688"/>
                      <a:pt x="2559587" y="159540"/>
                      <a:pt x="2573867" y="152400"/>
                    </a:cubicBezTo>
                    <a:cubicBezTo>
                      <a:pt x="2596445" y="141111"/>
                      <a:pt x="2623751" y="136383"/>
                      <a:pt x="2641600" y="118534"/>
                    </a:cubicBezTo>
                    <a:cubicBezTo>
                      <a:pt x="2647245" y="112889"/>
                      <a:pt x="2650790" y="103536"/>
                      <a:pt x="2658534" y="101600"/>
                    </a:cubicBezTo>
                    <a:cubicBezTo>
                      <a:pt x="2697254" y="91920"/>
                      <a:pt x="2737556" y="90311"/>
                      <a:pt x="2777067" y="84667"/>
                    </a:cubicBezTo>
                    <a:cubicBezTo>
                      <a:pt x="2799645" y="90311"/>
                      <a:pt x="2823192" y="92957"/>
                      <a:pt x="2844800" y="101600"/>
                    </a:cubicBezTo>
                    <a:cubicBezTo>
                      <a:pt x="2852212" y="104565"/>
                      <a:pt x="2854889" y="114427"/>
                      <a:pt x="2861734" y="118534"/>
                    </a:cubicBezTo>
                    <a:cubicBezTo>
                      <a:pt x="2883379" y="131521"/>
                      <a:pt x="2906889" y="141111"/>
                      <a:pt x="2929467" y="152400"/>
                    </a:cubicBezTo>
                    <a:lnTo>
                      <a:pt x="2963334" y="169334"/>
                    </a:lnTo>
                    <a:cubicBezTo>
                      <a:pt x="2974623" y="174978"/>
                      <a:pt x="2988275" y="177343"/>
                      <a:pt x="2997200" y="186267"/>
                    </a:cubicBezTo>
                    <a:cubicBezTo>
                      <a:pt x="3002845" y="191911"/>
                      <a:pt x="3006722" y="200235"/>
                      <a:pt x="3014134" y="203200"/>
                    </a:cubicBezTo>
                    <a:cubicBezTo>
                      <a:pt x="3035742" y="211843"/>
                      <a:pt x="3059289" y="214489"/>
                      <a:pt x="3081867" y="220134"/>
                    </a:cubicBezTo>
                    <a:cubicBezTo>
                      <a:pt x="3200400" y="214489"/>
                      <a:pt x="3319525" y="216305"/>
                      <a:pt x="3437467" y="203200"/>
                    </a:cubicBezTo>
                    <a:cubicBezTo>
                      <a:pt x="3472947" y="199258"/>
                      <a:pt x="3505200" y="180623"/>
                      <a:pt x="3539067" y="169334"/>
                    </a:cubicBezTo>
                    <a:cubicBezTo>
                      <a:pt x="3561145" y="161975"/>
                      <a:pt x="3584423" y="158794"/>
                      <a:pt x="3606800" y="152400"/>
                    </a:cubicBezTo>
                    <a:cubicBezTo>
                      <a:pt x="3663168" y="136295"/>
                      <a:pt x="3661811" y="129121"/>
                      <a:pt x="3725334" y="118534"/>
                    </a:cubicBezTo>
                    <a:cubicBezTo>
                      <a:pt x="3770222" y="111053"/>
                      <a:pt x="3815645" y="107245"/>
                      <a:pt x="3860800" y="101600"/>
                    </a:cubicBezTo>
                    <a:cubicBezTo>
                      <a:pt x="3894667" y="107245"/>
                      <a:pt x="3928411" y="113678"/>
                      <a:pt x="3962400" y="118534"/>
                    </a:cubicBezTo>
                    <a:cubicBezTo>
                      <a:pt x="4129943" y="142469"/>
                      <a:pt x="4049061" y="119199"/>
                      <a:pt x="4148667" y="152400"/>
                    </a:cubicBezTo>
                    <a:cubicBezTo>
                      <a:pt x="4221911" y="225644"/>
                      <a:pt x="4144180" y="155053"/>
                      <a:pt x="4216400" y="203200"/>
                    </a:cubicBezTo>
                    <a:cubicBezTo>
                      <a:pt x="4223042" y="207628"/>
                      <a:pt x="4226692" y="215706"/>
                      <a:pt x="4233334" y="220134"/>
                    </a:cubicBezTo>
                    <a:cubicBezTo>
                      <a:pt x="4243835" y="227135"/>
                      <a:pt x="4256699" y="230066"/>
                      <a:pt x="4267200" y="237067"/>
                    </a:cubicBezTo>
                    <a:cubicBezTo>
                      <a:pt x="4317745" y="270763"/>
                      <a:pt x="4229628" y="242214"/>
                      <a:pt x="4334934" y="270934"/>
                    </a:cubicBezTo>
                    <a:cubicBezTo>
                      <a:pt x="4379839" y="283181"/>
                      <a:pt x="4470400" y="304800"/>
                      <a:pt x="4470400" y="304800"/>
                    </a:cubicBezTo>
                    <a:cubicBezTo>
                      <a:pt x="4520092" y="294862"/>
                      <a:pt x="4560308" y="290459"/>
                      <a:pt x="4605867" y="270934"/>
                    </a:cubicBezTo>
                    <a:cubicBezTo>
                      <a:pt x="4629069" y="260990"/>
                      <a:pt x="4655750" y="254916"/>
                      <a:pt x="4673600" y="237067"/>
                    </a:cubicBezTo>
                    <a:cubicBezTo>
                      <a:pt x="4679245" y="231423"/>
                      <a:pt x="4683892" y="224562"/>
                      <a:pt x="4690534" y="220134"/>
                    </a:cubicBezTo>
                    <a:cubicBezTo>
                      <a:pt x="4701035" y="213133"/>
                      <a:pt x="4713899" y="210201"/>
                      <a:pt x="4724400" y="203200"/>
                    </a:cubicBezTo>
                    <a:cubicBezTo>
                      <a:pt x="4731042" y="198772"/>
                      <a:pt x="4734489" y="190374"/>
                      <a:pt x="4741334" y="186267"/>
                    </a:cubicBezTo>
                    <a:cubicBezTo>
                      <a:pt x="4762979" y="173280"/>
                      <a:pt x="4786489" y="163689"/>
                      <a:pt x="4809067" y="152400"/>
                    </a:cubicBezTo>
                    <a:lnTo>
                      <a:pt x="4876800" y="118534"/>
                    </a:lnTo>
                    <a:cubicBezTo>
                      <a:pt x="4883940" y="114964"/>
                      <a:pt x="4887092" y="106028"/>
                      <a:pt x="4893734" y="101600"/>
                    </a:cubicBezTo>
                    <a:cubicBezTo>
                      <a:pt x="4904235" y="94599"/>
                      <a:pt x="4917503" y="92240"/>
                      <a:pt x="4927600" y="84667"/>
                    </a:cubicBezTo>
                    <a:cubicBezTo>
                      <a:pt x="4940372" y="75088"/>
                      <a:pt x="4947187" y="57940"/>
                      <a:pt x="4961467" y="50800"/>
                    </a:cubicBezTo>
                    <a:lnTo>
                      <a:pt x="5029200" y="16934"/>
                    </a:lnTo>
                    <a:lnTo>
                      <a:pt x="5063067" y="0"/>
                    </a:lnTo>
                    <a:cubicBezTo>
                      <a:pt x="5074356" y="5645"/>
                      <a:pt x="5084960" y="12943"/>
                      <a:pt x="5096934" y="16934"/>
                    </a:cubicBezTo>
                    <a:cubicBezTo>
                      <a:pt x="5216908" y="56926"/>
                      <a:pt x="5122160" y="12614"/>
                      <a:pt x="5198534" y="50800"/>
                    </a:cubicBezTo>
                    <a:cubicBezTo>
                      <a:pt x="5204178" y="56445"/>
                      <a:pt x="5211039" y="61092"/>
                      <a:pt x="5215467" y="67734"/>
                    </a:cubicBezTo>
                    <a:cubicBezTo>
                      <a:pt x="5231918" y="92411"/>
                      <a:pt x="5226038" y="103003"/>
                      <a:pt x="5249334" y="118534"/>
                    </a:cubicBezTo>
                    <a:cubicBezTo>
                      <a:pt x="5259835" y="125535"/>
                      <a:pt x="5272699" y="128466"/>
                      <a:pt x="5283200" y="135467"/>
                    </a:cubicBezTo>
                    <a:cubicBezTo>
                      <a:pt x="5318416" y="158944"/>
                      <a:pt x="5278200" y="152594"/>
                      <a:pt x="5334000" y="169334"/>
                    </a:cubicBezTo>
                    <a:cubicBezTo>
                      <a:pt x="5378582" y="182709"/>
                      <a:pt x="5425310" y="188481"/>
                      <a:pt x="5469467" y="203200"/>
                    </a:cubicBezTo>
                    <a:lnTo>
                      <a:pt x="5520267" y="220134"/>
                    </a:lnTo>
                    <a:cubicBezTo>
                      <a:pt x="5638800" y="214489"/>
                      <a:pt x="5758045" y="217339"/>
                      <a:pt x="5875867" y="203200"/>
                    </a:cubicBezTo>
                    <a:cubicBezTo>
                      <a:pt x="5965760" y="192413"/>
                      <a:pt x="5921001" y="178756"/>
                      <a:pt x="5960534" y="152400"/>
                    </a:cubicBezTo>
                    <a:cubicBezTo>
                      <a:pt x="5971035" y="145399"/>
                      <a:pt x="5984303" y="143040"/>
                      <a:pt x="5994400" y="135467"/>
                    </a:cubicBezTo>
                    <a:cubicBezTo>
                      <a:pt x="6046040" y="96737"/>
                      <a:pt x="6014107" y="88208"/>
                      <a:pt x="6096000" y="67734"/>
                    </a:cubicBezTo>
                    <a:cubicBezTo>
                      <a:pt x="6118578" y="62089"/>
                      <a:pt x="6141357" y="57194"/>
                      <a:pt x="6163734" y="50800"/>
                    </a:cubicBezTo>
                    <a:cubicBezTo>
                      <a:pt x="6180896" y="45896"/>
                      <a:pt x="6196928" y="36801"/>
                      <a:pt x="6214534" y="33867"/>
                    </a:cubicBezTo>
                    <a:cubicBezTo>
                      <a:pt x="6346053" y="11948"/>
                      <a:pt x="6373917" y="16934"/>
                      <a:pt x="6502400" y="16934"/>
                    </a:cubicBezTo>
                  </a:path>
                </a:pathLst>
              </a:cu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3" name="자유형 12"/>
              <p:cNvSpPr/>
              <p:nvPr/>
            </p:nvSpPr>
            <p:spPr>
              <a:xfrm>
                <a:off x="1430864" y="3068959"/>
                <a:ext cx="13577646" cy="660400"/>
              </a:xfrm>
              <a:custGeom>
                <a:avLst/>
                <a:gdLst>
                  <a:gd name="connsiteX0" fmla="*/ 0 w 6502400"/>
                  <a:gd name="connsiteY0" fmla="*/ 660400 h 660400"/>
                  <a:gd name="connsiteX1" fmla="*/ 50800 w 6502400"/>
                  <a:gd name="connsiteY1" fmla="*/ 643466 h 660400"/>
                  <a:gd name="connsiteX2" fmla="*/ 84666 w 6502400"/>
                  <a:gd name="connsiteY2" fmla="*/ 626533 h 660400"/>
                  <a:gd name="connsiteX3" fmla="*/ 237066 w 6502400"/>
                  <a:gd name="connsiteY3" fmla="*/ 643466 h 660400"/>
                  <a:gd name="connsiteX4" fmla="*/ 287866 w 6502400"/>
                  <a:gd name="connsiteY4" fmla="*/ 660400 h 660400"/>
                  <a:gd name="connsiteX5" fmla="*/ 491066 w 6502400"/>
                  <a:gd name="connsiteY5" fmla="*/ 626533 h 660400"/>
                  <a:gd name="connsiteX6" fmla="*/ 541866 w 6502400"/>
                  <a:gd name="connsiteY6" fmla="*/ 592666 h 660400"/>
                  <a:gd name="connsiteX7" fmla="*/ 558800 w 6502400"/>
                  <a:gd name="connsiteY7" fmla="*/ 575733 h 660400"/>
                  <a:gd name="connsiteX8" fmla="*/ 592666 w 6502400"/>
                  <a:gd name="connsiteY8" fmla="*/ 558800 h 660400"/>
                  <a:gd name="connsiteX9" fmla="*/ 609600 w 6502400"/>
                  <a:gd name="connsiteY9" fmla="*/ 541866 h 660400"/>
                  <a:gd name="connsiteX10" fmla="*/ 643466 w 6502400"/>
                  <a:gd name="connsiteY10" fmla="*/ 524933 h 660400"/>
                  <a:gd name="connsiteX11" fmla="*/ 677333 w 6502400"/>
                  <a:gd name="connsiteY11" fmla="*/ 491066 h 660400"/>
                  <a:gd name="connsiteX12" fmla="*/ 745066 w 6502400"/>
                  <a:gd name="connsiteY12" fmla="*/ 457200 h 660400"/>
                  <a:gd name="connsiteX13" fmla="*/ 762000 w 6502400"/>
                  <a:gd name="connsiteY13" fmla="*/ 440266 h 660400"/>
                  <a:gd name="connsiteX14" fmla="*/ 795866 w 6502400"/>
                  <a:gd name="connsiteY14" fmla="*/ 423333 h 660400"/>
                  <a:gd name="connsiteX15" fmla="*/ 812800 w 6502400"/>
                  <a:gd name="connsiteY15" fmla="*/ 406400 h 660400"/>
                  <a:gd name="connsiteX16" fmla="*/ 846666 w 6502400"/>
                  <a:gd name="connsiteY16" fmla="*/ 389466 h 660400"/>
                  <a:gd name="connsiteX17" fmla="*/ 863600 w 6502400"/>
                  <a:gd name="connsiteY17" fmla="*/ 372533 h 660400"/>
                  <a:gd name="connsiteX18" fmla="*/ 931333 w 6502400"/>
                  <a:gd name="connsiteY18" fmla="*/ 338666 h 660400"/>
                  <a:gd name="connsiteX19" fmla="*/ 965200 w 6502400"/>
                  <a:gd name="connsiteY19" fmla="*/ 321733 h 660400"/>
                  <a:gd name="connsiteX20" fmla="*/ 999066 w 6502400"/>
                  <a:gd name="connsiteY20" fmla="*/ 304800 h 660400"/>
                  <a:gd name="connsiteX21" fmla="*/ 1066800 w 6502400"/>
                  <a:gd name="connsiteY21" fmla="*/ 321733 h 660400"/>
                  <a:gd name="connsiteX22" fmla="*/ 1253066 w 6502400"/>
                  <a:gd name="connsiteY22" fmla="*/ 355600 h 660400"/>
                  <a:gd name="connsiteX23" fmla="*/ 1320800 w 6502400"/>
                  <a:gd name="connsiteY23" fmla="*/ 389466 h 660400"/>
                  <a:gd name="connsiteX24" fmla="*/ 1337733 w 6502400"/>
                  <a:gd name="connsiteY24" fmla="*/ 406400 h 660400"/>
                  <a:gd name="connsiteX25" fmla="*/ 1405466 w 6502400"/>
                  <a:gd name="connsiteY25" fmla="*/ 440266 h 660400"/>
                  <a:gd name="connsiteX26" fmla="*/ 1794933 w 6502400"/>
                  <a:gd name="connsiteY26" fmla="*/ 440266 h 660400"/>
                  <a:gd name="connsiteX27" fmla="*/ 1828800 w 6502400"/>
                  <a:gd name="connsiteY27" fmla="*/ 474133 h 660400"/>
                  <a:gd name="connsiteX28" fmla="*/ 1964266 w 6502400"/>
                  <a:gd name="connsiteY28" fmla="*/ 524933 h 660400"/>
                  <a:gd name="connsiteX29" fmla="*/ 2048933 w 6502400"/>
                  <a:gd name="connsiteY29" fmla="*/ 508000 h 660400"/>
                  <a:gd name="connsiteX30" fmla="*/ 2133600 w 6502400"/>
                  <a:gd name="connsiteY30" fmla="*/ 474133 h 660400"/>
                  <a:gd name="connsiteX31" fmla="*/ 2201333 w 6502400"/>
                  <a:gd name="connsiteY31" fmla="*/ 491066 h 660400"/>
                  <a:gd name="connsiteX32" fmla="*/ 2218266 w 6502400"/>
                  <a:gd name="connsiteY32" fmla="*/ 508000 h 660400"/>
                  <a:gd name="connsiteX33" fmla="*/ 2269066 w 6502400"/>
                  <a:gd name="connsiteY33" fmla="*/ 524933 h 660400"/>
                  <a:gd name="connsiteX34" fmla="*/ 2336800 w 6502400"/>
                  <a:gd name="connsiteY34" fmla="*/ 508000 h 660400"/>
                  <a:gd name="connsiteX35" fmla="*/ 2421466 w 6502400"/>
                  <a:gd name="connsiteY35" fmla="*/ 491066 h 660400"/>
                  <a:gd name="connsiteX36" fmla="*/ 2455333 w 6502400"/>
                  <a:gd name="connsiteY36" fmla="*/ 474133 h 660400"/>
                  <a:gd name="connsiteX37" fmla="*/ 2624666 w 6502400"/>
                  <a:gd name="connsiteY37" fmla="*/ 457200 h 660400"/>
                  <a:gd name="connsiteX38" fmla="*/ 2997200 w 6502400"/>
                  <a:gd name="connsiteY38" fmla="*/ 457200 h 660400"/>
                  <a:gd name="connsiteX39" fmla="*/ 3064933 w 6502400"/>
                  <a:gd name="connsiteY39" fmla="*/ 423333 h 660400"/>
                  <a:gd name="connsiteX40" fmla="*/ 3098800 w 6502400"/>
                  <a:gd name="connsiteY40" fmla="*/ 406400 h 660400"/>
                  <a:gd name="connsiteX41" fmla="*/ 3149600 w 6502400"/>
                  <a:gd name="connsiteY41" fmla="*/ 389466 h 660400"/>
                  <a:gd name="connsiteX42" fmla="*/ 3217333 w 6502400"/>
                  <a:gd name="connsiteY42" fmla="*/ 355600 h 660400"/>
                  <a:gd name="connsiteX43" fmla="*/ 3234266 w 6502400"/>
                  <a:gd name="connsiteY43" fmla="*/ 304800 h 660400"/>
                  <a:gd name="connsiteX44" fmla="*/ 3251200 w 6502400"/>
                  <a:gd name="connsiteY44" fmla="*/ 220133 h 660400"/>
                  <a:gd name="connsiteX45" fmla="*/ 3268133 w 6502400"/>
                  <a:gd name="connsiteY45" fmla="*/ 186266 h 660400"/>
                  <a:gd name="connsiteX46" fmla="*/ 3335866 w 6502400"/>
                  <a:gd name="connsiteY46" fmla="*/ 152400 h 660400"/>
                  <a:gd name="connsiteX47" fmla="*/ 3386666 w 6502400"/>
                  <a:gd name="connsiteY47" fmla="*/ 118533 h 660400"/>
                  <a:gd name="connsiteX48" fmla="*/ 3420533 w 6502400"/>
                  <a:gd name="connsiteY48" fmla="*/ 84666 h 660400"/>
                  <a:gd name="connsiteX49" fmla="*/ 3505200 w 6502400"/>
                  <a:gd name="connsiteY49" fmla="*/ 33866 h 660400"/>
                  <a:gd name="connsiteX50" fmla="*/ 3522133 w 6502400"/>
                  <a:gd name="connsiteY50" fmla="*/ 0 h 660400"/>
                  <a:gd name="connsiteX51" fmla="*/ 3945466 w 6502400"/>
                  <a:gd name="connsiteY51" fmla="*/ 16933 h 660400"/>
                  <a:gd name="connsiteX52" fmla="*/ 3962400 w 6502400"/>
                  <a:gd name="connsiteY52" fmla="*/ 50800 h 660400"/>
                  <a:gd name="connsiteX53" fmla="*/ 3979333 w 6502400"/>
                  <a:gd name="connsiteY53" fmla="*/ 101600 h 660400"/>
                  <a:gd name="connsiteX54" fmla="*/ 4013200 w 6502400"/>
                  <a:gd name="connsiteY54" fmla="*/ 169333 h 660400"/>
                  <a:gd name="connsiteX55" fmla="*/ 4047066 w 6502400"/>
                  <a:gd name="connsiteY55" fmla="*/ 237066 h 660400"/>
                  <a:gd name="connsiteX56" fmla="*/ 4064000 w 6502400"/>
                  <a:gd name="connsiteY56" fmla="*/ 254000 h 660400"/>
                  <a:gd name="connsiteX57" fmla="*/ 4080933 w 6502400"/>
                  <a:gd name="connsiteY57" fmla="*/ 287866 h 660400"/>
                  <a:gd name="connsiteX58" fmla="*/ 4148666 w 6502400"/>
                  <a:gd name="connsiteY58" fmla="*/ 338666 h 660400"/>
                  <a:gd name="connsiteX59" fmla="*/ 4165600 w 6502400"/>
                  <a:gd name="connsiteY59" fmla="*/ 355600 h 660400"/>
                  <a:gd name="connsiteX60" fmla="*/ 4250266 w 6502400"/>
                  <a:gd name="connsiteY60" fmla="*/ 389466 h 660400"/>
                  <a:gd name="connsiteX61" fmla="*/ 4284133 w 6502400"/>
                  <a:gd name="connsiteY61" fmla="*/ 406400 h 660400"/>
                  <a:gd name="connsiteX62" fmla="*/ 4351866 w 6502400"/>
                  <a:gd name="connsiteY62" fmla="*/ 423333 h 660400"/>
                  <a:gd name="connsiteX63" fmla="*/ 4453466 w 6502400"/>
                  <a:gd name="connsiteY63" fmla="*/ 474133 h 660400"/>
                  <a:gd name="connsiteX64" fmla="*/ 4504266 w 6502400"/>
                  <a:gd name="connsiteY64" fmla="*/ 491066 h 660400"/>
                  <a:gd name="connsiteX65" fmla="*/ 4605866 w 6502400"/>
                  <a:gd name="connsiteY65" fmla="*/ 474133 h 660400"/>
                  <a:gd name="connsiteX66" fmla="*/ 4724400 w 6502400"/>
                  <a:gd name="connsiteY66" fmla="*/ 457200 h 660400"/>
                  <a:gd name="connsiteX67" fmla="*/ 4775200 w 6502400"/>
                  <a:gd name="connsiteY67" fmla="*/ 406400 h 660400"/>
                  <a:gd name="connsiteX68" fmla="*/ 4809066 w 6502400"/>
                  <a:gd name="connsiteY68" fmla="*/ 389466 h 660400"/>
                  <a:gd name="connsiteX69" fmla="*/ 5283200 w 6502400"/>
                  <a:gd name="connsiteY69" fmla="*/ 440266 h 660400"/>
                  <a:gd name="connsiteX70" fmla="*/ 5300133 w 6502400"/>
                  <a:gd name="connsiteY70" fmla="*/ 457200 h 660400"/>
                  <a:gd name="connsiteX71" fmla="*/ 5571066 w 6502400"/>
                  <a:gd name="connsiteY71" fmla="*/ 457200 h 660400"/>
                  <a:gd name="connsiteX72" fmla="*/ 6045200 w 6502400"/>
                  <a:gd name="connsiteY72" fmla="*/ 440266 h 660400"/>
                  <a:gd name="connsiteX73" fmla="*/ 6180666 w 6502400"/>
                  <a:gd name="connsiteY73" fmla="*/ 423333 h 660400"/>
                  <a:gd name="connsiteX74" fmla="*/ 6214533 w 6502400"/>
                  <a:gd name="connsiteY74" fmla="*/ 389466 h 660400"/>
                  <a:gd name="connsiteX75" fmla="*/ 6282266 w 6502400"/>
                  <a:gd name="connsiteY75" fmla="*/ 355600 h 660400"/>
                  <a:gd name="connsiteX76" fmla="*/ 6299200 w 6502400"/>
                  <a:gd name="connsiteY76" fmla="*/ 338666 h 660400"/>
                  <a:gd name="connsiteX77" fmla="*/ 6333066 w 6502400"/>
                  <a:gd name="connsiteY77" fmla="*/ 321733 h 660400"/>
                  <a:gd name="connsiteX78" fmla="*/ 6366933 w 6502400"/>
                  <a:gd name="connsiteY78" fmla="*/ 287866 h 660400"/>
                  <a:gd name="connsiteX79" fmla="*/ 6434666 w 6502400"/>
                  <a:gd name="connsiteY79" fmla="*/ 254000 h 660400"/>
                  <a:gd name="connsiteX80" fmla="*/ 6451600 w 6502400"/>
                  <a:gd name="connsiteY80" fmla="*/ 203200 h 660400"/>
                  <a:gd name="connsiteX81" fmla="*/ 6468533 w 6502400"/>
                  <a:gd name="connsiteY81" fmla="*/ 186266 h 660400"/>
                  <a:gd name="connsiteX82" fmla="*/ 6502400 w 6502400"/>
                  <a:gd name="connsiteY82" fmla="*/ 67733 h 660400"/>
                  <a:gd name="connsiteX83" fmla="*/ 6493933 w 6502400"/>
                  <a:gd name="connsiteY83" fmla="*/ 33866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6502400" h="660400">
                    <a:moveTo>
                      <a:pt x="0" y="660400"/>
                    </a:moveTo>
                    <a:cubicBezTo>
                      <a:pt x="16933" y="654755"/>
                      <a:pt x="34227" y="650095"/>
                      <a:pt x="50800" y="643466"/>
                    </a:cubicBezTo>
                    <a:cubicBezTo>
                      <a:pt x="62518" y="638779"/>
                      <a:pt x="72045" y="626533"/>
                      <a:pt x="84666" y="626533"/>
                    </a:cubicBezTo>
                    <a:cubicBezTo>
                      <a:pt x="135779" y="626533"/>
                      <a:pt x="186266" y="637822"/>
                      <a:pt x="237066" y="643466"/>
                    </a:cubicBezTo>
                    <a:cubicBezTo>
                      <a:pt x="253999" y="649111"/>
                      <a:pt x="270017" y="660400"/>
                      <a:pt x="287866" y="660400"/>
                    </a:cubicBezTo>
                    <a:cubicBezTo>
                      <a:pt x="401289" y="660400"/>
                      <a:pt x="411582" y="653027"/>
                      <a:pt x="491066" y="626533"/>
                    </a:cubicBezTo>
                    <a:cubicBezTo>
                      <a:pt x="529893" y="587708"/>
                      <a:pt x="480356" y="633673"/>
                      <a:pt x="541866" y="592666"/>
                    </a:cubicBezTo>
                    <a:cubicBezTo>
                      <a:pt x="548508" y="588238"/>
                      <a:pt x="552158" y="580161"/>
                      <a:pt x="558800" y="575733"/>
                    </a:cubicBezTo>
                    <a:cubicBezTo>
                      <a:pt x="569301" y="568732"/>
                      <a:pt x="582165" y="565801"/>
                      <a:pt x="592666" y="558800"/>
                    </a:cubicBezTo>
                    <a:cubicBezTo>
                      <a:pt x="599308" y="554372"/>
                      <a:pt x="602958" y="546294"/>
                      <a:pt x="609600" y="541866"/>
                    </a:cubicBezTo>
                    <a:cubicBezTo>
                      <a:pt x="620101" y="534865"/>
                      <a:pt x="633369" y="532506"/>
                      <a:pt x="643466" y="524933"/>
                    </a:cubicBezTo>
                    <a:cubicBezTo>
                      <a:pt x="656238" y="515354"/>
                      <a:pt x="663053" y="498206"/>
                      <a:pt x="677333" y="491066"/>
                    </a:cubicBezTo>
                    <a:cubicBezTo>
                      <a:pt x="699911" y="479777"/>
                      <a:pt x="727217" y="475049"/>
                      <a:pt x="745066" y="457200"/>
                    </a:cubicBezTo>
                    <a:cubicBezTo>
                      <a:pt x="750711" y="451555"/>
                      <a:pt x="755358" y="444694"/>
                      <a:pt x="762000" y="440266"/>
                    </a:cubicBezTo>
                    <a:cubicBezTo>
                      <a:pt x="772501" y="433265"/>
                      <a:pt x="785365" y="430334"/>
                      <a:pt x="795866" y="423333"/>
                    </a:cubicBezTo>
                    <a:cubicBezTo>
                      <a:pt x="802508" y="418905"/>
                      <a:pt x="806158" y="410828"/>
                      <a:pt x="812800" y="406400"/>
                    </a:cubicBezTo>
                    <a:cubicBezTo>
                      <a:pt x="823301" y="399399"/>
                      <a:pt x="836165" y="396467"/>
                      <a:pt x="846666" y="389466"/>
                    </a:cubicBezTo>
                    <a:cubicBezTo>
                      <a:pt x="853308" y="385038"/>
                      <a:pt x="856755" y="376640"/>
                      <a:pt x="863600" y="372533"/>
                    </a:cubicBezTo>
                    <a:cubicBezTo>
                      <a:pt x="885245" y="359546"/>
                      <a:pt x="908755" y="349955"/>
                      <a:pt x="931333" y="338666"/>
                    </a:cubicBezTo>
                    <a:lnTo>
                      <a:pt x="965200" y="321733"/>
                    </a:lnTo>
                    <a:lnTo>
                      <a:pt x="999066" y="304800"/>
                    </a:lnTo>
                    <a:cubicBezTo>
                      <a:pt x="1021644" y="310444"/>
                      <a:pt x="1043844" y="317907"/>
                      <a:pt x="1066800" y="321733"/>
                    </a:cubicBezTo>
                    <a:cubicBezTo>
                      <a:pt x="1258267" y="353644"/>
                      <a:pt x="1144076" y="319269"/>
                      <a:pt x="1253066" y="355600"/>
                    </a:cubicBezTo>
                    <a:cubicBezTo>
                      <a:pt x="1291325" y="393857"/>
                      <a:pt x="1242965" y="350548"/>
                      <a:pt x="1320800" y="389466"/>
                    </a:cubicBezTo>
                    <a:cubicBezTo>
                      <a:pt x="1327940" y="393036"/>
                      <a:pt x="1330888" y="402293"/>
                      <a:pt x="1337733" y="406400"/>
                    </a:cubicBezTo>
                    <a:cubicBezTo>
                      <a:pt x="1359378" y="419387"/>
                      <a:pt x="1405466" y="440266"/>
                      <a:pt x="1405466" y="440266"/>
                    </a:cubicBezTo>
                    <a:cubicBezTo>
                      <a:pt x="1564457" y="408469"/>
                      <a:pt x="1551400" y="403736"/>
                      <a:pt x="1794933" y="440266"/>
                    </a:cubicBezTo>
                    <a:cubicBezTo>
                      <a:pt x="1810721" y="442634"/>
                      <a:pt x="1814520" y="466993"/>
                      <a:pt x="1828800" y="474133"/>
                    </a:cubicBezTo>
                    <a:cubicBezTo>
                      <a:pt x="1917349" y="518408"/>
                      <a:pt x="1872044" y="501878"/>
                      <a:pt x="1964266" y="524933"/>
                    </a:cubicBezTo>
                    <a:cubicBezTo>
                      <a:pt x="1992488" y="519289"/>
                      <a:pt x="2021011" y="514981"/>
                      <a:pt x="2048933" y="508000"/>
                    </a:cubicBezTo>
                    <a:cubicBezTo>
                      <a:pt x="2090778" y="497539"/>
                      <a:pt x="2098567" y="491649"/>
                      <a:pt x="2133600" y="474133"/>
                    </a:cubicBezTo>
                    <a:cubicBezTo>
                      <a:pt x="2156178" y="479777"/>
                      <a:pt x="2179725" y="482423"/>
                      <a:pt x="2201333" y="491066"/>
                    </a:cubicBezTo>
                    <a:cubicBezTo>
                      <a:pt x="2208745" y="494031"/>
                      <a:pt x="2211126" y="504430"/>
                      <a:pt x="2218266" y="508000"/>
                    </a:cubicBezTo>
                    <a:cubicBezTo>
                      <a:pt x="2234231" y="515983"/>
                      <a:pt x="2252133" y="519289"/>
                      <a:pt x="2269066" y="524933"/>
                    </a:cubicBezTo>
                    <a:cubicBezTo>
                      <a:pt x="2291644" y="519289"/>
                      <a:pt x="2314081" y="513049"/>
                      <a:pt x="2336800" y="508000"/>
                    </a:cubicBezTo>
                    <a:cubicBezTo>
                      <a:pt x="2364896" y="501756"/>
                      <a:pt x="2393792" y="498973"/>
                      <a:pt x="2421466" y="491066"/>
                    </a:cubicBezTo>
                    <a:cubicBezTo>
                      <a:pt x="2433602" y="487599"/>
                      <a:pt x="2442883" y="476208"/>
                      <a:pt x="2455333" y="474133"/>
                    </a:cubicBezTo>
                    <a:cubicBezTo>
                      <a:pt x="2511287" y="464808"/>
                      <a:pt x="2568222" y="462844"/>
                      <a:pt x="2624666" y="457200"/>
                    </a:cubicBezTo>
                    <a:cubicBezTo>
                      <a:pt x="2738089" y="463872"/>
                      <a:pt x="2879114" y="496562"/>
                      <a:pt x="2997200" y="457200"/>
                    </a:cubicBezTo>
                    <a:cubicBezTo>
                      <a:pt x="3021147" y="449218"/>
                      <a:pt x="3042355" y="434622"/>
                      <a:pt x="3064933" y="423333"/>
                    </a:cubicBezTo>
                    <a:lnTo>
                      <a:pt x="3098800" y="406400"/>
                    </a:lnTo>
                    <a:cubicBezTo>
                      <a:pt x="3114765" y="398418"/>
                      <a:pt x="3133194" y="396497"/>
                      <a:pt x="3149600" y="389466"/>
                    </a:cubicBezTo>
                    <a:cubicBezTo>
                      <a:pt x="3172802" y="379522"/>
                      <a:pt x="3217333" y="355600"/>
                      <a:pt x="3217333" y="355600"/>
                    </a:cubicBezTo>
                    <a:cubicBezTo>
                      <a:pt x="3222977" y="338667"/>
                      <a:pt x="3229937" y="322116"/>
                      <a:pt x="3234266" y="304800"/>
                    </a:cubicBezTo>
                    <a:cubicBezTo>
                      <a:pt x="3241247" y="276878"/>
                      <a:pt x="3243293" y="247807"/>
                      <a:pt x="3251200" y="220133"/>
                    </a:cubicBezTo>
                    <a:cubicBezTo>
                      <a:pt x="3254667" y="207997"/>
                      <a:pt x="3258277" y="194151"/>
                      <a:pt x="3268133" y="186266"/>
                    </a:cubicBezTo>
                    <a:cubicBezTo>
                      <a:pt x="3287844" y="170497"/>
                      <a:pt x="3318017" y="170249"/>
                      <a:pt x="3335866" y="152400"/>
                    </a:cubicBezTo>
                    <a:cubicBezTo>
                      <a:pt x="3387661" y="100605"/>
                      <a:pt x="3304653" y="180043"/>
                      <a:pt x="3386666" y="118533"/>
                    </a:cubicBezTo>
                    <a:cubicBezTo>
                      <a:pt x="3399438" y="108954"/>
                      <a:pt x="3409244" y="95955"/>
                      <a:pt x="3420533" y="84666"/>
                    </a:cubicBezTo>
                    <a:cubicBezTo>
                      <a:pt x="3460294" y="44905"/>
                      <a:pt x="3481521" y="69384"/>
                      <a:pt x="3505200" y="33866"/>
                    </a:cubicBezTo>
                    <a:cubicBezTo>
                      <a:pt x="3512201" y="23365"/>
                      <a:pt x="3516489" y="11289"/>
                      <a:pt x="3522133" y="0"/>
                    </a:cubicBezTo>
                    <a:cubicBezTo>
                      <a:pt x="3663244" y="5644"/>
                      <a:pt x="3805173" y="745"/>
                      <a:pt x="3945466" y="16933"/>
                    </a:cubicBezTo>
                    <a:cubicBezTo>
                      <a:pt x="3958004" y="18380"/>
                      <a:pt x="3957712" y="39081"/>
                      <a:pt x="3962400" y="50800"/>
                    </a:cubicBezTo>
                    <a:cubicBezTo>
                      <a:pt x="3969029" y="67373"/>
                      <a:pt x="3972302" y="85194"/>
                      <a:pt x="3979333" y="101600"/>
                    </a:cubicBezTo>
                    <a:cubicBezTo>
                      <a:pt x="3989277" y="124802"/>
                      <a:pt x="4001911" y="146755"/>
                      <a:pt x="4013200" y="169333"/>
                    </a:cubicBezTo>
                    <a:lnTo>
                      <a:pt x="4047066" y="237066"/>
                    </a:lnTo>
                    <a:cubicBezTo>
                      <a:pt x="4050636" y="244206"/>
                      <a:pt x="4059572" y="247358"/>
                      <a:pt x="4064000" y="254000"/>
                    </a:cubicBezTo>
                    <a:cubicBezTo>
                      <a:pt x="4071001" y="264501"/>
                      <a:pt x="4073360" y="277769"/>
                      <a:pt x="4080933" y="287866"/>
                    </a:cubicBezTo>
                    <a:cubicBezTo>
                      <a:pt x="4117555" y="336695"/>
                      <a:pt x="4105398" y="309820"/>
                      <a:pt x="4148666" y="338666"/>
                    </a:cubicBezTo>
                    <a:cubicBezTo>
                      <a:pt x="4155308" y="343094"/>
                      <a:pt x="4158958" y="351172"/>
                      <a:pt x="4165600" y="355600"/>
                    </a:cubicBezTo>
                    <a:cubicBezTo>
                      <a:pt x="4195384" y="375456"/>
                      <a:pt x="4215844" y="375697"/>
                      <a:pt x="4250266" y="389466"/>
                    </a:cubicBezTo>
                    <a:cubicBezTo>
                      <a:pt x="4261985" y="394154"/>
                      <a:pt x="4272159" y="402409"/>
                      <a:pt x="4284133" y="406400"/>
                    </a:cubicBezTo>
                    <a:cubicBezTo>
                      <a:pt x="4306211" y="413759"/>
                      <a:pt x="4330075" y="415161"/>
                      <a:pt x="4351866" y="423333"/>
                    </a:cubicBezTo>
                    <a:lnTo>
                      <a:pt x="4453466" y="474133"/>
                    </a:lnTo>
                    <a:cubicBezTo>
                      <a:pt x="4469431" y="482115"/>
                      <a:pt x="4487333" y="485422"/>
                      <a:pt x="4504266" y="491066"/>
                    </a:cubicBezTo>
                    <a:lnTo>
                      <a:pt x="4605866" y="474133"/>
                    </a:lnTo>
                    <a:cubicBezTo>
                      <a:pt x="4645314" y="468064"/>
                      <a:pt x="4687342" y="472023"/>
                      <a:pt x="4724400" y="457200"/>
                    </a:cubicBezTo>
                    <a:cubicBezTo>
                      <a:pt x="4746635" y="448306"/>
                      <a:pt x="4753781" y="417110"/>
                      <a:pt x="4775200" y="406400"/>
                    </a:cubicBezTo>
                    <a:lnTo>
                      <a:pt x="4809066" y="389466"/>
                    </a:lnTo>
                    <a:cubicBezTo>
                      <a:pt x="5261917" y="424301"/>
                      <a:pt x="5117682" y="357510"/>
                      <a:pt x="5283200" y="440266"/>
                    </a:cubicBezTo>
                    <a:cubicBezTo>
                      <a:pt x="5288844" y="445911"/>
                      <a:pt x="5293491" y="452772"/>
                      <a:pt x="5300133" y="457200"/>
                    </a:cubicBezTo>
                    <a:cubicBezTo>
                      <a:pt x="5381209" y="511251"/>
                      <a:pt x="5469865" y="464429"/>
                      <a:pt x="5571066" y="457200"/>
                    </a:cubicBezTo>
                    <a:cubicBezTo>
                      <a:pt x="5863522" y="408457"/>
                      <a:pt x="5705732" y="419050"/>
                      <a:pt x="6045200" y="440266"/>
                    </a:cubicBezTo>
                    <a:cubicBezTo>
                      <a:pt x="6090355" y="434622"/>
                      <a:pt x="6137078" y="436409"/>
                      <a:pt x="6180666" y="423333"/>
                    </a:cubicBezTo>
                    <a:cubicBezTo>
                      <a:pt x="6195958" y="418745"/>
                      <a:pt x="6203244" y="400755"/>
                      <a:pt x="6214533" y="389466"/>
                    </a:cubicBezTo>
                    <a:cubicBezTo>
                      <a:pt x="6232382" y="371617"/>
                      <a:pt x="6259688" y="366889"/>
                      <a:pt x="6282266" y="355600"/>
                    </a:cubicBezTo>
                    <a:cubicBezTo>
                      <a:pt x="6289406" y="352030"/>
                      <a:pt x="6292558" y="343094"/>
                      <a:pt x="6299200" y="338666"/>
                    </a:cubicBezTo>
                    <a:cubicBezTo>
                      <a:pt x="6309701" y="331665"/>
                      <a:pt x="6322969" y="329306"/>
                      <a:pt x="6333066" y="321733"/>
                    </a:cubicBezTo>
                    <a:cubicBezTo>
                      <a:pt x="6345838" y="312154"/>
                      <a:pt x="6352653" y="295006"/>
                      <a:pt x="6366933" y="287866"/>
                    </a:cubicBezTo>
                    <a:lnTo>
                      <a:pt x="6434666" y="254000"/>
                    </a:lnTo>
                    <a:cubicBezTo>
                      <a:pt x="6440311" y="237067"/>
                      <a:pt x="6443618" y="219165"/>
                      <a:pt x="6451600" y="203200"/>
                    </a:cubicBezTo>
                    <a:cubicBezTo>
                      <a:pt x="6455170" y="196060"/>
                      <a:pt x="6466009" y="193839"/>
                      <a:pt x="6468533" y="186266"/>
                    </a:cubicBezTo>
                    <a:cubicBezTo>
                      <a:pt x="6526753" y="11602"/>
                      <a:pt x="6455574" y="161382"/>
                      <a:pt x="6502400" y="67733"/>
                    </a:cubicBezTo>
                    <a:lnTo>
                      <a:pt x="6493933" y="33866"/>
                    </a:lnTo>
                  </a:path>
                </a:pathLst>
              </a:custGeom>
              <a:noFill/>
              <a:ln>
                <a:solidFill>
                  <a:schemeClr val="accent3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B9B6902-2CB7-4CE0-BB37-0CB9298D6945}"/>
                </a:ext>
              </a:extLst>
            </p:cNvPr>
            <p:cNvGrpSpPr/>
            <p:nvPr/>
          </p:nvGrpSpPr>
          <p:grpSpPr>
            <a:xfrm>
              <a:off x="1187624" y="2950345"/>
              <a:ext cx="7488832" cy="1138415"/>
              <a:chOff x="1187624" y="2950345"/>
              <a:chExt cx="7488832" cy="1138415"/>
            </a:xfrm>
          </p:grpSpPr>
          <p:cxnSp>
            <p:nvCxnSpPr>
              <p:cNvPr id="34" name="직선 연결선 33"/>
              <p:cNvCxnSpPr/>
              <p:nvPr/>
            </p:nvCxnSpPr>
            <p:spPr>
              <a:xfrm>
                <a:off x="1187624" y="2950345"/>
                <a:ext cx="7488832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연결선 37"/>
              <p:cNvCxnSpPr/>
              <p:nvPr/>
            </p:nvCxnSpPr>
            <p:spPr>
              <a:xfrm>
                <a:off x="1187624" y="4088760"/>
                <a:ext cx="7488832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0" name="자유형 83">
              <a:extLst>
                <a:ext uri="{FF2B5EF4-FFF2-40B4-BE49-F238E27FC236}">
                  <a16:creationId xmlns:a16="http://schemas.microsoft.com/office/drawing/2014/main" id="{CFBF7A0F-8817-4B4A-97D4-1DF5FA9AC123}"/>
                </a:ext>
              </a:extLst>
            </p:cNvPr>
            <p:cNvSpPr/>
            <p:nvPr/>
          </p:nvSpPr>
          <p:spPr>
            <a:xfrm>
              <a:off x="1437878" y="2831156"/>
              <a:ext cx="7238529" cy="1526754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8DCC3554-7129-4F7B-9249-FD9D169DFD30}"/>
              </a:ext>
            </a:extLst>
          </p:cNvPr>
          <p:cNvGrpSpPr/>
          <p:nvPr/>
        </p:nvGrpSpPr>
        <p:grpSpPr>
          <a:xfrm>
            <a:off x="821587" y="1776150"/>
            <a:ext cx="3063301" cy="187860"/>
            <a:chOff x="3718905" y="2276303"/>
            <a:chExt cx="5173575" cy="360609"/>
          </a:xfrm>
        </p:grpSpPr>
        <p:cxnSp>
          <p:nvCxnSpPr>
            <p:cNvPr id="16" name="직선 연결선 15"/>
            <p:cNvCxnSpPr/>
            <p:nvPr/>
          </p:nvCxnSpPr>
          <p:spPr>
            <a:xfrm>
              <a:off x="3718905" y="2494772"/>
              <a:ext cx="30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직사각형 45"/>
            <p:cNvSpPr/>
            <p:nvPr/>
          </p:nvSpPr>
          <p:spPr>
            <a:xfrm>
              <a:off x="3995936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</a:t>
              </a:r>
            </a:p>
          </p:txBody>
        </p:sp>
        <p:cxnSp>
          <p:nvCxnSpPr>
            <p:cNvPr id="47" name="직선 연결선 46"/>
            <p:cNvCxnSpPr/>
            <p:nvPr/>
          </p:nvCxnSpPr>
          <p:spPr>
            <a:xfrm>
              <a:off x="5015049" y="2494772"/>
              <a:ext cx="30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8" name="직사각형 47"/>
            <p:cNvSpPr/>
            <p:nvPr/>
          </p:nvSpPr>
          <p:spPr>
            <a:xfrm>
              <a:off x="5292080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어제</a:t>
              </a:r>
            </a:p>
          </p:txBody>
        </p:sp>
        <p:cxnSp>
          <p:nvCxnSpPr>
            <p:cNvPr id="49" name="직선 연결선 48"/>
            <p:cNvCxnSpPr/>
            <p:nvPr/>
          </p:nvCxnSpPr>
          <p:spPr>
            <a:xfrm>
              <a:off x="6311192" y="2494772"/>
              <a:ext cx="304000" cy="0"/>
            </a:xfrm>
            <a:prstGeom prst="lin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0" name="직사각형 49"/>
            <p:cNvSpPr/>
            <p:nvPr/>
          </p:nvSpPr>
          <p:spPr>
            <a:xfrm>
              <a:off x="6588224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지난 주</a:t>
              </a: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8A5F481B-C57D-4C7E-B518-B898BF575B05}"/>
                </a:ext>
              </a:extLst>
            </p:cNvPr>
            <p:cNvCxnSpPr/>
            <p:nvPr/>
          </p:nvCxnSpPr>
          <p:spPr>
            <a:xfrm>
              <a:off x="7607337" y="2494204"/>
              <a:ext cx="304000" cy="0"/>
            </a:xfrm>
            <a:prstGeom prst="line">
              <a:avLst/>
            </a:prstGeom>
            <a:ln w="9525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A90CFB75-16EB-456A-BF92-C0438044E7C5}"/>
                </a:ext>
              </a:extLst>
            </p:cNvPr>
            <p:cNvSpPr/>
            <p:nvPr/>
          </p:nvSpPr>
          <p:spPr>
            <a:xfrm>
              <a:off x="7884368" y="22763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</p:grp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E146DEEF-A1D2-418E-92D4-8F60FDB37A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214050"/>
              </p:ext>
            </p:extLst>
          </p:nvPr>
        </p:nvGraphicFramePr>
        <p:xfrm>
          <a:off x="611560" y="4627950"/>
          <a:ext cx="3343151" cy="168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12463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</a:tblGrid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kWh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79" name="그룹 78">
            <a:extLst>
              <a:ext uri="{FF2B5EF4-FFF2-40B4-BE49-F238E27FC236}">
                <a16:creationId xmlns:a16="http://schemas.microsoft.com/office/drawing/2014/main" id="{FB5C39A5-E14F-4E17-A046-09B025142449}"/>
              </a:ext>
            </a:extLst>
          </p:cNvPr>
          <p:cNvGrpSpPr/>
          <p:nvPr/>
        </p:nvGrpSpPr>
        <p:grpSpPr>
          <a:xfrm>
            <a:off x="5163587" y="4153043"/>
            <a:ext cx="3273328" cy="201883"/>
            <a:chOff x="2831858" y="1844824"/>
            <a:chExt cx="5439325" cy="300694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4B0403C8-F8BF-4380-B3F3-D3E150E43B74}"/>
                </a:ext>
              </a:extLst>
            </p:cNvPr>
            <p:cNvSpPr/>
            <p:nvPr/>
          </p:nvSpPr>
          <p:spPr>
            <a:xfrm>
              <a:off x="2831858" y="1844824"/>
              <a:ext cx="1172274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사용량</a:t>
              </a: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84A91497-9B96-4FC5-AFEC-D9C87CE1F969}"/>
                </a:ext>
              </a:extLst>
            </p:cNvPr>
            <p:cNvSpPr/>
            <p:nvPr/>
          </p:nvSpPr>
          <p:spPr>
            <a:xfrm>
              <a:off x="4955810" y="1857484"/>
              <a:ext cx="1224136" cy="28803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기간 설정</a:t>
              </a: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5FF1C9E-5D56-4276-A677-7ACBB5AADF54}"/>
                </a:ext>
              </a:extLst>
            </p:cNvPr>
            <p:cNvSpPr/>
            <p:nvPr/>
          </p:nvSpPr>
          <p:spPr>
            <a:xfrm>
              <a:off x="5703860" y="1857484"/>
              <a:ext cx="873068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74D9568C-165B-4EEA-A9B5-D8F1A3DF925B}"/>
                </a:ext>
              </a:extLst>
            </p:cNvPr>
            <p:cNvSpPr/>
            <p:nvPr/>
          </p:nvSpPr>
          <p:spPr>
            <a:xfrm>
              <a:off x="6576929" y="1857485"/>
              <a:ext cx="288032" cy="288033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7FAE4B0B-FEDA-46D4-BDFA-64A0C5C00135}"/>
                </a:ext>
              </a:extLst>
            </p:cNvPr>
            <p:cNvSpPr/>
            <p:nvPr/>
          </p:nvSpPr>
          <p:spPr>
            <a:xfrm>
              <a:off x="6864961" y="1857485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5FE861E2-D8FB-44B9-8AAA-EB526D56C473}"/>
                </a:ext>
              </a:extLst>
            </p:cNvPr>
            <p:cNvSpPr/>
            <p:nvPr/>
          </p:nvSpPr>
          <p:spPr>
            <a:xfrm>
              <a:off x="7109628" y="1857484"/>
              <a:ext cx="873522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23A2745-40DD-4EC8-ACEA-5FB20E1C0875}"/>
                </a:ext>
              </a:extLst>
            </p:cNvPr>
            <p:cNvSpPr/>
            <p:nvPr/>
          </p:nvSpPr>
          <p:spPr>
            <a:xfrm>
              <a:off x="7983150" y="1857484"/>
              <a:ext cx="288033" cy="288034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3A4194B9-673E-498D-B5B8-A02DC3ACA8AA}"/>
                </a:ext>
              </a:extLst>
            </p:cNvPr>
            <p:cNvSpPr/>
            <p:nvPr/>
          </p:nvSpPr>
          <p:spPr>
            <a:xfrm>
              <a:off x="3854857" y="1878001"/>
              <a:ext cx="1013370" cy="23105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500" dirty="0">
                  <a:solidFill>
                    <a:schemeClr val="tx1"/>
                  </a:solidFill>
                </a:rPr>
                <a:t>1</a:t>
              </a:r>
              <a:r>
                <a:rPr lang="ko-KR" altLang="en-US" sz="500" dirty="0">
                  <a:solidFill>
                    <a:schemeClr val="tx1"/>
                  </a:solidFill>
                </a:rPr>
                <a:t>년 </a:t>
              </a:r>
              <a:r>
                <a:rPr lang="en-US" altLang="ko-KR" sz="500" dirty="0">
                  <a:solidFill>
                    <a:schemeClr val="tx1"/>
                  </a:solidFill>
                </a:rPr>
                <a:t>(</a:t>
              </a:r>
              <a:r>
                <a:rPr lang="ko-KR" altLang="en-US" sz="500" dirty="0">
                  <a:solidFill>
                    <a:schemeClr val="tx1"/>
                  </a:solidFill>
                </a:rPr>
                <a:t>올해</a:t>
              </a:r>
              <a:r>
                <a:rPr lang="en-US" altLang="ko-KR" sz="500" dirty="0">
                  <a:solidFill>
                    <a:schemeClr val="tx1"/>
                  </a:solidFill>
                </a:rPr>
                <a:t>)</a:t>
              </a:r>
              <a:r>
                <a:rPr lang="ko-KR" altLang="en-US" sz="500" dirty="0">
                  <a:solidFill>
                    <a:schemeClr val="tx1"/>
                  </a:solidFill>
                </a:rPr>
                <a:t>  ▼</a:t>
              </a:r>
            </a:p>
          </p:txBody>
        </p: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2B7024BC-6D62-423F-B8BE-4AA001039D53}"/>
              </a:ext>
            </a:extLst>
          </p:cNvPr>
          <p:cNvGrpSpPr/>
          <p:nvPr/>
        </p:nvGrpSpPr>
        <p:grpSpPr>
          <a:xfrm>
            <a:off x="907811" y="4669416"/>
            <a:ext cx="3046900" cy="1478331"/>
            <a:chOff x="1187624" y="2567940"/>
            <a:chExt cx="7488832" cy="2542640"/>
          </a:xfrm>
        </p:grpSpPr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B13738C6-1830-4FBC-AE64-AAE46188BB31}"/>
                </a:ext>
              </a:extLst>
            </p:cNvPr>
            <p:cNvGrpSpPr/>
            <p:nvPr/>
          </p:nvGrpSpPr>
          <p:grpSpPr>
            <a:xfrm>
              <a:off x="1413934" y="3166369"/>
              <a:ext cx="2687266" cy="1248958"/>
              <a:chOff x="1413933" y="2780928"/>
              <a:chExt cx="5030275" cy="1248958"/>
            </a:xfrm>
          </p:grpSpPr>
          <p:sp>
            <p:nvSpPr>
              <p:cNvPr id="96" name="자유형 10">
                <a:extLst>
                  <a:ext uri="{FF2B5EF4-FFF2-40B4-BE49-F238E27FC236}">
                    <a16:creationId xmlns:a16="http://schemas.microsoft.com/office/drawing/2014/main" id="{FD2393B0-8266-4442-9790-E2B1E3A5E8F9}"/>
                  </a:ext>
                </a:extLst>
              </p:cNvPr>
              <p:cNvSpPr/>
              <p:nvPr/>
            </p:nvSpPr>
            <p:spPr>
              <a:xfrm>
                <a:off x="1413933" y="2780928"/>
                <a:ext cx="5030275" cy="1208046"/>
              </a:xfrm>
              <a:custGeom>
                <a:avLst/>
                <a:gdLst>
                  <a:gd name="connsiteX0" fmla="*/ 0 w 6477000"/>
                  <a:gd name="connsiteY0" fmla="*/ 1208046 h 1208046"/>
                  <a:gd name="connsiteX1" fmla="*/ 33867 w 6477000"/>
                  <a:gd name="connsiteY1" fmla="*/ 1157246 h 1208046"/>
                  <a:gd name="connsiteX2" fmla="*/ 67734 w 6477000"/>
                  <a:gd name="connsiteY2" fmla="*/ 1140313 h 1208046"/>
                  <a:gd name="connsiteX3" fmla="*/ 101600 w 6477000"/>
                  <a:gd name="connsiteY3" fmla="*/ 1072580 h 1208046"/>
                  <a:gd name="connsiteX4" fmla="*/ 118534 w 6477000"/>
                  <a:gd name="connsiteY4" fmla="*/ 1055646 h 1208046"/>
                  <a:gd name="connsiteX5" fmla="*/ 152400 w 6477000"/>
                  <a:gd name="connsiteY5" fmla="*/ 937113 h 1208046"/>
                  <a:gd name="connsiteX6" fmla="*/ 169334 w 6477000"/>
                  <a:gd name="connsiteY6" fmla="*/ 903246 h 1208046"/>
                  <a:gd name="connsiteX7" fmla="*/ 203200 w 6477000"/>
                  <a:gd name="connsiteY7" fmla="*/ 818580 h 1208046"/>
                  <a:gd name="connsiteX8" fmla="*/ 220134 w 6477000"/>
                  <a:gd name="connsiteY8" fmla="*/ 801646 h 1208046"/>
                  <a:gd name="connsiteX9" fmla="*/ 237067 w 6477000"/>
                  <a:gd name="connsiteY9" fmla="*/ 750846 h 1208046"/>
                  <a:gd name="connsiteX10" fmla="*/ 304800 w 6477000"/>
                  <a:gd name="connsiteY10" fmla="*/ 750846 h 1208046"/>
                  <a:gd name="connsiteX11" fmla="*/ 321734 w 6477000"/>
                  <a:gd name="connsiteY11" fmla="*/ 767780 h 1208046"/>
                  <a:gd name="connsiteX12" fmla="*/ 355600 w 6477000"/>
                  <a:gd name="connsiteY12" fmla="*/ 784713 h 1208046"/>
                  <a:gd name="connsiteX13" fmla="*/ 508000 w 6477000"/>
                  <a:gd name="connsiteY13" fmla="*/ 750846 h 1208046"/>
                  <a:gd name="connsiteX14" fmla="*/ 575734 w 6477000"/>
                  <a:gd name="connsiteY14" fmla="*/ 716980 h 1208046"/>
                  <a:gd name="connsiteX15" fmla="*/ 643467 w 6477000"/>
                  <a:gd name="connsiteY15" fmla="*/ 683113 h 1208046"/>
                  <a:gd name="connsiteX16" fmla="*/ 677334 w 6477000"/>
                  <a:gd name="connsiteY16" fmla="*/ 666180 h 1208046"/>
                  <a:gd name="connsiteX17" fmla="*/ 762000 w 6477000"/>
                  <a:gd name="connsiteY17" fmla="*/ 615380 h 1208046"/>
                  <a:gd name="connsiteX18" fmla="*/ 778934 w 6477000"/>
                  <a:gd name="connsiteY18" fmla="*/ 598446 h 1208046"/>
                  <a:gd name="connsiteX19" fmla="*/ 812800 w 6477000"/>
                  <a:gd name="connsiteY19" fmla="*/ 581513 h 1208046"/>
                  <a:gd name="connsiteX20" fmla="*/ 965200 w 6477000"/>
                  <a:gd name="connsiteY20" fmla="*/ 598446 h 1208046"/>
                  <a:gd name="connsiteX21" fmla="*/ 1032934 w 6477000"/>
                  <a:gd name="connsiteY21" fmla="*/ 615380 h 1208046"/>
                  <a:gd name="connsiteX22" fmla="*/ 1202267 w 6477000"/>
                  <a:gd name="connsiteY22" fmla="*/ 598446 h 1208046"/>
                  <a:gd name="connsiteX23" fmla="*/ 1270000 w 6477000"/>
                  <a:gd name="connsiteY23" fmla="*/ 564580 h 1208046"/>
                  <a:gd name="connsiteX24" fmla="*/ 1303867 w 6477000"/>
                  <a:gd name="connsiteY24" fmla="*/ 547646 h 1208046"/>
                  <a:gd name="connsiteX25" fmla="*/ 1354667 w 6477000"/>
                  <a:gd name="connsiteY25" fmla="*/ 530713 h 1208046"/>
                  <a:gd name="connsiteX26" fmla="*/ 1388534 w 6477000"/>
                  <a:gd name="connsiteY26" fmla="*/ 513780 h 1208046"/>
                  <a:gd name="connsiteX27" fmla="*/ 1557867 w 6477000"/>
                  <a:gd name="connsiteY27" fmla="*/ 496846 h 1208046"/>
                  <a:gd name="connsiteX28" fmla="*/ 1964267 w 6477000"/>
                  <a:gd name="connsiteY28" fmla="*/ 462980 h 1208046"/>
                  <a:gd name="connsiteX29" fmla="*/ 2082800 w 6477000"/>
                  <a:gd name="connsiteY29" fmla="*/ 412180 h 1208046"/>
                  <a:gd name="connsiteX30" fmla="*/ 2133600 w 6477000"/>
                  <a:gd name="connsiteY30" fmla="*/ 361380 h 1208046"/>
                  <a:gd name="connsiteX31" fmla="*/ 2150534 w 6477000"/>
                  <a:gd name="connsiteY31" fmla="*/ 344446 h 1208046"/>
                  <a:gd name="connsiteX32" fmla="*/ 2201334 w 6477000"/>
                  <a:gd name="connsiteY32" fmla="*/ 310580 h 1208046"/>
                  <a:gd name="connsiteX33" fmla="*/ 2455334 w 6477000"/>
                  <a:gd name="connsiteY33" fmla="*/ 327513 h 1208046"/>
                  <a:gd name="connsiteX34" fmla="*/ 2489200 w 6477000"/>
                  <a:gd name="connsiteY34" fmla="*/ 361380 h 1208046"/>
                  <a:gd name="connsiteX35" fmla="*/ 2624667 w 6477000"/>
                  <a:gd name="connsiteY35" fmla="*/ 378313 h 1208046"/>
                  <a:gd name="connsiteX36" fmla="*/ 2726267 w 6477000"/>
                  <a:gd name="connsiteY36" fmla="*/ 395246 h 1208046"/>
                  <a:gd name="connsiteX37" fmla="*/ 2980267 w 6477000"/>
                  <a:gd name="connsiteY37" fmla="*/ 378313 h 1208046"/>
                  <a:gd name="connsiteX38" fmla="*/ 3149600 w 6477000"/>
                  <a:gd name="connsiteY38" fmla="*/ 344446 h 1208046"/>
                  <a:gd name="connsiteX39" fmla="*/ 3183467 w 6477000"/>
                  <a:gd name="connsiteY39" fmla="*/ 327513 h 1208046"/>
                  <a:gd name="connsiteX40" fmla="*/ 3420534 w 6477000"/>
                  <a:gd name="connsiteY40" fmla="*/ 344446 h 1208046"/>
                  <a:gd name="connsiteX41" fmla="*/ 3589867 w 6477000"/>
                  <a:gd name="connsiteY41" fmla="*/ 378313 h 1208046"/>
                  <a:gd name="connsiteX42" fmla="*/ 3674534 w 6477000"/>
                  <a:gd name="connsiteY42" fmla="*/ 395246 h 1208046"/>
                  <a:gd name="connsiteX43" fmla="*/ 3877734 w 6477000"/>
                  <a:gd name="connsiteY43" fmla="*/ 429113 h 1208046"/>
                  <a:gd name="connsiteX44" fmla="*/ 4047067 w 6477000"/>
                  <a:gd name="connsiteY44" fmla="*/ 462980 h 1208046"/>
                  <a:gd name="connsiteX45" fmla="*/ 4284134 w 6477000"/>
                  <a:gd name="connsiteY45" fmla="*/ 446046 h 1208046"/>
                  <a:gd name="connsiteX46" fmla="*/ 4402667 w 6477000"/>
                  <a:gd name="connsiteY46" fmla="*/ 412180 h 1208046"/>
                  <a:gd name="connsiteX47" fmla="*/ 4436534 w 6477000"/>
                  <a:gd name="connsiteY47" fmla="*/ 395246 h 1208046"/>
                  <a:gd name="connsiteX48" fmla="*/ 4521200 w 6477000"/>
                  <a:gd name="connsiteY48" fmla="*/ 378313 h 1208046"/>
                  <a:gd name="connsiteX49" fmla="*/ 4605867 w 6477000"/>
                  <a:gd name="connsiteY49" fmla="*/ 395246 h 1208046"/>
                  <a:gd name="connsiteX50" fmla="*/ 4673600 w 6477000"/>
                  <a:gd name="connsiteY50" fmla="*/ 412180 h 1208046"/>
                  <a:gd name="connsiteX51" fmla="*/ 4859867 w 6477000"/>
                  <a:gd name="connsiteY51" fmla="*/ 395246 h 1208046"/>
                  <a:gd name="connsiteX52" fmla="*/ 4978400 w 6477000"/>
                  <a:gd name="connsiteY52" fmla="*/ 361380 h 1208046"/>
                  <a:gd name="connsiteX53" fmla="*/ 5080000 w 6477000"/>
                  <a:gd name="connsiteY53" fmla="*/ 310580 h 1208046"/>
                  <a:gd name="connsiteX54" fmla="*/ 5096934 w 6477000"/>
                  <a:gd name="connsiteY54" fmla="*/ 293646 h 1208046"/>
                  <a:gd name="connsiteX55" fmla="*/ 5130800 w 6477000"/>
                  <a:gd name="connsiteY55" fmla="*/ 276713 h 1208046"/>
                  <a:gd name="connsiteX56" fmla="*/ 5164667 w 6477000"/>
                  <a:gd name="connsiteY56" fmla="*/ 242846 h 1208046"/>
                  <a:gd name="connsiteX57" fmla="*/ 5181600 w 6477000"/>
                  <a:gd name="connsiteY57" fmla="*/ 208980 h 1208046"/>
                  <a:gd name="connsiteX58" fmla="*/ 5232400 w 6477000"/>
                  <a:gd name="connsiteY58" fmla="*/ 192046 h 1208046"/>
                  <a:gd name="connsiteX59" fmla="*/ 5401734 w 6477000"/>
                  <a:gd name="connsiteY59" fmla="*/ 141246 h 1208046"/>
                  <a:gd name="connsiteX60" fmla="*/ 5486400 w 6477000"/>
                  <a:gd name="connsiteY60" fmla="*/ 107380 h 1208046"/>
                  <a:gd name="connsiteX61" fmla="*/ 5537200 w 6477000"/>
                  <a:gd name="connsiteY61" fmla="*/ 90446 h 1208046"/>
                  <a:gd name="connsiteX62" fmla="*/ 5638800 w 6477000"/>
                  <a:gd name="connsiteY62" fmla="*/ 107380 h 1208046"/>
                  <a:gd name="connsiteX63" fmla="*/ 5672667 w 6477000"/>
                  <a:gd name="connsiteY63" fmla="*/ 124313 h 1208046"/>
                  <a:gd name="connsiteX64" fmla="*/ 5723467 w 6477000"/>
                  <a:gd name="connsiteY64" fmla="*/ 141246 h 1208046"/>
                  <a:gd name="connsiteX65" fmla="*/ 5757334 w 6477000"/>
                  <a:gd name="connsiteY65" fmla="*/ 158180 h 1208046"/>
                  <a:gd name="connsiteX66" fmla="*/ 5926667 w 6477000"/>
                  <a:gd name="connsiteY66" fmla="*/ 175113 h 1208046"/>
                  <a:gd name="connsiteX67" fmla="*/ 5994400 w 6477000"/>
                  <a:gd name="connsiteY67" fmla="*/ 141246 h 1208046"/>
                  <a:gd name="connsiteX68" fmla="*/ 6011334 w 6477000"/>
                  <a:gd name="connsiteY68" fmla="*/ 124313 h 1208046"/>
                  <a:gd name="connsiteX69" fmla="*/ 6079067 w 6477000"/>
                  <a:gd name="connsiteY69" fmla="*/ 90446 h 1208046"/>
                  <a:gd name="connsiteX70" fmla="*/ 6180667 w 6477000"/>
                  <a:gd name="connsiteY70" fmla="*/ 39646 h 1208046"/>
                  <a:gd name="connsiteX71" fmla="*/ 6316134 w 6477000"/>
                  <a:gd name="connsiteY71" fmla="*/ 5780 h 1208046"/>
                  <a:gd name="connsiteX72" fmla="*/ 6477000 w 6477000"/>
                  <a:gd name="connsiteY72" fmla="*/ 5780 h 1208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77000" h="1208046">
                    <a:moveTo>
                      <a:pt x="0" y="1208046"/>
                    </a:moveTo>
                    <a:cubicBezTo>
                      <a:pt x="11289" y="1191113"/>
                      <a:pt x="19476" y="1171637"/>
                      <a:pt x="33867" y="1157246"/>
                    </a:cubicBezTo>
                    <a:cubicBezTo>
                      <a:pt x="42792" y="1148321"/>
                      <a:pt x="59849" y="1150169"/>
                      <a:pt x="67734" y="1140313"/>
                    </a:cubicBezTo>
                    <a:cubicBezTo>
                      <a:pt x="83503" y="1120602"/>
                      <a:pt x="83751" y="1090429"/>
                      <a:pt x="101600" y="1072580"/>
                    </a:cubicBezTo>
                    <a:lnTo>
                      <a:pt x="118534" y="1055646"/>
                    </a:lnTo>
                    <a:cubicBezTo>
                      <a:pt x="129237" y="1012832"/>
                      <a:pt x="136206" y="977598"/>
                      <a:pt x="152400" y="937113"/>
                    </a:cubicBezTo>
                    <a:cubicBezTo>
                      <a:pt x="157088" y="925394"/>
                      <a:pt x="164646" y="914965"/>
                      <a:pt x="169334" y="903246"/>
                    </a:cubicBezTo>
                    <a:cubicBezTo>
                      <a:pt x="183103" y="868824"/>
                      <a:pt x="183344" y="848364"/>
                      <a:pt x="203200" y="818580"/>
                    </a:cubicBezTo>
                    <a:cubicBezTo>
                      <a:pt x="207628" y="811938"/>
                      <a:pt x="214489" y="807291"/>
                      <a:pt x="220134" y="801646"/>
                    </a:cubicBezTo>
                    <a:cubicBezTo>
                      <a:pt x="225778" y="784713"/>
                      <a:pt x="226357" y="765125"/>
                      <a:pt x="237067" y="750846"/>
                    </a:cubicBezTo>
                    <a:cubicBezTo>
                      <a:pt x="259645" y="720743"/>
                      <a:pt x="282223" y="735794"/>
                      <a:pt x="304800" y="750846"/>
                    </a:cubicBezTo>
                    <a:cubicBezTo>
                      <a:pt x="311442" y="755274"/>
                      <a:pt x="315092" y="763352"/>
                      <a:pt x="321734" y="767780"/>
                    </a:cubicBezTo>
                    <a:cubicBezTo>
                      <a:pt x="332235" y="774781"/>
                      <a:pt x="344311" y="779069"/>
                      <a:pt x="355600" y="784713"/>
                    </a:cubicBezTo>
                    <a:cubicBezTo>
                      <a:pt x="378600" y="780113"/>
                      <a:pt x="480662" y="761098"/>
                      <a:pt x="508000" y="750846"/>
                    </a:cubicBezTo>
                    <a:cubicBezTo>
                      <a:pt x="531636" y="741983"/>
                      <a:pt x="553156" y="728269"/>
                      <a:pt x="575734" y="716980"/>
                    </a:cubicBezTo>
                    <a:lnTo>
                      <a:pt x="643467" y="683113"/>
                    </a:lnTo>
                    <a:lnTo>
                      <a:pt x="677334" y="666180"/>
                    </a:lnTo>
                    <a:cubicBezTo>
                      <a:pt x="712116" y="631396"/>
                      <a:pt x="687127" y="652816"/>
                      <a:pt x="762000" y="615380"/>
                    </a:cubicBezTo>
                    <a:cubicBezTo>
                      <a:pt x="769140" y="611810"/>
                      <a:pt x="772292" y="602874"/>
                      <a:pt x="778934" y="598446"/>
                    </a:cubicBezTo>
                    <a:cubicBezTo>
                      <a:pt x="789435" y="591445"/>
                      <a:pt x="801511" y="587157"/>
                      <a:pt x="812800" y="581513"/>
                    </a:cubicBezTo>
                    <a:cubicBezTo>
                      <a:pt x="863600" y="587157"/>
                      <a:pt x="914682" y="590674"/>
                      <a:pt x="965200" y="598446"/>
                    </a:cubicBezTo>
                    <a:cubicBezTo>
                      <a:pt x="988202" y="601985"/>
                      <a:pt x="1009661" y="615380"/>
                      <a:pt x="1032934" y="615380"/>
                    </a:cubicBezTo>
                    <a:cubicBezTo>
                      <a:pt x="1089660" y="615380"/>
                      <a:pt x="1145823" y="604091"/>
                      <a:pt x="1202267" y="598446"/>
                    </a:cubicBezTo>
                    <a:lnTo>
                      <a:pt x="1270000" y="564580"/>
                    </a:lnTo>
                    <a:cubicBezTo>
                      <a:pt x="1281289" y="558935"/>
                      <a:pt x="1291893" y="551637"/>
                      <a:pt x="1303867" y="547646"/>
                    </a:cubicBezTo>
                    <a:cubicBezTo>
                      <a:pt x="1320800" y="542002"/>
                      <a:pt x="1338094" y="537342"/>
                      <a:pt x="1354667" y="530713"/>
                    </a:cubicBezTo>
                    <a:cubicBezTo>
                      <a:pt x="1366386" y="526026"/>
                      <a:pt x="1376084" y="515855"/>
                      <a:pt x="1388534" y="513780"/>
                    </a:cubicBezTo>
                    <a:cubicBezTo>
                      <a:pt x="1444488" y="504454"/>
                      <a:pt x="1501488" y="503110"/>
                      <a:pt x="1557867" y="496846"/>
                    </a:cubicBezTo>
                    <a:cubicBezTo>
                      <a:pt x="1847460" y="464669"/>
                      <a:pt x="1519985" y="490747"/>
                      <a:pt x="1964267" y="462980"/>
                    </a:cubicBezTo>
                    <a:cubicBezTo>
                      <a:pt x="1994624" y="452860"/>
                      <a:pt x="2061878" y="433102"/>
                      <a:pt x="2082800" y="412180"/>
                    </a:cubicBezTo>
                    <a:lnTo>
                      <a:pt x="2133600" y="361380"/>
                    </a:lnTo>
                    <a:cubicBezTo>
                      <a:pt x="2139245" y="355735"/>
                      <a:pt x="2143394" y="348016"/>
                      <a:pt x="2150534" y="344446"/>
                    </a:cubicBezTo>
                    <a:cubicBezTo>
                      <a:pt x="2191540" y="323943"/>
                      <a:pt x="2175475" y="336437"/>
                      <a:pt x="2201334" y="310580"/>
                    </a:cubicBezTo>
                    <a:cubicBezTo>
                      <a:pt x="2286001" y="316224"/>
                      <a:pt x="2371771" y="312766"/>
                      <a:pt x="2455334" y="327513"/>
                    </a:cubicBezTo>
                    <a:cubicBezTo>
                      <a:pt x="2471056" y="330287"/>
                      <a:pt x="2473908" y="356793"/>
                      <a:pt x="2489200" y="361380"/>
                    </a:cubicBezTo>
                    <a:cubicBezTo>
                      <a:pt x="2532788" y="374456"/>
                      <a:pt x="2579617" y="371877"/>
                      <a:pt x="2624667" y="378313"/>
                    </a:cubicBezTo>
                    <a:cubicBezTo>
                      <a:pt x="2658656" y="383168"/>
                      <a:pt x="2692400" y="389602"/>
                      <a:pt x="2726267" y="395246"/>
                    </a:cubicBezTo>
                    <a:cubicBezTo>
                      <a:pt x="2810934" y="389602"/>
                      <a:pt x="2895761" y="385995"/>
                      <a:pt x="2980267" y="378313"/>
                    </a:cubicBezTo>
                    <a:cubicBezTo>
                      <a:pt x="3050826" y="371899"/>
                      <a:pt x="3090293" y="368169"/>
                      <a:pt x="3149600" y="344446"/>
                    </a:cubicBezTo>
                    <a:cubicBezTo>
                      <a:pt x="3161319" y="339759"/>
                      <a:pt x="3172178" y="333157"/>
                      <a:pt x="3183467" y="327513"/>
                    </a:cubicBezTo>
                    <a:cubicBezTo>
                      <a:pt x="3262489" y="333157"/>
                      <a:pt x="3341922" y="334620"/>
                      <a:pt x="3420534" y="344446"/>
                    </a:cubicBezTo>
                    <a:cubicBezTo>
                      <a:pt x="3477652" y="351586"/>
                      <a:pt x="3533423" y="367024"/>
                      <a:pt x="3589867" y="378313"/>
                    </a:cubicBezTo>
                    <a:lnTo>
                      <a:pt x="3674534" y="395246"/>
                    </a:lnTo>
                    <a:cubicBezTo>
                      <a:pt x="3741868" y="408713"/>
                      <a:pt x="3812590" y="407399"/>
                      <a:pt x="3877734" y="429113"/>
                    </a:cubicBezTo>
                    <a:cubicBezTo>
                      <a:pt x="3966398" y="458667"/>
                      <a:pt x="3910864" y="443522"/>
                      <a:pt x="4047067" y="462980"/>
                    </a:cubicBezTo>
                    <a:cubicBezTo>
                      <a:pt x="4126089" y="457335"/>
                      <a:pt x="4205395" y="454795"/>
                      <a:pt x="4284134" y="446046"/>
                    </a:cubicBezTo>
                    <a:cubicBezTo>
                      <a:pt x="4306365" y="443576"/>
                      <a:pt x="4377968" y="422060"/>
                      <a:pt x="4402667" y="412180"/>
                    </a:cubicBezTo>
                    <a:cubicBezTo>
                      <a:pt x="4414386" y="407492"/>
                      <a:pt x="4424398" y="398713"/>
                      <a:pt x="4436534" y="395246"/>
                    </a:cubicBezTo>
                    <a:cubicBezTo>
                      <a:pt x="4464207" y="387339"/>
                      <a:pt x="4492978" y="383957"/>
                      <a:pt x="4521200" y="378313"/>
                    </a:cubicBezTo>
                    <a:cubicBezTo>
                      <a:pt x="4549422" y="383957"/>
                      <a:pt x="4577771" y="389002"/>
                      <a:pt x="4605867" y="395246"/>
                    </a:cubicBezTo>
                    <a:cubicBezTo>
                      <a:pt x="4628585" y="400295"/>
                      <a:pt x="4650327" y="412180"/>
                      <a:pt x="4673600" y="412180"/>
                    </a:cubicBezTo>
                    <a:cubicBezTo>
                      <a:pt x="4735945" y="412180"/>
                      <a:pt x="4797778" y="400891"/>
                      <a:pt x="4859867" y="395246"/>
                    </a:cubicBezTo>
                    <a:cubicBezTo>
                      <a:pt x="4894236" y="386654"/>
                      <a:pt x="4944392" y="375955"/>
                      <a:pt x="4978400" y="361380"/>
                    </a:cubicBezTo>
                    <a:lnTo>
                      <a:pt x="5080000" y="310580"/>
                    </a:lnTo>
                    <a:cubicBezTo>
                      <a:pt x="5087140" y="307010"/>
                      <a:pt x="5090292" y="298074"/>
                      <a:pt x="5096934" y="293646"/>
                    </a:cubicBezTo>
                    <a:cubicBezTo>
                      <a:pt x="5107435" y="286645"/>
                      <a:pt x="5120703" y="284286"/>
                      <a:pt x="5130800" y="276713"/>
                    </a:cubicBezTo>
                    <a:cubicBezTo>
                      <a:pt x="5143572" y="267134"/>
                      <a:pt x="5157527" y="257126"/>
                      <a:pt x="5164667" y="242846"/>
                    </a:cubicBezTo>
                    <a:cubicBezTo>
                      <a:pt x="5170311" y="231557"/>
                      <a:pt x="5171503" y="216553"/>
                      <a:pt x="5181600" y="208980"/>
                    </a:cubicBezTo>
                    <a:cubicBezTo>
                      <a:pt x="5195879" y="198270"/>
                      <a:pt x="5215994" y="199077"/>
                      <a:pt x="5232400" y="192046"/>
                    </a:cubicBezTo>
                    <a:cubicBezTo>
                      <a:pt x="5389953" y="124524"/>
                      <a:pt x="5194837" y="187224"/>
                      <a:pt x="5401734" y="141246"/>
                    </a:cubicBezTo>
                    <a:cubicBezTo>
                      <a:pt x="5464915" y="127206"/>
                      <a:pt x="5436281" y="127428"/>
                      <a:pt x="5486400" y="107380"/>
                    </a:cubicBezTo>
                    <a:cubicBezTo>
                      <a:pt x="5502973" y="100751"/>
                      <a:pt x="5520267" y="96091"/>
                      <a:pt x="5537200" y="90446"/>
                    </a:cubicBezTo>
                    <a:cubicBezTo>
                      <a:pt x="5571067" y="96091"/>
                      <a:pt x="5605491" y="99053"/>
                      <a:pt x="5638800" y="107380"/>
                    </a:cubicBezTo>
                    <a:cubicBezTo>
                      <a:pt x="5651045" y="110441"/>
                      <a:pt x="5660948" y="119626"/>
                      <a:pt x="5672667" y="124313"/>
                    </a:cubicBezTo>
                    <a:cubicBezTo>
                      <a:pt x="5689240" y="130942"/>
                      <a:pt x="5706894" y="134617"/>
                      <a:pt x="5723467" y="141246"/>
                    </a:cubicBezTo>
                    <a:cubicBezTo>
                      <a:pt x="5735186" y="145934"/>
                      <a:pt x="5744884" y="156105"/>
                      <a:pt x="5757334" y="158180"/>
                    </a:cubicBezTo>
                    <a:cubicBezTo>
                      <a:pt x="5813288" y="167506"/>
                      <a:pt x="5870223" y="169469"/>
                      <a:pt x="5926667" y="175113"/>
                    </a:cubicBezTo>
                    <a:cubicBezTo>
                      <a:pt x="5949245" y="163824"/>
                      <a:pt x="5976550" y="159095"/>
                      <a:pt x="5994400" y="141246"/>
                    </a:cubicBezTo>
                    <a:cubicBezTo>
                      <a:pt x="6000045" y="135602"/>
                      <a:pt x="6004489" y="128420"/>
                      <a:pt x="6011334" y="124313"/>
                    </a:cubicBezTo>
                    <a:cubicBezTo>
                      <a:pt x="6032979" y="111326"/>
                      <a:pt x="6056489" y="101735"/>
                      <a:pt x="6079067" y="90446"/>
                    </a:cubicBezTo>
                    <a:lnTo>
                      <a:pt x="6180667" y="39646"/>
                    </a:lnTo>
                    <a:cubicBezTo>
                      <a:pt x="6222298" y="18830"/>
                      <a:pt x="6270978" y="17069"/>
                      <a:pt x="6316134" y="5780"/>
                    </a:cubicBezTo>
                    <a:cubicBezTo>
                      <a:pt x="6368155" y="-7225"/>
                      <a:pt x="6423378" y="5780"/>
                      <a:pt x="6477000" y="5780"/>
                    </a:cubicBezTo>
                  </a:path>
                </a:pathLst>
              </a:cu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7" name="자유형 11">
                <a:extLst>
                  <a:ext uri="{FF2B5EF4-FFF2-40B4-BE49-F238E27FC236}">
                    <a16:creationId xmlns:a16="http://schemas.microsoft.com/office/drawing/2014/main" id="{44A1B651-206F-48EF-A05E-FF12182FB6D1}"/>
                  </a:ext>
                </a:extLst>
              </p:cNvPr>
              <p:cNvSpPr/>
              <p:nvPr/>
            </p:nvSpPr>
            <p:spPr>
              <a:xfrm>
                <a:off x="1413933" y="2996952"/>
                <a:ext cx="5030275" cy="1032934"/>
              </a:xfrm>
              <a:custGeom>
                <a:avLst/>
                <a:gdLst>
                  <a:gd name="connsiteX0" fmla="*/ 0 w 6502400"/>
                  <a:gd name="connsiteY0" fmla="*/ 1032934 h 1032934"/>
                  <a:gd name="connsiteX1" fmla="*/ 50800 w 6502400"/>
                  <a:gd name="connsiteY1" fmla="*/ 999067 h 1032934"/>
                  <a:gd name="connsiteX2" fmla="*/ 84667 w 6502400"/>
                  <a:gd name="connsiteY2" fmla="*/ 931334 h 1032934"/>
                  <a:gd name="connsiteX3" fmla="*/ 101600 w 6502400"/>
                  <a:gd name="connsiteY3" fmla="*/ 914400 h 1032934"/>
                  <a:gd name="connsiteX4" fmla="*/ 152400 w 6502400"/>
                  <a:gd name="connsiteY4" fmla="*/ 812800 h 1032934"/>
                  <a:gd name="connsiteX5" fmla="*/ 186267 w 6502400"/>
                  <a:gd name="connsiteY5" fmla="*/ 728134 h 1032934"/>
                  <a:gd name="connsiteX6" fmla="*/ 203200 w 6502400"/>
                  <a:gd name="connsiteY6" fmla="*/ 711200 h 1032934"/>
                  <a:gd name="connsiteX7" fmla="*/ 237067 w 6502400"/>
                  <a:gd name="connsiteY7" fmla="*/ 609600 h 1032934"/>
                  <a:gd name="connsiteX8" fmla="*/ 287867 w 6502400"/>
                  <a:gd name="connsiteY8" fmla="*/ 372534 h 1032934"/>
                  <a:gd name="connsiteX9" fmla="*/ 355600 w 6502400"/>
                  <a:gd name="connsiteY9" fmla="*/ 406400 h 1032934"/>
                  <a:gd name="connsiteX10" fmla="*/ 372534 w 6502400"/>
                  <a:gd name="connsiteY10" fmla="*/ 423334 h 1032934"/>
                  <a:gd name="connsiteX11" fmla="*/ 406400 w 6502400"/>
                  <a:gd name="connsiteY11" fmla="*/ 440267 h 1032934"/>
                  <a:gd name="connsiteX12" fmla="*/ 457200 w 6502400"/>
                  <a:gd name="connsiteY12" fmla="*/ 474134 h 1032934"/>
                  <a:gd name="connsiteX13" fmla="*/ 558800 w 6502400"/>
                  <a:gd name="connsiteY13" fmla="*/ 491067 h 1032934"/>
                  <a:gd name="connsiteX14" fmla="*/ 592667 w 6502400"/>
                  <a:gd name="connsiteY14" fmla="*/ 508000 h 1032934"/>
                  <a:gd name="connsiteX15" fmla="*/ 609600 w 6502400"/>
                  <a:gd name="connsiteY15" fmla="*/ 524934 h 1032934"/>
                  <a:gd name="connsiteX16" fmla="*/ 643467 w 6502400"/>
                  <a:gd name="connsiteY16" fmla="*/ 541867 h 1032934"/>
                  <a:gd name="connsiteX17" fmla="*/ 660400 w 6502400"/>
                  <a:gd name="connsiteY17" fmla="*/ 575734 h 1032934"/>
                  <a:gd name="connsiteX18" fmla="*/ 711200 w 6502400"/>
                  <a:gd name="connsiteY18" fmla="*/ 609600 h 1032934"/>
                  <a:gd name="connsiteX19" fmla="*/ 880534 w 6502400"/>
                  <a:gd name="connsiteY19" fmla="*/ 575734 h 1032934"/>
                  <a:gd name="connsiteX20" fmla="*/ 897467 w 6502400"/>
                  <a:gd name="connsiteY20" fmla="*/ 558800 h 1032934"/>
                  <a:gd name="connsiteX21" fmla="*/ 982134 w 6502400"/>
                  <a:gd name="connsiteY21" fmla="*/ 508000 h 1032934"/>
                  <a:gd name="connsiteX22" fmla="*/ 999067 w 6502400"/>
                  <a:gd name="connsiteY22" fmla="*/ 474134 h 1032934"/>
                  <a:gd name="connsiteX23" fmla="*/ 1151467 w 6502400"/>
                  <a:gd name="connsiteY23" fmla="*/ 457200 h 1032934"/>
                  <a:gd name="connsiteX24" fmla="*/ 1405467 w 6502400"/>
                  <a:gd name="connsiteY24" fmla="*/ 457200 h 1032934"/>
                  <a:gd name="connsiteX25" fmla="*/ 1490134 w 6502400"/>
                  <a:gd name="connsiteY25" fmla="*/ 406400 h 1032934"/>
                  <a:gd name="connsiteX26" fmla="*/ 1507067 w 6502400"/>
                  <a:gd name="connsiteY26" fmla="*/ 372534 h 1032934"/>
                  <a:gd name="connsiteX27" fmla="*/ 1540934 w 6502400"/>
                  <a:gd name="connsiteY27" fmla="*/ 338667 h 1032934"/>
                  <a:gd name="connsiteX28" fmla="*/ 1625600 w 6502400"/>
                  <a:gd name="connsiteY28" fmla="*/ 220134 h 1032934"/>
                  <a:gd name="connsiteX29" fmla="*/ 1642534 w 6502400"/>
                  <a:gd name="connsiteY29" fmla="*/ 203200 h 1032934"/>
                  <a:gd name="connsiteX30" fmla="*/ 1693334 w 6502400"/>
                  <a:gd name="connsiteY30" fmla="*/ 186267 h 1032934"/>
                  <a:gd name="connsiteX31" fmla="*/ 1947334 w 6502400"/>
                  <a:gd name="connsiteY31" fmla="*/ 203200 h 1032934"/>
                  <a:gd name="connsiteX32" fmla="*/ 1964267 w 6502400"/>
                  <a:gd name="connsiteY32" fmla="*/ 220134 h 1032934"/>
                  <a:gd name="connsiteX33" fmla="*/ 1981200 w 6502400"/>
                  <a:gd name="connsiteY33" fmla="*/ 254000 h 1032934"/>
                  <a:gd name="connsiteX34" fmla="*/ 1998134 w 6502400"/>
                  <a:gd name="connsiteY34" fmla="*/ 270934 h 1032934"/>
                  <a:gd name="connsiteX35" fmla="*/ 2015067 w 6502400"/>
                  <a:gd name="connsiteY35" fmla="*/ 304800 h 1032934"/>
                  <a:gd name="connsiteX36" fmla="*/ 2032000 w 6502400"/>
                  <a:gd name="connsiteY36" fmla="*/ 321734 h 1032934"/>
                  <a:gd name="connsiteX37" fmla="*/ 2099734 w 6502400"/>
                  <a:gd name="connsiteY37" fmla="*/ 355600 h 1032934"/>
                  <a:gd name="connsiteX38" fmla="*/ 2116667 w 6502400"/>
                  <a:gd name="connsiteY38" fmla="*/ 372534 h 1032934"/>
                  <a:gd name="connsiteX39" fmla="*/ 2184400 w 6502400"/>
                  <a:gd name="connsiteY39" fmla="*/ 355600 h 1032934"/>
                  <a:gd name="connsiteX40" fmla="*/ 2269067 w 6502400"/>
                  <a:gd name="connsiteY40" fmla="*/ 321734 h 1032934"/>
                  <a:gd name="connsiteX41" fmla="*/ 2319867 w 6502400"/>
                  <a:gd name="connsiteY41" fmla="*/ 304800 h 1032934"/>
                  <a:gd name="connsiteX42" fmla="*/ 2387600 w 6502400"/>
                  <a:gd name="connsiteY42" fmla="*/ 270934 h 1032934"/>
                  <a:gd name="connsiteX43" fmla="*/ 2489200 w 6502400"/>
                  <a:gd name="connsiteY43" fmla="*/ 220134 h 1032934"/>
                  <a:gd name="connsiteX44" fmla="*/ 2506134 w 6502400"/>
                  <a:gd name="connsiteY44" fmla="*/ 203200 h 1032934"/>
                  <a:gd name="connsiteX45" fmla="*/ 2540000 w 6502400"/>
                  <a:gd name="connsiteY45" fmla="*/ 186267 h 1032934"/>
                  <a:gd name="connsiteX46" fmla="*/ 2573867 w 6502400"/>
                  <a:gd name="connsiteY46" fmla="*/ 152400 h 1032934"/>
                  <a:gd name="connsiteX47" fmla="*/ 2641600 w 6502400"/>
                  <a:gd name="connsiteY47" fmla="*/ 118534 h 1032934"/>
                  <a:gd name="connsiteX48" fmla="*/ 2658534 w 6502400"/>
                  <a:gd name="connsiteY48" fmla="*/ 101600 h 1032934"/>
                  <a:gd name="connsiteX49" fmla="*/ 2777067 w 6502400"/>
                  <a:gd name="connsiteY49" fmla="*/ 84667 h 1032934"/>
                  <a:gd name="connsiteX50" fmla="*/ 2844800 w 6502400"/>
                  <a:gd name="connsiteY50" fmla="*/ 101600 h 1032934"/>
                  <a:gd name="connsiteX51" fmla="*/ 2861734 w 6502400"/>
                  <a:gd name="connsiteY51" fmla="*/ 118534 h 1032934"/>
                  <a:gd name="connsiteX52" fmla="*/ 2929467 w 6502400"/>
                  <a:gd name="connsiteY52" fmla="*/ 152400 h 1032934"/>
                  <a:gd name="connsiteX53" fmla="*/ 2963334 w 6502400"/>
                  <a:gd name="connsiteY53" fmla="*/ 169334 h 1032934"/>
                  <a:gd name="connsiteX54" fmla="*/ 2997200 w 6502400"/>
                  <a:gd name="connsiteY54" fmla="*/ 186267 h 1032934"/>
                  <a:gd name="connsiteX55" fmla="*/ 3014134 w 6502400"/>
                  <a:gd name="connsiteY55" fmla="*/ 203200 h 1032934"/>
                  <a:gd name="connsiteX56" fmla="*/ 3081867 w 6502400"/>
                  <a:gd name="connsiteY56" fmla="*/ 220134 h 1032934"/>
                  <a:gd name="connsiteX57" fmla="*/ 3437467 w 6502400"/>
                  <a:gd name="connsiteY57" fmla="*/ 203200 h 1032934"/>
                  <a:gd name="connsiteX58" fmla="*/ 3539067 w 6502400"/>
                  <a:gd name="connsiteY58" fmla="*/ 169334 h 1032934"/>
                  <a:gd name="connsiteX59" fmla="*/ 3606800 w 6502400"/>
                  <a:gd name="connsiteY59" fmla="*/ 152400 h 1032934"/>
                  <a:gd name="connsiteX60" fmla="*/ 3725334 w 6502400"/>
                  <a:gd name="connsiteY60" fmla="*/ 118534 h 1032934"/>
                  <a:gd name="connsiteX61" fmla="*/ 3860800 w 6502400"/>
                  <a:gd name="connsiteY61" fmla="*/ 101600 h 1032934"/>
                  <a:gd name="connsiteX62" fmla="*/ 3962400 w 6502400"/>
                  <a:gd name="connsiteY62" fmla="*/ 118534 h 1032934"/>
                  <a:gd name="connsiteX63" fmla="*/ 4148667 w 6502400"/>
                  <a:gd name="connsiteY63" fmla="*/ 152400 h 1032934"/>
                  <a:gd name="connsiteX64" fmla="*/ 4216400 w 6502400"/>
                  <a:gd name="connsiteY64" fmla="*/ 203200 h 1032934"/>
                  <a:gd name="connsiteX65" fmla="*/ 4233334 w 6502400"/>
                  <a:gd name="connsiteY65" fmla="*/ 220134 h 1032934"/>
                  <a:gd name="connsiteX66" fmla="*/ 4267200 w 6502400"/>
                  <a:gd name="connsiteY66" fmla="*/ 237067 h 1032934"/>
                  <a:gd name="connsiteX67" fmla="*/ 4334934 w 6502400"/>
                  <a:gd name="connsiteY67" fmla="*/ 270934 h 1032934"/>
                  <a:gd name="connsiteX68" fmla="*/ 4470400 w 6502400"/>
                  <a:gd name="connsiteY68" fmla="*/ 304800 h 1032934"/>
                  <a:gd name="connsiteX69" fmla="*/ 4605867 w 6502400"/>
                  <a:gd name="connsiteY69" fmla="*/ 270934 h 1032934"/>
                  <a:gd name="connsiteX70" fmla="*/ 4673600 w 6502400"/>
                  <a:gd name="connsiteY70" fmla="*/ 237067 h 1032934"/>
                  <a:gd name="connsiteX71" fmla="*/ 4690534 w 6502400"/>
                  <a:gd name="connsiteY71" fmla="*/ 220134 h 1032934"/>
                  <a:gd name="connsiteX72" fmla="*/ 4724400 w 6502400"/>
                  <a:gd name="connsiteY72" fmla="*/ 203200 h 1032934"/>
                  <a:gd name="connsiteX73" fmla="*/ 4741334 w 6502400"/>
                  <a:gd name="connsiteY73" fmla="*/ 186267 h 1032934"/>
                  <a:gd name="connsiteX74" fmla="*/ 4809067 w 6502400"/>
                  <a:gd name="connsiteY74" fmla="*/ 152400 h 1032934"/>
                  <a:gd name="connsiteX75" fmla="*/ 4876800 w 6502400"/>
                  <a:gd name="connsiteY75" fmla="*/ 118534 h 1032934"/>
                  <a:gd name="connsiteX76" fmla="*/ 4893734 w 6502400"/>
                  <a:gd name="connsiteY76" fmla="*/ 101600 h 1032934"/>
                  <a:gd name="connsiteX77" fmla="*/ 4927600 w 6502400"/>
                  <a:gd name="connsiteY77" fmla="*/ 84667 h 1032934"/>
                  <a:gd name="connsiteX78" fmla="*/ 4961467 w 6502400"/>
                  <a:gd name="connsiteY78" fmla="*/ 50800 h 1032934"/>
                  <a:gd name="connsiteX79" fmla="*/ 5029200 w 6502400"/>
                  <a:gd name="connsiteY79" fmla="*/ 16934 h 1032934"/>
                  <a:gd name="connsiteX80" fmla="*/ 5063067 w 6502400"/>
                  <a:gd name="connsiteY80" fmla="*/ 0 h 1032934"/>
                  <a:gd name="connsiteX81" fmla="*/ 5096934 w 6502400"/>
                  <a:gd name="connsiteY81" fmla="*/ 16934 h 1032934"/>
                  <a:gd name="connsiteX82" fmla="*/ 5198534 w 6502400"/>
                  <a:gd name="connsiteY82" fmla="*/ 50800 h 1032934"/>
                  <a:gd name="connsiteX83" fmla="*/ 5215467 w 6502400"/>
                  <a:gd name="connsiteY83" fmla="*/ 67734 h 1032934"/>
                  <a:gd name="connsiteX84" fmla="*/ 5249334 w 6502400"/>
                  <a:gd name="connsiteY84" fmla="*/ 118534 h 1032934"/>
                  <a:gd name="connsiteX85" fmla="*/ 5283200 w 6502400"/>
                  <a:gd name="connsiteY85" fmla="*/ 135467 h 1032934"/>
                  <a:gd name="connsiteX86" fmla="*/ 5334000 w 6502400"/>
                  <a:gd name="connsiteY86" fmla="*/ 169334 h 1032934"/>
                  <a:gd name="connsiteX87" fmla="*/ 5469467 w 6502400"/>
                  <a:gd name="connsiteY87" fmla="*/ 203200 h 1032934"/>
                  <a:gd name="connsiteX88" fmla="*/ 5520267 w 6502400"/>
                  <a:gd name="connsiteY88" fmla="*/ 220134 h 1032934"/>
                  <a:gd name="connsiteX89" fmla="*/ 5875867 w 6502400"/>
                  <a:gd name="connsiteY89" fmla="*/ 203200 h 1032934"/>
                  <a:gd name="connsiteX90" fmla="*/ 5960534 w 6502400"/>
                  <a:gd name="connsiteY90" fmla="*/ 152400 h 1032934"/>
                  <a:gd name="connsiteX91" fmla="*/ 5994400 w 6502400"/>
                  <a:gd name="connsiteY91" fmla="*/ 135467 h 1032934"/>
                  <a:gd name="connsiteX92" fmla="*/ 6096000 w 6502400"/>
                  <a:gd name="connsiteY92" fmla="*/ 67734 h 1032934"/>
                  <a:gd name="connsiteX93" fmla="*/ 6163734 w 6502400"/>
                  <a:gd name="connsiteY93" fmla="*/ 50800 h 1032934"/>
                  <a:gd name="connsiteX94" fmla="*/ 6214534 w 6502400"/>
                  <a:gd name="connsiteY94" fmla="*/ 33867 h 1032934"/>
                  <a:gd name="connsiteX95" fmla="*/ 6502400 w 6502400"/>
                  <a:gd name="connsiteY95" fmla="*/ 16934 h 103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6502400" h="1032934">
                    <a:moveTo>
                      <a:pt x="0" y="1032934"/>
                    </a:moveTo>
                    <a:cubicBezTo>
                      <a:pt x="16933" y="1021645"/>
                      <a:pt x="37771" y="1014701"/>
                      <a:pt x="50800" y="999067"/>
                    </a:cubicBezTo>
                    <a:cubicBezTo>
                      <a:pt x="66960" y="979675"/>
                      <a:pt x="73378" y="953912"/>
                      <a:pt x="84667" y="931334"/>
                    </a:cubicBezTo>
                    <a:cubicBezTo>
                      <a:pt x="88237" y="924194"/>
                      <a:pt x="97493" y="921245"/>
                      <a:pt x="101600" y="914400"/>
                    </a:cubicBezTo>
                    <a:cubicBezTo>
                      <a:pt x="101610" y="914383"/>
                      <a:pt x="143929" y="829742"/>
                      <a:pt x="152400" y="812800"/>
                    </a:cubicBezTo>
                    <a:cubicBezTo>
                      <a:pt x="179933" y="757731"/>
                      <a:pt x="156679" y="772517"/>
                      <a:pt x="186267" y="728134"/>
                    </a:cubicBezTo>
                    <a:cubicBezTo>
                      <a:pt x="190695" y="721492"/>
                      <a:pt x="197556" y="716845"/>
                      <a:pt x="203200" y="711200"/>
                    </a:cubicBezTo>
                    <a:cubicBezTo>
                      <a:pt x="214489" y="677333"/>
                      <a:pt x="231198" y="644813"/>
                      <a:pt x="237067" y="609600"/>
                    </a:cubicBezTo>
                    <a:cubicBezTo>
                      <a:pt x="273009" y="393951"/>
                      <a:pt x="240225" y="467818"/>
                      <a:pt x="287867" y="372534"/>
                    </a:cubicBezTo>
                    <a:cubicBezTo>
                      <a:pt x="310445" y="383823"/>
                      <a:pt x="337751" y="388551"/>
                      <a:pt x="355600" y="406400"/>
                    </a:cubicBezTo>
                    <a:cubicBezTo>
                      <a:pt x="361245" y="412045"/>
                      <a:pt x="365892" y="418906"/>
                      <a:pt x="372534" y="423334"/>
                    </a:cubicBezTo>
                    <a:cubicBezTo>
                      <a:pt x="383035" y="430335"/>
                      <a:pt x="395899" y="433266"/>
                      <a:pt x="406400" y="440267"/>
                    </a:cubicBezTo>
                    <a:cubicBezTo>
                      <a:pt x="437381" y="460920"/>
                      <a:pt x="408096" y="461858"/>
                      <a:pt x="457200" y="474134"/>
                    </a:cubicBezTo>
                    <a:cubicBezTo>
                      <a:pt x="490509" y="482461"/>
                      <a:pt x="524933" y="485423"/>
                      <a:pt x="558800" y="491067"/>
                    </a:cubicBezTo>
                    <a:cubicBezTo>
                      <a:pt x="570089" y="496711"/>
                      <a:pt x="582165" y="500999"/>
                      <a:pt x="592667" y="508000"/>
                    </a:cubicBezTo>
                    <a:cubicBezTo>
                      <a:pt x="599309" y="512428"/>
                      <a:pt x="602958" y="520506"/>
                      <a:pt x="609600" y="524934"/>
                    </a:cubicBezTo>
                    <a:cubicBezTo>
                      <a:pt x="620102" y="531935"/>
                      <a:pt x="632178" y="536223"/>
                      <a:pt x="643467" y="541867"/>
                    </a:cubicBezTo>
                    <a:cubicBezTo>
                      <a:pt x="649111" y="553156"/>
                      <a:pt x="653399" y="565232"/>
                      <a:pt x="660400" y="575734"/>
                    </a:cubicBezTo>
                    <a:cubicBezTo>
                      <a:pt x="673328" y="595126"/>
                      <a:pt x="690639" y="599319"/>
                      <a:pt x="711200" y="609600"/>
                    </a:cubicBezTo>
                    <a:cubicBezTo>
                      <a:pt x="754877" y="603361"/>
                      <a:pt x="833249" y="599377"/>
                      <a:pt x="880534" y="575734"/>
                    </a:cubicBezTo>
                    <a:cubicBezTo>
                      <a:pt x="887674" y="572164"/>
                      <a:pt x="890622" y="562907"/>
                      <a:pt x="897467" y="558800"/>
                    </a:cubicBezTo>
                    <a:cubicBezTo>
                      <a:pt x="919556" y="545546"/>
                      <a:pt x="964043" y="535136"/>
                      <a:pt x="982134" y="508000"/>
                    </a:cubicBezTo>
                    <a:cubicBezTo>
                      <a:pt x="989135" y="497499"/>
                      <a:pt x="986978" y="477761"/>
                      <a:pt x="999067" y="474134"/>
                    </a:cubicBezTo>
                    <a:cubicBezTo>
                      <a:pt x="1048024" y="459447"/>
                      <a:pt x="1100667" y="462845"/>
                      <a:pt x="1151467" y="457200"/>
                    </a:cubicBezTo>
                    <a:cubicBezTo>
                      <a:pt x="1264050" y="479717"/>
                      <a:pt x="1262106" y="487920"/>
                      <a:pt x="1405467" y="457200"/>
                    </a:cubicBezTo>
                    <a:cubicBezTo>
                      <a:pt x="1420929" y="453887"/>
                      <a:pt x="1474139" y="430392"/>
                      <a:pt x="1490134" y="406400"/>
                    </a:cubicBezTo>
                    <a:cubicBezTo>
                      <a:pt x="1497135" y="395899"/>
                      <a:pt x="1499494" y="382631"/>
                      <a:pt x="1507067" y="372534"/>
                    </a:cubicBezTo>
                    <a:cubicBezTo>
                      <a:pt x="1516646" y="359762"/>
                      <a:pt x="1540934" y="338667"/>
                      <a:pt x="1540934" y="338667"/>
                    </a:cubicBezTo>
                    <a:cubicBezTo>
                      <a:pt x="1585509" y="249515"/>
                      <a:pt x="1556951" y="288783"/>
                      <a:pt x="1625600" y="220134"/>
                    </a:cubicBezTo>
                    <a:cubicBezTo>
                      <a:pt x="1631245" y="214489"/>
                      <a:pt x="1634961" y="205724"/>
                      <a:pt x="1642534" y="203200"/>
                    </a:cubicBezTo>
                    <a:lnTo>
                      <a:pt x="1693334" y="186267"/>
                    </a:lnTo>
                    <a:cubicBezTo>
                      <a:pt x="1778001" y="191911"/>
                      <a:pt x="1863135" y="192675"/>
                      <a:pt x="1947334" y="203200"/>
                    </a:cubicBezTo>
                    <a:cubicBezTo>
                      <a:pt x="1955255" y="204190"/>
                      <a:pt x="1959839" y="213492"/>
                      <a:pt x="1964267" y="220134"/>
                    </a:cubicBezTo>
                    <a:cubicBezTo>
                      <a:pt x="1971268" y="230635"/>
                      <a:pt x="1974199" y="243499"/>
                      <a:pt x="1981200" y="254000"/>
                    </a:cubicBezTo>
                    <a:cubicBezTo>
                      <a:pt x="1985628" y="260642"/>
                      <a:pt x="1993706" y="264292"/>
                      <a:pt x="1998134" y="270934"/>
                    </a:cubicBezTo>
                    <a:cubicBezTo>
                      <a:pt x="2005135" y="281435"/>
                      <a:pt x="2008066" y="294299"/>
                      <a:pt x="2015067" y="304800"/>
                    </a:cubicBezTo>
                    <a:cubicBezTo>
                      <a:pt x="2019495" y="311442"/>
                      <a:pt x="2025155" y="317627"/>
                      <a:pt x="2032000" y="321734"/>
                    </a:cubicBezTo>
                    <a:cubicBezTo>
                      <a:pt x="2053646" y="334721"/>
                      <a:pt x="2099734" y="355600"/>
                      <a:pt x="2099734" y="355600"/>
                    </a:cubicBezTo>
                    <a:cubicBezTo>
                      <a:pt x="2105378" y="361245"/>
                      <a:pt x="2108684" y="372534"/>
                      <a:pt x="2116667" y="372534"/>
                    </a:cubicBezTo>
                    <a:cubicBezTo>
                      <a:pt x="2139940" y="372534"/>
                      <a:pt x="2162023" y="361994"/>
                      <a:pt x="2184400" y="355600"/>
                    </a:cubicBezTo>
                    <a:cubicBezTo>
                      <a:pt x="2282677" y="327521"/>
                      <a:pt x="2194130" y="351709"/>
                      <a:pt x="2269067" y="321734"/>
                    </a:cubicBezTo>
                    <a:cubicBezTo>
                      <a:pt x="2285640" y="315105"/>
                      <a:pt x="2303461" y="311831"/>
                      <a:pt x="2319867" y="304800"/>
                    </a:cubicBezTo>
                    <a:cubicBezTo>
                      <a:pt x="2343069" y="294856"/>
                      <a:pt x="2365022" y="282223"/>
                      <a:pt x="2387600" y="270934"/>
                    </a:cubicBezTo>
                    <a:lnTo>
                      <a:pt x="2489200" y="220134"/>
                    </a:lnTo>
                    <a:cubicBezTo>
                      <a:pt x="2496340" y="216564"/>
                      <a:pt x="2499492" y="207628"/>
                      <a:pt x="2506134" y="203200"/>
                    </a:cubicBezTo>
                    <a:cubicBezTo>
                      <a:pt x="2516635" y="196199"/>
                      <a:pt x="2529903" y="193840"/>
                      <a:pt x="2540000" y="186267"/>
                    </a:cubicBezTo>
                    <a:cubicBezTo>
                      <a:pt x="2552772" y="176688"/>
                      <a:pt x="2559587" y="159540"/>
                      <a:pt x="2573867" y="152400"/>
                    </a:cubicBezTo>
                    <a:cubicBezTo>
                      <a:pt x="2596445" y="141111"/>
                      <a:pt x="2623751" y="136383"/>
                      <a:pt x="2641600" y="118534"/>
                    </a:cubicBezTo>
                    <a:cubicBezTo>
                      <a:pt x="2647245" y="112889"/>
                      <a:pt x="2650790" y="103536"/>
                      <a:pt x="2658534" y="101600"/>
                    </a:cubicBezTo>
                    <a:cubicBezTo>
                      <a:pt x="2697254" y="91920"/>
                      <a:pt x="2737556" y="90311"/>
                      <a:pt x="2777067" y="84667"/>
                    </a:cubicBezTo>
                    <a:cubicBezTo>
                      <a:pt x="2799645" y="90311"/>
                      <a:pt x="2823192" y="92957"/>
                      <a:pt x="2844800" y="101600"/>
                    </a:cubicBezTo>
                    <a:cubicBezTo>
                      <a:pt x="2852212" y="104565"/>
                      <a:pt x="2854889" y="114427"/>
                      <a:pt x="2861734" y="118534"/>
                    </a:cubicBezTo>
                    <a:cubicBezTo>
                      <a:pt x="2883379" y="131521"/>
                      <a:pt x="2906889" y="141111"/>
                      <a:pt x="2929467" y="152400"/>
                    </a:cubicBezTo>
                    <a:lnTo>
                      <a:pt x="2963334" y="169334"/>
                    </a:lnTo>
                    <a:cubicBezTo>
                      <a:pt x="2974623" y="174978"/>
                      <a:pt x="2988275" y="177343"/>
                      <a:pt x="2997200" y="186267"/>
                    </a:cubicBezTo>
                    <a:cubicBezTo>
                      <a:pt x="3002845" y="191911"/>
                      <a:pt x="3006722" y="200235"/>
                      <a:pt x="3014134" y="203200"/>
                    </a:cubicBezTo>
                    <a:cubicBezTo>
                      <a:pt x="3035742" y="211843"/>
                      <a:pt x="3059289" y="214489"/>
                      <a:pt x="3081867" y="220134"/>
                    </a:cubicBezTo>
                    <a:cubicBezTo>
                      <a:pt x="3200400" y="214489"/>
                      <a:pt x="3319525" y="216305"/>
                      <a:pt x="3437467" y="203200"/>
                    </a:cubicBezTo>
                    <a:cubicBezTo>
                      <a:pt x="3472947" y="199258"/>
                      <a:pt x="3505200" y="180623"/>
                      <a:pt x="3539067" y="169334"/>
                    </a:cubicBezTo>
                    <a:cubicBezTo>
                      <a:pt x="3561145" y="161975"/>
                      <a:pt x="3584423" y="158794"/>
                      <a:pt x="3606800" y="152400"/>
                    </a:cubicBezTo>
                    <a:cubicBezTo>
                      <a:pt x="3663168" y="136295"/>
                      <a:pt x="3661811" y="129121"/>
                      <a:pt x="3725334" y="118534"/>
                    </a:cubicBezTo>
                    <a:cubicBezTo>
                      <a:pt x="3770222" y="111053"/>
                      <a:pt x="3815645" y="107245"/>
                      <a:pt x="3860800" y="101600"/>
                    </a:cubicBezTo>
                    <a:cubicBezTo>
                      <a:pt x="3894667" y="107245"/>
                      <a:pt x="3928411" y="113678"/>
                      <a:pt x="3962400" y="118534"/>
                    </a:cubicBezTo>
                    <a:cubicBezTo>
                      <a:pt x="4129943" y="142469"/>
                      <a:pt x="4049061" y="119199"/>
                      <a:pt x="4148667" y="152400"/>
                    </a:cubicBezTo>
                    <a:cubicBezTo>
                      <a:pt x="4221911" y="225644"/>
                      <a:pt x="4144180" y="155053"/>
                      <a:pt x="4216400" y="203200"/>
                    </a:cubicBezTo>
                    <a:cubicBezTo>
                      <a:pt x="4223042" y="207628"/>
                      <a:pt x="4226692" y="215706"/>
                      <a:pt x="4233334" y="220134"/>
                    </a:cubicBezTo>
                    <a:cubicBezTo>
                      <a:pt x="4243835" y="227135"/>
                      <a:pt x="4256699" y="230066"/>
                      <a:pt x="4267200" y="237067"/>
                    </a:cubicBezTo>
                    <a:cubicBezTo>
                      <a:pt x="4317745" y="270763"/>
                      <a:pt x="4229628" y="242214"/>
                      <a:pt x="4334934" y="270934"/>
                    </a:cubicBezTo>
                    <a:cubicBezTo>
                      <a:pt x="4379839" y="283181"/>
                      <a:pt x="4470400" y="304800"/>
                      <a:pt x="4470400" y="304800"/>
                    </a:cubicBezTo>
                    <a:cubicBezTo>
                      <a:pt x="4520092" y="294862"/>
                      <a:pt x="4560308" y="290459"/>
                      <a:pt x="4605867" y="270934"/>
                    </a:cubicBezTo>
                    <a:cubicBezTo>
                      <a:pt x="4629069" y="260990"/>
                      <a:pt x="4655750" y="254916"/>
                      <a:pt x="4673600" y="237067"/>
                    </a:cubicBezTo>
                    <a:cubicBezTo>
                      <a:pt x="4679245" y="231423"/>
                      <a:pt x="4683892" y="224562"/>
                      <a:pt x="4690534" y="220134"/>
                    </a:cubicBezTo>
                    <a:cubicBezTo>
                      <a:pt x="4701035" y="213133"/>
                      <a:pt x="4713899" y="210201"/>
                      <a:pt x="4724400" y="203200"/>
                    </a:cubicBezTo>
                    <a:cubicBezTo>
                      <a:pt x="4731042" y="198772"/>
                      <a:pt x="4734489" y="190374"/>
                      <a:pt x="4741334" y="186267"/>
                    </a:cubicBezTo>
                    <a:cubicBezTo>
                      <a:pt x="4762979" y="173280"/>
                      <a:pt x="4786489" y="163689"/>
                      <a:pt x="4809067" y="152400"/>
                    </a:cubicBezTo>
                    <a:lnTo>
                      <a:pt x="4876800" y="118534"/>
                    </a:lnTo>
                    <a:cubicBezTo>
                      <a:pt x="4883940" y="114964"/>
                      <a:pt x="4887092" y="106028"/>
                      <a:pt x="4893734" y="101600"/>
                    </a:cubicBezTo>
                    <a:cubicBezTo>
                      <a:pt x="4904235" y="94599"/>
                      <a:pt x="4917503" y="92240"/>
                      <a:pt x="4927600" y="84667"/>
                    </a:cubicBezTo>
                    <a:cubicBezTo>
                      <a:pt x="4940372" y="75088"/>
                      <a:pt x="4947187" y="57940"/>
                      <a:pt x="4961467" y="50800"/>
                    </a:cubicBezTo>
                    <a:lnTo>
                      <a:pt x="5029200" y="16934"/>
                    </a:lnTo>
                    <a:lnTo>
                      <a:pt x="5063067" y="0"/>
                    </a:lnTo>
                    <a:cubicBezTo>
                      <a:pt x="5074356" y="5645"/>
                      <a:pt x="5084960" y="12943"/>
                      <a:pt x="5096934" y="16934"/>
                    </a:cubicBezTo>
                    <a:cubicBezTo>
                      <a:pt x="5216908" y="56926"/>
                      <a:pt x="5122160" y="12614"/>
                      <a:pt x="5198534" y="50800"/>
                    </a:cubicBezTo>
                    <a:cubicBezTo>
                      <a:pt x="5204178" y="56445"/>
                      <a:pt x="5211039" y="61092"/>
                      <a:pt x="5215467" y="67734"/>
                    </a:cubicBezTo>
                    <a:cubicBezTo>
                      <a:pt x="5231918" y="92411"/>
                      <a:pt x="5226038" y="103003"/>
                      <a:pt x="5249334" y="118534"/>
                    </a:cubicBezTo>
                    <a:cubicBezTo>
                      <a:pt x="5259835" y="125535"/>
                      <a:pt x="5272699" y="128466"/>
                      <a:pt x="5283200" y="135467"/>
                    </a:cubicBezTo>
                    <a:cubicBezTo>
                      <a:pt x="5318416" y="158944"/>
                      <a:pt x="5278200" y="152594"/>
                      <a:pt x="5334000" y="169334"/>
                    </a:cubicBezTo>
                    <a:cubicBezTo>
                      <a:pt x="5378582" y="182709"/>
                      <a:pt x="5425310" y="188481"/>
                      <a:pt x="5469467" y="203200"/>
                    </a:cubicBezTo>
                    <a:lnTo>
                      <a:pt x="5520267" y="220134"/>
                    </a:lnTo>
                    <a:cubicBezTo>
                      <a:pt x="5638800" y="214489"/>
                      <a:pt x="5758045" y="217339"/>
                      <a:pt x="5875867" y="203200"/>
                    </a:cubicBezTo>
                    <a:cubicBezTo>
                      <a:pt x="5965760" y="192413"/>
                      <a:pt x="5921001" y="178756"/>
                      <a:pt x="5960534" y="152400"/>
                    </a:cubicBezTo>
                    <a:cubicBezTo>
                      <a:pt x="5971035" y="145399"/>
                      <a:pt x="5984303" y="143040"/>
                      <a:pt x="5994400" y="135467"/>
                    </a:cubicBezTo>
                    <a:cubicBezTo>
                      <a:pt x="6046040" y="96737"/>
                      <a:pt x="6014107" y="88208"/>
                      <a:pt x="6096000" y="67734"/>
                    </a:cubicBezTo>
                    <a:cubicBezTo>
                      <a:pt x="6118578" y="62089"/>
                      <a:pt x="6141357" y="57194"/>
                      <a:pt x="6163734" y="50800"/>
                    </a:cubicBezTo>
                    <a:cubicBezTo>
                      <a:pt x="6180896" y="45896"/>
                      <a:pt x="6196928" y="36801"/>
                      <a:pt x="6214534" y="33867"/>
                    </a:cubicBezTo>
                    <a:cubicBezTo>
                      <a:pt x="6346053" y="11948"/>
                      <a:pt x="6373917" y="16934"/>
                      <a:pt x="6502400" y="16934"/>
                    </a:cubicBezTo>
                  </a:path>
                </a:pathLst>
              </a:cu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8" name="자유형 12">
                <a:extLst>
                  <a:ext uri="{FF2B5EF4-FFF2-40B4-BE49-F238E27FC236}">
                    <a16:creationId xmlns:a16="http://schemas.microsoft.com/office/drawing/2014/main" id="{652DA28B-8282-4FC2-906B-0E1F6F150C24}"/>
                  </a:ext>
                </a:extLst>
              </p:cNvPr>
              <p:cNvSpPr/>
              <p:nvPr/>
            </p:nvSpPr>
            <p:spPr>
              <a:xfrm>
                <a:off x="1430867" y="3068960"/>
                <a:ext cx="5013341" cy="660400"/>
              </a:xfrm>
              <a:custGeom>
                <a:avLst/>
                <a:gdLst>
                  <a:gd name="connsiteX0" fmla="*/ 0 w 6502400"/>
                  <a:gd name="connsiteY0" fmla="*/ 660400 h 660400"/>
                  <a:gd name="connsiteX1" fmla="*/ 50800 w 6502400"/>
                  <a:gd name="connsiteY1" fmla="*/ 643466 h 660400"/>
                  <a:gd name="connsiteX2" fmla="*/ 84666 w 6502400"/>
                  <a:gd name="connsiteY2" fmla="*/ 626533 h 660400"/>
                  <a:gd name="connsiteX3" fmla="*/ 237066 w 6502400"/>
                  <a:gd name="connsiteY3" fmla="*/ 643466 h 660400"/>
                  <a:gd name="connsiteX4" fmla="*/ 287866 w 6502400"/>
                  <a:gd name="connsiteY4" fmla="*/ 660400 h 660400"/>
                  <a:gd name="connsiteX5" fmla="*/ 491066 w 6502400"/>
                  <a:gd name="connsiteY5" fmla="*/ 626533 h 660400"/>
                  <a:gd name="connsiteX6" fmla="*/ 541866 w 6502400"/>
                  <a:gd name="connsiteY6" fmla="*/ 592666 h 660400"/>
                  <a:gd name="connsiteX7" fmla="*/ 558800 w 6502400"/>
                  <a:gd name="connsiteY7" fmla="*/ 575733 h 660400"/>
                  <a:gd name="connsiteX8" fmla="*/ 592666 w 6502400"/>
                  <a:gd name="connsiteY8" fmla="*/ 558800 h 660400"/>
                  <a:gd name="connsiteX9" fmla="*/ 609600 w 6502400"/>
                  <a:gd name="connsiteY9" fmla="*/ 541866 h 660400"/>
                  <a:gd name="connsiteX10" fmla="*/ 643466 w 6502400"/>
                  <a:gd name="connsiteY10" fmla="*/ 524933 h 660400"/>
                  <a:gd name="connsiteX11" fmla="*/ 677333 w 6502400"/>
                  <a:gd name="connsiteY11" fmla="*/ 491066 h 660400"/>
                  <a:gd name="connsiteX12" fmla="*/ 745066 w 6502400"/>
                  <a:gd name="connsiteY12" fmla="*/ 457200 h 660400"/>
                  <a:gd name="connsiteX13" fmla="*/ 762000 w 6502400"/>
                  <a:gd name="connsiteY13" fmla="*/ 440266 h 660400"/>
                  <a:gd name="connsiteX14" fmla="*/ 795866 w 6502400"/>
                  <a:gd name="connsiteY14" fmla="*/ 423333 h 660400"/>
                  <a:gd name="connsiteX15" fmla="*/ 812800 w 6502400"/>
                  <a:gd name="connsiteY15" fmla="*/ 406400 h 660400"/>
                  <a:gd name="connsiteX16" fmla="*/ 846666 w 6502400"/>
                  <a:gd name="connsiteY16" fmla="*/ 389466 h 660400"/>
                  <a:gd name="connsiteX17" fmla="*/ 863600 w 6502400"/>
                  <a:gd name="connsiteY17" fmla="*/ 372533 h 660400"/>
                  <a:gd name="connsiteX18" fmla="*/ 931333 w 6502400"/>
                  <a:gd name="connsiteY18" fmla="*/ 338666 h 660400"/>
                  <a:gd name="connsiteX19" fmla="*/ 965200 w 6502400"/>
                  <a:gd name="connsiteY19" fmla="*/ 321733 h 660400"/>
                  <a:gd name="connsiteX20" fmla="*/ 999066 w 6502400"/>
                  <a:gd name="connsiteY20" fmla="*/ 304800 h 660400"/>
                  <a:gd name="connsiteX21" fmla="*/ 1066800 w 6502400"/>
                  <a:gd name="connsiteY21" fmla="*/ 321733 h 660400"/>
                  <a:gd name="connsiteX22" fmla="*/ 1253066 w 6502400"/>
                  <a:gd name="connsiteY22" fmla="*/ 355600 h 660400"/>
                  <a:gd name="connsiteX23" fmla="*/ 1320800 w 6502400"/>
                  <a:gd name="connsiteY23" fmla="*/ 389466 h 660400"/>
                  <a:gd name="connsiteX24" fmla="*/ 1337733 w 6502400"/>
                  <a:gd name="connsiteY24" fmla="*/ 406400 h 660400"/>
                  <a:gd name="connsiteX25" fmla="*/ 1405466 w 6502400"/>
                  <a:gd name="connsiteY25" fmla="*/ 440266 h 660400"/>
                  <a:gd name="connsiteX26" fmla="*/ 1794933 w 6502400"/>
                  <a:gd name="connsiteY26" fmla="*/ 440266 h 660400"/>
                  <a:gd name="connsiteX27" fmla="*/ 1828800 w 6502400"/>
                  <a:gd name="connsiteY27" fmla="*/ 474133 h 660400"/>
                  <a:gd name="connsiteX28" fmla="*/ 1964266 w 6502400"/>
                  <a:gd name="connsiteY28" fmla="*/ 524933 h 660400"/>
                  <a:gd name="connsiteX29" fmla="*/ 2048933 w 6502400"/>
                  <a:gd name="connsiteY29" fmla="*/ 508000 h 660400"/>
                  <a:gd name="connsiteX30" fmla="*/ 2133600 w 6502400"/>
                  <a:gd name="connsiteY30" fmla="*/ 474133 h 660400"/>
                  <a:gd name="connsiteX31" fmla="*/ 2201333 w 6502400"/>
                  <a:gd name="connsiteY31" fmla="*/ 491066 h 660400"/>
                  <a:gd name="connsiteX32" fmla="*/ 2218266 w 6502400"/>
                  <a:gd name="connsiteY32" fmla="*/ 508000 h 660400"/>
                  <a:gd name="connsiteX33" fmla="*/ 2269066 w 6502400"/>
                  <a:gd name="connsiteY33" fmla="*/ 524933 h 660400"/>
                  <a:gd name="connsiteX34" fmla="*/ 2336800 w 6502400"/>
                  <a:gd name="connsiteY34" fmla="*/ 508000 h 660400"/>
                  <a:gd name="connsiteX35" fmla="*/ 2421466 w 6502400"/>
                  <a:gd name="connsiteY35" fmla="*/ 491066 h 660400"/>
                  <a:gd name="connsiteX36" fmla="*/ 2455333 w 6502400"/>
                  <a:gd name="connsiteY36" fmla="*/ 474133 h 660400"/>
                  <a:gd name="connsiteX37" fmla="*/ 2624666 w 6502400"/>
                  <a:gd name="connsiteY37" fmla="*/ 457200 h 660400"/>
                  <a:gd name="connsiteX38" fmla="*/ 2997200 w 6502400"/>
                  <a:gd name="connsiteY38" fmla="*/ 457200 h 660400"/>
                  <a:gd name="connsiteX39" fmla="*/ 3064933 w 6502400"/>
                  <a:gd name="connsiteY39" fmla="*/ 423333 h 660400"/>
                  <a:gd name="connsiteX40" fmla="*/ 3098800 w 6502400"/>
                  <a:gd name="connsiteY40" fmla="*/ 406400 h 660400"/>
                  <a:gd name="connsiteX41" fmla="*/ 3149600 w 6502400"/>
                  <a:gd name="connsiteY41" fmla="*/ 389466 h 660400"/>
                  <a:gd name="connsiteX42" fmla="*/ 3217333 w 6502400"/>
                  <a:gd name="connsiteY42" fmla="*/ 355600 h 660400"/>
                  <a:gd name="connsiteX43" fmla="*/ 3234266 w 6502400"/>
                  <a:gd name="connsiteY43" fmla="*/ 304800 h 660400"/>
                  <a:gd name="connsiteX44" fmla="*/ 3251200 w 6502400"/>
                  <a:gd name="connsiteY44" fmla="*/ 220133 h 660400"/>
                  <a:gd name="connsiteX45" fmla="*/ 3268133 w 6502400"/>
                  <a:gd name="connsiteY45" fmla="*/ 186266 h 660400"/>
                  <a:gd name="connsiteX46" fmla="*/ 3335866 w 6502400"/>
                  <a:gd name="connsiteY46" fmla="*/ 152400 h 660400"/>
                  <a:gd name="connsiteX47" fmla="*/ 3386666 w 6502400"/>
                  <a:gd name="connsiteY47" fmla="*/ 118533 h 660400"/>
                  <a:gd name="connsiteX48" fmla="*/ 3420533 w 6502400"/>
                  <a:gd name="connsiteY48" fmla="*/ 84666 h 660400"/>
                  <a:gd name="connsiteX49" fmla="*/ 3505200 w 6502400"/>
                  <a:gd name="connsiteY49" fmla="*/ 33866 h 660400"/>
                  <a:gd name="connsiteX50" fmla="*/ 3522133 w 6502400"/>
                  <a:gd name="connsiteY50" fmla="*/ 0 h 660400"/>
                  <a:gd name="connsiteX51" fmla="*/ 3945466 w 6502400"/>
                  <a:gd name="connsiteY51" fmla="*/ 16933 h 660400"/>
                  <a:gd name="connsiteX52" fmla="*/ 3962400 w 6502400"/>
                  <a:gd name="connsiteY52" fmla="*/ 50800 h 660400"/>
                  <a:gd name="connsiteX53" fmla="*/ 3979333 w 6502400"/>
                  <a:gd name="connsiteY53" fmla="*/ 101600 h 660400"/>
                  <a:gd name="connsiteX54" fmla="*/ 4013200 w 6502400"/>
                  <a:gd name="connsiteY54" fmla="*/ 169333 h 660400"/>
                  <a:gd name="connsiteX55" fmla="*/ 4047066 w 6502400"/>
                  <a:gd name="connsiteY55" fmla="*/ 237066 h 660400"/>
                  <a:gd name="connsiteX56" fmla="*/ 4064000 w 6502400"/>
                  <a:gd name="connsiteY56" fmla="*/ 254000 h 660400"/>
                  <a:gd name="connsiteX57" fmla="*/ 4080933 w 6502400"/>
                  <a:gd name="connsiteY57" fmla="*/ 287866 h 660400"/>
                  <a:gd name="connsiteX58" fmla="*/ 4148666 w 6502400"/>
                  <a:gd name="connsiteY58" fmla="*/ 338666 h 660400"/>
                  <a:gd name="connsiteX59" fmla="*/ 4165600 w 6502400"/>
                  <a:gd name="connsiteY59" fmla="*/ 355600 h 660400"/>
                  <a:gd name="connsiteX60" fmla="*/ 4250266 w 6502400"/>
                  <a:gd name="connsiteY60" fmla="*/ 389466 h 660400"/>
                  <a:gd name="connsiteX61" fmla="*/ 4284133 w 6502400"/>
                  <a:gd name="connsiteY61" fmla="*/ 406400 h 660400"/>
                  <a:gd name="connsiteX62" fmla="*/ 4351866 w 6502400"/>
                  <a:gd name="connsiteY62" fmla="*/ 423333 h 660400"/>
                  <a:gd name="connsiteX63" fmla="*/ 4453466 w 6502400"/>
                  <a:gd name="connsiteY63" fmla="*/ 474133 h 660400"/>
                  <a:gd name="connsiteX64" fmla="*/ 4504266 w 6502400"/>
                  <a:gd name="connsiteY64" fmla="*/ 491066 h 660400"/>
                  <a:gd name="connsiteX65" fmla="*/ 4605866 w 6502400"/>
                  <a:gd name="connsiteY65" fmla="*/ 474133 h 660400"/>
                  <a:gd name="connsiteX66" fmla="*/ 4724400 w 6502400"/>
                  <a:gd name="connsiteY66" fmla="*/ 457200 h 660400"/>
                  <a:gd name="connsiteX67" fmla="*/ 4775200 w 6502400"/>
                  <a:gd name="connsiteY67" fmla="*/ 406400 h 660400"/>
                  <a:gd name="connsiteX68" fmla="*/ 4809066 w 6502400"/>
                  <a:gd name="connsiteY68" fmla="*/ 389466 h 660400"/>
                  <a:gd name="connsiteX69" fmla="*/ 5283200 w 6502400"/>
                  <a:gd name="connsiteY69" fmla="*/ 440266 h 660400"/>
                  <a:gd name="connsiteX70" fmla="*/ 5300133 w 6502400"/>
                  <a:gd name="connsiteY70" fmla="*/ 457200 h 660400"/>
                  <a:gd name="connsiteX71" fmla="*/ 5571066 w 6502400"/>
                  <a:gd name="connsiteY71" fmla="*/ 457200 h 660400"/>
                  <a:gd name="connsiteX72" fmla="*/ 6045200 w 6502400"/>
                  <a:gd name="connsiteY72" fmla="*/ 440266 h 660400"/>
                  <a:gd name="connsiteX73" fmla="*/ 6180666 w 6502400"/>
                  <a:gd name="connsiteY73" fmla="*/ 423333 h 660400"/>
                  <a:gd name="connsiteX74" fmla="*/ 6214533 w 6502400"/>
                  <a:gd name="connsiteY74" fmla="*/ 389466 h 660400"/>
                  <a:gd name="connsiteX75" fmla="*/ 6282266 w 6502400"/>
                  <a:gd name="connsiteY75" fmla="*/ 355600 h 660400"/>
                  <a:gd name="connsiteX76" fmla="*/ 6299200 w 6502400"/>
                  <a:gd name="connsiteY76" fmla="*/ 338666 h 660400"/>
                  <a:gd name="connsiteX77" fmla="*/ 6333066 w 6502400"/>
                  <a:gd name="connsiteY77" fmla="*/ 321733 h 660400"/>
                  <a:gd name="connsiteX78" fmla="*/ 6366933 w 6502400"/>
                  <a:gd name="connsiteY78" fmla="*/ 287866 h 660400"/>
                  <a:gd name="connsiteX79" fmla="*/ 6434666 w 6502400"/>
                  <a:gd name="connsiteY79" fmla="*/ 254000 h 660400"/>
                  <a:gd name="connsiteX80" fmla="*/ 6451600 w 6502400"/>
                  <a:gd name="connsiteY80" fmla="*/ 203200 h 660400"/>
                  <a:gd name="connsiteX81" fmla="*/ 6468533 w 6502400"/>
                  <a:gd name="connsiteY81" fmla="*/ 186266 h 660400"/>
                  <a:gd name="connsiteX82" fmla="*/ 6502400 w 6502400"/>
                  <a:gd name="connsiteY82" fmla="*/ 67733 h 660400"/>
                  <a:gd name="connsiteX83" fmla="*/ 6493933 w 6502400"/>
                  <a:gd name="connsiteY83" fmla="*/ 33866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6502400" h="660400">
                    <a:moveTo>
                      <a:pt x="0" y="660400"/>
                    </a:moveTo>
                    <a:cubicBezTo>
                      <a:pt x="16933" y="654755"/>
                      <a:pt x="34227" y="650095"/>
                      <a:pt x="50800" y="643466"/>
                    </a:cubicBezTo>
                    <a:cubicBezTo>
                      <a:pt x="62518" y="638779"/>
                      <a:pt x="72045" y="626533"/>
                      <a:pt x="84666" y="626533"/>
                    </a:cubicBezTo>
                    <a:cubicBezTo>
                      <a:pt x="135779" y="626533"/>
                      <a:pt x="186266" y="637822"/>
                      <a:pt x="237066" y="643466"/>
                    </a:cubicBezTo>
                    <a:cubicBezTo>
                      <a:pt x="253999" y="649111"/>
                      <a:pt x="270017" y="660400"/>
                      <a:pt x="287866" y="660400"/>
                    </a:cubicBezTo>
                    <a:cubicBezTo>
                      <a:pt x="401289" y="660400"/>
                      <a:pt x="411582" y="653027"/>
                      <a:pt x="491066" y="626533"/>
                    </a:cubicBezTo>
                    <a:cubicBezTo>
                      <a:pt x="529893" y="587708"/>
                      <a:pt x="480356" y="633673"/>
                      <a:pt x="541866" y="592666"/>
                    </a:cubicBezTo>
                    <a:cubicBezTo>
                      <a:pt x="548508" y="588238"/>
                      <a:pt x="552158" y="580161"/>
                      <a:pt x="558800" y="575733"/>
                    </a:cubicBezTo>
                    <a:cubicBezTo>
                      <a:pt x="569301" y="568732"/>
                      <a:pt x="582165" y="565801"/>
                      <a:pt x="592666" y="558800"/>
                    </a:cubicBezTo>
                    <a:cubicBezTo>
                      <a:pt x="599308" y="554372"/>
                      <a:pt x="602958" y="546294"/>
                      <a:pt x="609600" y="541866"/>
                    </a:cubicBezTo>
                    <a:cubicBezTo>
                      <a:pt x="620101" y="534865"/>
                      <a:pt x="633369" y="532506"/>
                      <a:pt x="643466" y="524933"/>
                    </a:cubicBezTo>
                    <a:cubicBezTo>
                      <a:pt x="656238" y="515354"/>
                      <a:pt x="663053" y="498206"/>
                      <a:pt x="677333" y="491066"/>
                    </a:cubicBezTo>
                    <a:cubicBezTo>
                      <a:pt x="699911" y="479777"/>
                      <a:pt x="727217" y="475049"/>
                      <a:pt x="745066" y="457200"/>
                    </a:cubicBezTo>
                    <a:cubicBezTo>
                      <a:pt x="750711" y="451555"/>
                      <a:pt x="755358" y="444694"/>
                      <a:pt x="762000" y="440266"/>
                    </a:cubicBezTo>
                    <a:cubicBezTo>
                      <a:pt x="772501" y="433265"/>
                      <a:pt x="785365" y="430334"/>
                      <a:pt x="795866" y="423333"/>
                    </a:cubicBezTo>
                    <a:cubicBezTo>
                      <a:pt x="802508" y="418905"/>
                      <a:pt x="806158" y="410828"/>
                      <a:pt x="812800" y="406400"/>
                    </a:cubicBezTo>
                    <a:cubicBezTo>
                      <a:pt x="823301" y="399399"/>
                      <a:pt x="836165" y="396467"/>
                      <a:pt x="846666" y="389466"/>
                    </a:cubicBezTo>
                    <a:cubicBezTo>
                      <a:pt x="853308" y="385038"/>
                      <a:pt x="856755" y="376640"/>
                      <a:pt x="863600" y="372533"/>
                    </a:cubicBezTo>
                    <a:cubicBezTo>
                      <a:pt x="885245" y="359546"/>
                      <a:pt x="908755" y="349955"/>
                      <a:pt x="931333" y="338666"/>
                    </a:cubicBezTo>
                    <a:lnTo>
                      <a:pt x="965200" y="321733"/>
                    </a:lnTo>
                    <a:lnTo>
                      <a:pt x="999066" y="304800"/>
                    </a:lnTo>
                    <a:cubicBezTo>
                      <a:pt x="1021644" y="310444"/>
                      <a:pt x="1043844" y="317907"/>
                      <a:pt x="1066800" y="321733"/>
                    </a:cubicBezTo>
                    <a:cubicBezTo>
                      <a:pt x="1258267" y="353644"/>
                      <a:pt x="1144076" y="319269"/>
                      <a:pt x="1253066" y="355600"/>
                    </a:cubicBezTo>
                    <a:cubicBezTo>
                      <a:pt x="1291325" y="393857"/>
                      <a:pt x="1242965" y="350548"/>
                      <a:pt x="1320800" y="389466"/>
                    </a:cubicBezTo>
                    <a:cubicBezTo>
                      <a:pt x="1327940" y="393036"/>
                      <a:pt x="1330888" y="402293"/>
                      <a:pt x="1337733" y="406400"/>
                    </a:cubicBezTo>
                    <a:cubicBezTo>
                      <a:pt x="1359378" y="419387"/>
                      <a:pt x="1405466" y="440266"/>
                      <a:pt x="1405466" y="440266"/>
                    </a:cubicBezTo>
                    <a:cubicBezTo>
                      <a:pt x="1564457" y="408469"/>
                      <a:pt x="1551400" y="403736"/>
                      <a:pt x="1794933" y="440266"/>
                    </a:cubicBezTo>
                    <a:cubicBezTo>
                      <a:pt x="1810721" y="442634"/>
                      <a:pt x="1814520" y="466993"/>
                      <a:pt x="1828800" y="474133"/>
                    </a:cubicBezTo>
                    <a:cubicBezTo>
                      <a:pt x="1917349" y="518408"/>
                      <a:pt x="1872044" y="501878"/>
                      <a:pt x="1964266" y="524933"/>
                    </a:cubicBezTo>
                    <a:cubicBezTo>
                      <a:pt x="1992488" y="519289"/>
                      <a:pt x="2021011" y="514981"/>
                      <a:pt x="2048933" y="508000"/>
                    </a:cubicBezTo>
                    <a:cubicBezTo>
                      <a:pt x="2090778" y="497539"/>
                      <a:pt x="2098567" y="491649"/>
                      <a:pt x="2133600" y="474133"/>
                    </a:cubicBezTo>
                    <a:cubicBezTo>
                      <a:pt x="2156178" y="479777"/>
                      <a:pt x="2179725" y="482423"/>
                      <a:pt x="2201333" y="491066"/>
                    </a:cubicBezTo>
                    <a:cubicBezTo>
                      <a:pt x="2208745" y="494031"/>
                      <a:pt x="2211126" y="504430"/>
                      <a:pt x="2218266" y="508000"/>
                    </a:cubicBezTo>
                    <a:cubicBezTo>
                      <a:pt x="2234231" y="515983"/>
                      <a:pt x="2252133" y="519289"/>
                      <a:pt x="2269066" y="524933"/>
                    </a:cubicBezTo>
                    <a:cubicBezTo>
                      <a:pt x="2291644" y="519289"/>
                      <a:pt x="2314081" y="513049"/>
                      <a:pt x="2336800" y="508000"/>
                    </a:cubicBezTo>
                    <a:cubicBezTo>
                      <a:pt x="2364896" y="501756"/>
                      <a:pt x="2393792" y="498973"/>
                      <a:pt x="2421466" y="491066"/>
                    </a:cubicBezTo>
                    <a:cubicBezTo>
                      <a:pt x="2433602" y="487599"/>
                      <a:pt x="2442883" y="476208"/>
                      <a:pt x="2455333" y="474133"/>
                    </a:cubicBezTo>
                    <a:cubicBezTo>
                      <a:pt x="2511287" y="464808"/>
                      <a:pt x="2568222" y="462844"/>
                      <a:pt x="2624666" y="457200"/>
                    </a:cubicBezTo>
                    <a:cubicBezTo>
                      <a:pt x="2738089" y="463872"/>
                      <a:pt x="2879114" y="496562"/>
                      <a:pt x="2997200" y="457200"/>
                    </a:cubicBezTo>
                    <a:cubicBezTo>
                      <a:pt x="3021147" y="449218"/>
                      <a:pt x="3042355" y="434622"/>
                      <a:pt x="3064933" y="423333"/>
                    </a:cubicBezTo>
                    <a:lnTo>
                      <a:pt x="3098800" y="406400"/>
                    </a:lnTo>
                    <a:cubicBezTo>
                      <a:pt x="3114765" y="398418"/>
                      <a:pt x="3133194" y="396497"/>
                      <a:pt x="3149600" y="389466"/>
                    </a:cubicBezTo>
                    <a:cubicBezTo>
                      <a:pt x="3172802" y="379522"/>
                      <a:pt x="3217333" y="355600"/>
                      <a:pt x="3217333" y="355600"/>
                    </a:cubicBezTo>
                    <a:cubicBezTo>
                      <a:pt x="3222977" y="338667"/>
                      <a:pt x="3229937" y="322116"/>
                      <a:pt x="3234266" y="304800"/>
                    </a:cubicBezTo>
                    <a:cubicBezTo>
                      <a:pt x="3241247" y="276878"/>
                      <a:pt x="3243293" y="247807"/>
                      <a:pt x="3251200" y="220133"/>
                    </a:cubicBezTo>
                    <a:cubicBezTo>
                      <a:pt x="3254667" y="207997"/>
                      <a:pt x="3258277" y="194151"/>
                      <a:pt x="3268133" y="186266"/>
                    </a:cubicBezTo>
                    <a:cubicBezTo>
                      <a:pt x="3287844" y="170497"/>
                      <a:pt x="3318017" y="170249"/>
                      <a:pt x="3335866" y="152400"/>
                    </a:cubicBezTo>
                    <a:cubicBezTo>
                      <a:pt x="3387661" y="100605"/>
                      <a:pt x="3304653" y="180043"/>
                      <a:pt x="3386666" y="118533"/>
                    </a:cubicBezTo>
                    <a:cubicBezTo>
                      <a:pt x="3399438" y="108954"/>
                      <a:pt x="3409244" y="95955"/>
                      <a:pt x="3420533" y="84666"/>
                    </a:cubicBezTo>
                    <a:cubicBezTo>
                      <a:pt x="3460294" y="44905"/>
                      <a:pt x="3481521" y="69384"/>
                      <a:pt x="3505200" y="33866"/>
                    </a:cubicBezTo>
                    <a:cubicBezTo>
                      <a:pt x="3512201" y="23365"/>
                      <a:pt x="3516489" y="11289"/>
                      <a:pt x="3522133" y="0"/>
                    </a:cubicBezTo>
                    <a:cubicBezTo>
                      <a:pt x="3663244" y="5644"/>
                      <a:pt x="3805173" y="745"/>
                      <a:pt x="3945466" y="16933"/>
                    </a:cubicBezTo>
                    <a:cubicBezTo>
                      <a:pt x="3958004" y="18380"/>
                      <a:pt x="3957712" y="39081"/>
                      <a:pt x="3962400" y="50800"/>
                    </a:cubicBezTo>
                    <a:cubicBezTo>
                      <a:pt x="3969029" y="67373"/>
                      <a:pt x="3972302" y="85194"/>
                      <a:pt x="3979333" y="101600"/>
                    </a:cubicBezTo>
                    <a:cubicBezTo>
                      <a:pt x="3989277" y="124802"/>
                      <a:pt x="4001911" y="146755"/>
                      <a:pt x="4013200" y="169333"/>
                    </a:cubicBezTo>
                    <a:lnTo>
                      <a:pt x="4047066" y="237066"/>
                    </a:lnTo>
                    <a:cubicBezTo>
                      <a:pt x="4050636" y="244206"/>
                      <a:pt x="4059572" y="247358"/>
                      <a:pt x="4064000" y="254000"/>
                    </a:cubicBezTo>
                    <a:cubicBezTo>
                      <a:pt x="4071001" y="264501"/>
                      <a:pt x="4073360" y="277769"/>
                      <a:pt x="4080933" y="287866"/>
                    </a:cubicBezTo>
                    <a:cubicBezTo>
                      <a:pt x="4117555" y="336695"/>
                      <a:pt x="4105398" y="309820"/>
                      <a:pt x="4148666" y="338666"/>
                    </a:cubicBezTo>
                    <a:cubicBezTo>
                      <a:pt x="4155308" y="343094"/>
                      <a:pt x="4158958" y="351172"/>
                      <a:pt x="4165600" y="355600"/>
                    </a:cubicBezTo>
                    <a:cubicBezTo>
                      <a:pt x="4195384" y="375456"/>
                      <a:pt x="4215844" y="375697"/>
                      <a:pt x="4250266" y="389466"/>
                    </a:cubicBezTo>
                    <a:cubicBezTo>
                      <a:pt x="4261985" y="394154"/>
                      <a:pt x="4272159" y="402409"/>
                      <a:pt x="4284133" y="406400"/>
                    </a:cubicBezTo>
                    <a:cubicBezTo>
                      <a:pt x="4306211" y="413759"/>
                      <a:pt x="4330075" y="415161"/>
                      <a:pt x="4351866" y="423333"/>
                    </a:cubicBezTo>
                    <a:lnTo>
                      <a:pt x="4453466" y="474133"/>
                    </a:lnTo>
                    <a:cubicBezTo>
                      <a:pt x="4469431" y="482115"/>
                      <a:pt x="4487333" y="485422"/>
                      <a:pt x="4504266" y="491066"/>
                    </a:cubicBezTo>
                    <a:lnTo>
                      <a:pt x="4605866" y="474133"/>
                    </a:lnTo>
                    <a:cubicBezTo>
                      <a:pt x="4645314" y="468064"/>
                      <a:pt x="4687342" y="472023"/>
                      <a:pt x="4724400" y="457200"/>
                    </a:cubicBezTo>
                    <a:cubicBezTo>
                      <a:pt x="4746635" y="448306"/>
                      <a:pt x="4753781" y="417110"/>
                      <a:pt x="4775200" y="406400"/>
                    </a:cubicBezTo>
                    <a:lnTo>
                      <a:pt x="4809066" y="389466"/>
                    </a:lnTo>
                    <a:cubicBezTo>
                      <a:pt x="5261917" y="424301"/>
                      <a:pt x="5117682" y="357510"/>
                      <a:pt x="5283200" y="440266"/>
                    </a:cubicBezTo>
                    <a:cubicBezTo>
                      <a:pt x="5288844" y="445911"/>
                      <a:pt x="5293491" y="452772"/>
                      <a:pt x="5300133" y="457200"/>
                    </a:cubicBezTo>
                    <a:cubicBezTo>
                      <a:pt x="5381209" y="511251"/>
                      <a:pt x="5469865" y="464429"/>
                      <a:pt x="5571066" y="457200"/>
                    </a:cubicBezTo>
                    <a:cubicBezTo>
                      <a:pt x="5863522" y="408457"/>
                      <a:pt x="5705732" y="419050"/>
                      <a:pt x="6045200" y="440266"/>
                    </a:cubicBezTo>
                    <a:cubicBezTo>
                      <a:pt x="6090355" y="434622"/>
                      <a:pt x="6137078" y="436409"/>
                      <a:pt x="6180666" y="423333"/>
                    </a:cubicBezTo>
                    <a:cubicBezTo>
                      <a:pt x="6195958" y="418745"/>
                      <a:pt x="6203244" y="400755"/>
                      <a:pt x="6214533" y="389466"/>
                    </a:cubicBezTo>
                    <a:cubicBezTo>
                      <a:pt x="6232382" y="371617"/>
                      <a:pt x="6259688" y="366889"/>
                      <a:pt x="6282266" y="355600"/>
                    </a:cubicBezTo>
                    <a:cubicBezTo>
                      <a:pt x="6289406" y="352030"/>
                      <a:pt x="6292558" y="343094"/>
                      <a:pt x="6299200" y="338666"/>
                    </a:cubicBezTo>
                    <a:cubicBezTo>
                      <a:pt x="6309701" y="331665"/>
                      <a:pt x="6322969" y="329306"/>
                      <a:pt x="6333066" y="321733"/>
                    </a:cubicBezTo>
                    <a:cubicBezTo>
                      <a:pt x="6345838" y="312154"/>
                      <a:pt x="6352653" y="295006"/>
                      <a:pt x="6366933" y="287866"/>
                    </a:cubicBezTo>
                    <a:lnTo>
                      <a:pt x="6434666" y="254000"/>
                    </a:lnTo>
                    <a:cubicBezTo>
                      <a:pt x="6440311" y="237067"/>
                      <a:pt x="6443618" y="219165"/>
                      <a:pt x="6451600" y="203200"/>
                    </a:cubicBezTo>
                    <a:cubicBezTo>
                      <a:pt x="6455170" y="196060"/>
                      <a:pt x="6466009" y="193839"/>
                      <a:pt x="6468533" y="186266"/>
                    </a:cubicBezTo>
                    <a:cubicBezTo>
                      <a:pt x="6526753" y="11602"/>
                      <a:pt x="6455574" y="161382"/>
                      <a:pt x="6502400" y="67733"/>
                    </a:cubicBezTo>
                    <a:lnTo>
                      <a:pt x="6493933" y="33866"/>
                    </a:lnTo>
                  </a:path>
                </a:pathLst>
              </a:custGeom>
              <a:noFill/>
              <a:ln>
                <a:solidFill>
                  <a:schemeClr val="accent3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A4DD7252-C713-430D-B102-914DBEB8671D}"/>
                </a:ext>
              </a:extLst>
            </p:cNvPr>
            <p:cNvGrpSpPr/>
            <p:nvPr/>
          </p:nvGrpSpPr>
          <p:grpSpPr>
            <a:xfrm>
              <a:off x="1187624" y="2567940"/>
              <a:ext cx="7488832" cy="2542640"/>
              <a:chOff x="1187624" y="2567940"/>
              <a:chExt cx="7488832" cy="2542640"/>
            </a:xfrm>
          </p:grpSpPr>
          <p:cxnSp>
            <p:nvCxnSpPr>
              <p:cNvPr id="93" name="직선 연결선 92">
                <a:extLst>
                  <a:ext uri="{FF2B5EF4-FFF2-40B4-BE49-F238E27FC236}">
                    <a16:creationId xmlns:a16="http://schemas.microsoft.com/office/drawing/2014/main" id="{1FCCB038-5AC3-4A41-A803-6663D4C06412}"/>
                  </a:ext>
                </a:extLst>
              </p:cNvPr>
              <p:cNvCxnSpPr/>
              <p:nvPr/>
            </p:nvCxnSpPr>
            <p:spPr>
              <a:xfrm>
                <a:off x="1187624" y="2950345"/>
                <a:ext cx="7488832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직선 연결선 93">
                <a:extLst>
                  <a:ext uri="{FF2B5EF4-FFF2-40B4-BE49-F238E27FC236}">
                    <a16:creationId xmlns:a16="http://schemas.microsoft.com/office/drawing/2014/main" id="{C6331C59-C8EA-4ED9-9AF2-717855580FCB}"/>
                  </a:ext>
                </a:extLst>
              </p:cNvPr>
              <p:cNvCxnSpPr/>
              <p:nvPr/>
            </p:nvCxnSpPr>
            <p:spPr>
              <a:xfrm>
                <a:off x="1187624" y="4088760"/>
                <a:ext cx="7488832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>
                <a:extLst>
                  <a:ext uri="{FF2B5EF4-FFF2-40B4-BE49-F238E27FC236}">
                    <a16:creationId xmlns:a16="http://schemas.microsoft.com/office/drawing/2014/main" id="{E109A531-37E5-446B-BC68-974760638A47}"/>
                  </a:ext>
                </a:extLst>
              </p:cNvPr>
              <p:cNvCxnSpPr/>
              <p:nvPr/>
            </p:nvCxnSpPr>
            <p:spPr>
              <a:xfrm>
                <a:off x="4106044" y="2567940"/>
                <a:ext cx="0" cy="254264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1" name="자유형 83">
              <a:extLst>
                <a:ext uri="{FF2B5EF4-FFF2-40B4-BE49-F238E27FC236}">
                  <a16:creationId xmlns:a16="http://schemas.microsoft.com/office/drawing/2014/main" id="{E6F7AEB1-C793-47DE-92B6-6A7134892997}"/>
                </a:ext>
              </a:extLst>
            </p:cNvPr>
            <p:cNvSpPr/>
            <p:nvPr/>
          </p:nvSpPr>
          <p:spPr>
            <a:xfrm>
              <a:off x="1437877" y="2831156"/>
              <a:ext cx="3422156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2" name="자유형 33">
              <a:extLst>
                <a:ext uri="{FF2B5EF4-FFF2-40B4-BE49-F238E27FC236}">
                  <a16:creationId xmlns:a16="http://schemas.microsoft.com/office/drawing/2014/main" id="{57F5A438-07E3-424A-8F3C-E0B7808B3455}"/>
                </a:ext>
              </a:extLst>
            </p:cNvPr>
            <p:cNvSpPr/>
            <p:nvPr/>
          </p:nvSpPr>
          <p:spPr>
            <a:xfrm flipH="1">
              <a:off x="4815075" y="2825423"/>
              <a:ext cx="3683445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935F16B4-8A8B-4D56-B01A-79EC20BF7631}"/>
              </a:ext>
            </a:extLst>
          </p:cNvPr>
          <p:cNvGrpSpPr/>
          <p:nvPr/>
        </p:nvGrpSpPr>
        <p:grpSpPr>
          <a:xfrm>
            <a:off x="836141" y="4368336"/>
            <a:ext cx="3063301" cy="187860"/>
            <a:chOff x="3718905" y="2276303"/>
            <a:chExt cx="5173575" cy="36060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FE6751F6-F8C9-40BF-B592-B23607EB8FE5}"/>
                </a:ext>
              </a:extLst>
            </p:cNvPr>
            <p:cNvCxnSpPr/>
            <p:nvPr/>
          </p:nvCxnSpPr>
          <p:spPr>
            <a:xfrm>
              <a:off x="3718905" y="2494772"/>
              <a:ext cx="30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058F22CA-4AE5-4693-B7A8-F9F6B68AA39D}"/>
                </a:ext>
              </a:extLst>
            </p:cNvPr>
            <p:cNvSpPr/>
            <p:nvPr/>
          </p:nvSpPr>
          <p:spPr>
            <a:xfrm>
              <a:off x="3995936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</a:t>
              </a:r>
            </a:p>
          </p:txBody>
        </p: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0458DA44-C241-4EF6-AE0B-B866AC6CF510}"/>
                </a:ext>
              </a:extLst>
            </p:cNvPr>
            <p:cNvCxnSpPr/>
            <p:nvPr/>
          </p:nvCxnSpPr>
          <p:spPr>
            <a:xfrm>
              <a:off x="5015049" y="2494772"/>
              <a:ext cx="30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C1559F52-9C30-4DD6-A24E-90317E80D4DB}"/>
                </a:ext>
              </a:extLst>
            </p:cNvPr>
            <p:cNvSpPr/>
            <p:nvPr/>
          </p:nvSpPr>
          <p:spPr>
            <a:xfrm>
              <a:off x="5292080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어제</a:t>
              </a:r>
            </a:p>
          </p:txBody>
        </p: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86D1A44E-F893-4FBC-9624-A1F361C20313}"/>
                </a:ext>
              </a:extLst>
            </p:cNvPr>
            <p:cNvCxnSpPr/>
            <p:nvPr/>
          </p:nvCxnSpPr>
          <p:spPr>
            <a:xfrm>
              <a:off x="6311192" y="2494772"/>
              <a:ext cx="304000" cy="0"/>
            </a:xfrm>
            <a:prstGeom prst="lin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DBE4CB1B-6B7A-4995-9AB8-4B17123F7567}"/>
                </a:ext>
              </a:extLst>
            </p:cNvPr>
            <p:cNvSpPr/>
            <p:nvPr/>
          </p:nvSpPr>
          <p:spPr>
            <a:xfrm>
              <a:off x="6588224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지난 주</a:t>
              </a:r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C9701C48-8BCF-478B-A42C-979E4C86B7CB}"/>
                </a:ext>
              </a:extLst>
            </p:cNvPr>
            <p:cNvCxnSpPr/>
            <p:nvPr/>
          </p:nvCxnSpPr>
          <p:spPr>
            <a:xfrm>
              <a:off x="7607337" y="2494204"/>
              <a:ext cx="304000" cy="0"/>
            </a:xfrm>
            <a:prstGeom prst="line">
              <a:avLst/>
            </a:prstGeom>
            <a:ln w="9525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804673F7-EFEC-46DE-A8C0-EC9533E6C3E9}"/>
                </a:ext>
              </a:extLst>
            </p:cNvPr>
            <p:cNvSpPr/>
            <p:nvPr/>
          </p:nvSpPr>
          <p:spPr>
            <a:xfrm>
              <a:off x="7884368" y="22763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94515ECD-5B9D-40DA-A09F-AE1040C81173}"/>
              </a:ext>
            </a:extLst>
          </p:cNvPr>
          <p:cNvCxnSpPr>
            <a:cxnSpLocks/>
          </p:cNvCxnSpPr>
          <p:nvPr/>
        </p:nvCxnSpPr>
        <p:spPr>
          <a:xfrm>
            <a:off x="3940149" y="2028991"/>
            <a:ext cx="0" cy="16813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0" name="표 139">
            <a:extLst>
              <a:ext uri="{FF2B5EF4-FFF2-40B4-BE49-F238E27FC236}">
                <a16:creationId xmlns:a16="http://schemas.microsoft.com/office/drawing/2014/main" id="{A55C22AB-5301-49B9-854D-39CDBF137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80546"/>
              </p:ext>
            </p:extLst>
          </p:nvPr>
        </p:nvGraphicFramePr>
        <p:xfrm>
          <a:off x="5149032" y="2035764"/>
          <a:ext cx="3336376" cy="168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kWh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30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45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60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293B6AD6-8D90-46A8-BDC2-52891D45B8C3}"/>
              </a:ext>
            </a:extLst>
          </p:cNvPr>
          <p:cNvGrpSpPr/>
          <p:nvPr/>
        </p:nvGrpSpPr>
        <p:grpSpPr>
          <a:xfrm>
            <a:off x="5163587" y="1560637"/>
            <a:ext cx="3273328" cy="201885"/>
            <a:chOff x="2831858" y="1844824"/>
            <a:chExt cx="5439325" cy="300697"/>
          </a:xfrm>
        </p:grpSpPr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E283510F-1764-4760-9E51-CF318DD91CF6}"/>
                </a:ext>
              </a:extLst>
            </p:cNvPr>
            <p:cNvSpPr/>
            <p:nvPr/>
          </p:nvSpPr>
          <p:spPr>
            <a:xfrm>
              <a:off x="2831858" y="1844824"/>
              <a:ext cx="1172274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사용량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A7E258D5-2425-43EC-958C-CB719108976C}"/>
                </a:ext>
              </a:extLst>
            </p:cNvPr>
            <p:cNvSpPr/>
            <p:nvPr/>
          </p:nvSpPr>
          <p:spPr>
            <a:xfrm>
              <a:off x="4955810" y="1857484"/>
              <a:ext cx="1224136" cy="28803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기간 설정</a:t>
              </a: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5239E815-1E52-46F0-B6F9-9EAA85B318A3}"/>
                </a:ext>
              </a:extLst>
            </p:cNvPr>
            <p:cNvSpPr/>
            <p:nvPr/>
          </p:nvSpPr>
          <p:spPr>
            <a:xfrm>
              <a:off x="5703860" y="1857484"/>
              <a:ext cx="873068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DFE759C2-2D3F-486E-9E6C-AFE3416DD5EE}"/>
                </a:ext>
              </a:extLst>
            </p:cNvPr>
            <p:cNvSpPr/>
            <p:nvPr/>
          </p:nvSpPr>
          <p:spPr>
            <a:xfrm>
              <a:off x="6576929" y="1857485"/>
              <a:ext cx="288032" cy="288033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C01AEF2C-668A-4BA6-9005-E3D72C13BC0C}"/>
                </a:ext>
              </a:extLst>
            </p:cNvPr>
            <p:cNvSpPr/>
            <p:nvPr/>
          </p:nvSpPr>
          <p:spPr>
            <a:xfrm>
              <a:off x="6864961" y="1857485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E8CE2B59-CD18-4131-AC06-0927C1352CB6}"/>
                </a:ext>
              </a:extLst>
            </p:cNvPr>
            <p:cNvSpPr/>
            <p:nvPr/>
          </p:nvSpPr>
          <p:spPr>
            <a:xfrm>
              <a:off x="7109629" y="1857487"/>
              <a:ext cx="873522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3E2CAFAB-7AE1-4834-80AF-53818338267A}"/>
                </a:ext>
              </a:extLst>
            </p:cNvPr>
            <p:cNvSpPr/>
            <p:nvPr/>
          </p:nvSpPr>
          <p:spPr>
            <a:xfrm>
              <a:off x="7983150" y="1857484"/>
              <a:ext cx="288033" cy="288034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E8DDE0ED-98BF-45B3-8167-0144214785CB}"/>
                </a:ext>
              </a:extLst>
            </p:cNvPr>
            <p:cNvSpPr/>
            <p:nvPr/>
          </p:nvSpPr>
          <p:spPr>
            <a:xfrm>
              <a:off x="3854857" y="1878001"/>
              <a:ext cx="1013370" cy="23105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500" dirty="0">
                  <a:solidFill>
                    <a:schemeClr val="tx1"/>
                  </a:solidFill>
                </a:rPr>
                <a:t>1</a:t>
              </a:r>
              <a:r>
                <a:rPr lang="ko-KR" altLang="en-US" sz="500" dirty="0">
                  <a:solidFill>
                    <a:schemeClr val="tx1"/>
                  </a:solidFill>
                </a:rPr>
                <a:t>시간 </a:t>
              </a:r>
              <a:r>
                <a:rPr lang="en-US" altLang="ko-KR" sz="500" dirty="0">
                  <a:solidFill>
                    <a:schemeClr val="tx1"/>
                  </a:solidFill>
                </a:rPr>
                <a:t>   </a:t>
              </a:r>
              <a:r>
                <a:rPr lang="ko-KR" altLang="en-US" sz="500" dirty="0">
                  <a:solidFill>
                    <a:schemeClr val="tx1"/>
                  </a:solidFill>
                </a:rPr>
                <a:t>▼</a:t>
              </a:r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1FF58EA8-687C-489B-BAEB-A157C4C36910}"/>
              </a:ext>
            </a:extLst>
          </p:cNvPr>
          <p:cNvGrpSpPr/>
          <p:nvPr/>
        </p:nvGrpSpPr>
        <p:grpSpPr>
          <a:xfrm>
            <a:off x="5445284" y="2299566"/>
            <a:ext cx="3040124" cy="661892"/>
            <a:chOff x="1187624" y="2950345"/>
            <a:chExt cx="7488832" cy="1138415"/>
          </a:xfrm>
        </p:grpSpPr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7CD567A6-3FF9-4B2B-8C6A-DA91BBDD6B8B}"/>
                </a:ext>
              </a:extLst>
            </p:cNvPr>
            <p:cNvCxnSpPr>
              <a:cxnSpLocks/>
            </p:cNvCxnSpPr>
            <p:nvPr/>
          </p:nvCxnSpPr>
          <p:spPr>
            <a:xfrm>
              <a:off x="1187624" y="2950345"/>
              <a:ext cx="7488832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직선 연결선 155">
              <a:extLst>
                <a:ext uri="{FF2B5EF4-FFF2-40B4-BE49-F238E27FC236}">
                  <a16:creationId xmlns:a16="http://schemas.microsoft.com/office/drawing/2014/main" id="{7D197766-7AF6-468D-8EBE-F0DA7323AEF0}"/>
                </a:ext>
              </a:extLst>
            </p:cNvPr>
            <p:cNvCxnSpPr>
              <a:cxnSpLocks/>
            </p:cNvCxnSpPr>
            <p:nvPr/>
          </p:nvCxnSpPr>
          <p:spPr>
            <a:xfrm>
              <a:off x="1187624" y="4088760"/>
              <a:ext cx="7369378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7BA6A09-8310-428F-A8CF-134CF4ADE3A1}"/>
              </a:ext>
            </a:extLst>
          </p:cNvPr>
          <p:cNvGrpSpPr/>
          <p:nvPr/>
        </p:nvGrpSpPr>
        <p:grpSpPr>
          <a:xfrm>
            <a:off x="5940152" y="2230268"/>
            <a:ext cx="2304256" cy="921062"/>
            <a:chOff x="5940152" y="2230268"/>
            <a:chExt cx="1821851" cy="921062"/>
          </a:xfrm>
        </p:grpSpPr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EC35FAD7-B60B-4685-AB58-C6E0C80EC8F3}"/>
                </a:ext>
              </a:extLst>
            </p:cNvPr>
            <p:cNvGrpSpPr/>
            <p:nvPr/>
          </p:nvGrpSpPr>
          <p:grpSpPr>
            <a:xfrm>
              <a:off x="5940152" y="2425166"/>
              <a:ext cx="1811808" cy="726164"/>
              <a:chOff x="1413933" y="2780928"/>
              <a:chExt cx="5030275" cy="1248958"/>
            </a:xfrm>
          </p:grpSpPr>
          <p:sp>
            <p:nvSpPr>
              <p:cNvPr id="158" name="자유형 10">
                <a:extLst>
                  <a:ext uri="{FF2B5EF4-FFF2-40B4-BE49-F238E27FC236}">
                    <a16:creationId xmlns:a16="http://schemas.microsoft.com/office/drawing/2014/main" id="{4917C71E-D67B-4C86-A626-C2AD40485A99}"/>
                  </a:ext>
                </a:extLst>
              </p:cNvPr>
              <p:cNvSpPr/>
              <p:nvPr/>
            </p:nvSpPr>
            <p:spPr>
              <a:xfrm>
                <a:off x="1413933" y="2780928"/>
                <a:ext cx="5030275" cy="1208046"/>
              </a:xfrm>
              <a:custGeom>
                <a:avLst/>
                <a:gdLst>
                  <a:gd name="connsiteX0" fmla="*/ 0 w 6477000"/>
                  <a:gd name="connsiteY0" fmla="*/ 1208046 h 1208046"/>
                  <a:gd name="connsiteX1" fmla="*/ 33867 w 6477000"/>
                  <a:gd name="connsiteY1" fmla="*/ 1157246 h 1208046"/>
                  <a:gd name="connsiteX2" fmla="*/ 67734 w 6477000"/>
                  <a:gd name="connsiteY2" fmla="*/ 1140313 h 1208046"/>
                  <a:gd name="connsiteX3" fmla="*/ 101600 w 6477000"/>
                  <a:gd name="connsiteY3" fmla="*/ 1072580 h 1208046"/>
                  <a:gd name="connsiteX4" fmla="*/ 118534 w 6477000"/>
                  <a:gd name="connsiteY4" fmla="*/ 1055646 h 1208046"/>
                  <a:gd name="connsiteX5" fmla="*/ 152400 w 6477000"/>
                  <a:gd name="connsiteY5" fmla="*/ 937113 h 1208046"/>
                  <a:gd name="connsiteX6" fmla="*/ 169334 w 6477000"/>
                  <a:gd name="connsiteY6" fmla="*/ 903246 h 1208046"/>
                  <a:gd name="connsiteX7" fmla="*/ 203200 w 6477000"/>
                  <a:gd name="connsiteY7" fmla="*/ 818580 h 1208046"/>
                  <a:gd name="connsiteX8" fmla="*/ 220134 w 6477000"/>
                  <a:gd name="connsiteY8" fmla="*/ 801646 h 1208046"/>
                  <a:gd name="connsiteX9" fmla="*/ 237067 w 6477000"/>
                  <a:gd name="connsiteY9" fmla="*/ 750846 h 1208046"/>
                  <a:gd name="connsiteX10" fmla="*/ 304800 w 6477000"/>
                  <a:gd name="connsiteY10" fmla="*/ 750846 h 1208046"/>
                  <a:gd name="connsiteX11" fmla="*/ 321734 w 6477000"/>
                  <a:gd name="connsiteY11" fmla="*/ 767780 h 1208046"/>
                  <a:gd name="connsiteX12" fmla="*/ 355600 w 6477000"/>
                  <a:gd name="connsiteY12" fmla="*/ 784713 h 1208046"/>
                  <a:gd name="connsiteX13" fmla="*/ 508000 w 6477000"/>
                  <a:gd name="connsiteY13" fmla="*/ 750846 h 1208046"/>
                  <a:gd name="connsiteX14" fmla="*/ 575734 w 6477000"/>
                  <a:gd name="connsiteY14" fmla="*/ 716980 h 1208046"/>
                  <a:gd name="connsiteX15" fmla="*/ 643467 w 6477000"/>
                  <a:gd name="connsiteY15" fmla="*/ 683113 h 1208046"/>
                  <a:gd name="connsiteX16" fmla="*/ 677334 w 6477000"/>
                  <a:gd name="connsiteY16" fmla="*/ 666180 h 1208046"/>
                  <a:gd name="connsiteX17" fmla="*/ 762000 w 6477000"/>
                  <a:gd name="connsiteY17" fmla="*/ 615380 h 1208046"/>
                  <a:gd name="connsiteX18" fmla="*/ 778934 w 6477000"/>
                  <a:gd name="connsiteY18" fmla="*/ 598446 h 1208046"/>
                  <a:gd name="connsiteX19" fmla="*/ 812800 w 6477000"/>
                  <a:gd name="connsiteY19" fmla="*/ 581513 h 1208046"/>
                  <a:gd name="connsiteX20" fmla="*/ 965200 w 6477000"/>
                  <a:gd name="connsiteY20" fmla="*/ 598446 h 1208046"/>
                  <a:gd name="connsiteX21" fmla="*/ 1032934 w 6477000"/>
                  <a:gd name="connsiteY21" fmla="*/ 615380 h 1208046"/>
                  <a:gd name="connsiteX22" fmla="*/ 1202267 w 6477000"/>
                  <a:gd name="connsiteY22" fmla="*/ 598446 h 1208046"/>
                  <a:gd name="connsiteX23" fmla="*/ 1270000 w 6477000"/>
                  <a:gd name="connsiteY23" fmla="*/ 564580 h 1208046"/>
                  <a:gd name="connsiteX24" fmla="*/ 1303867 w 6477000"/>
                  <a:gd name="connsiteY24" fmla="*/ 547646 h 1208046"/>
                  <a:gd name="connsiteX25" fmla="*/ 1354667 w 6477000"/>
                  <a:gd name="connsiteY25" fmla="*/ 530713 h 1208046"/>
                  <a:gd name="connsiteX26" fmla="*/ 1388534 w 6477000"/>
                  <a:gd name="connsiteY26" fmla="*/ 513780 h 1208046"/>
                  <a:gd name="connsiteX27" fmla="*/ 1557867 w 6477000"/>
                  <a:gd name="connsiteY27" fmla="*/ 496846 h 1208046"/>
                  <a:gd name="connsiteX28" fmla="*/ 1964267 w 6477000"/>
                  <a:gd name="connsiteY28" fmla="*/ 462980 h 1208046"/>
                  <a:gd name="connsiteX29" fmla="*/ 2082800 w 6477000"/>
                  <a:gd name="connsiteY29" fmla="*/ 412180 h 1208046"/>
                  <a:gd name="connsiteX30" fmla="*/ 2133600 w 6477000"/>
                  <a:gd name="connsiteY30" fmla="*/ 361380 h 1208046"/>
                  <a:gd name="connsiteX31" fmla="*/ 2150534 w 6477000"/>
                  <a:gd name="connsiteY31" fmla="*/ 344446 h 1208046"/>
                  <a:gd name="connsiteX32" fmla="*/ 2201334 w 6477000"/>
                  <a:gd name="connsiteY32" fmla="*/ 310580 h 1208046"/>
                  <a:gd name="connsiteX33" fmla="*/ 2455334 w 6477000"/>
                  <a:gd name="connsiteY33" fmla="*/ 327513 h 1208046"/>
                  <a:gd name="connsiteX34" fmla="*/ 2489200 w 6477000"/>
                  <a:gd name="connsiteY34" fmla="*/ 361380 h 1208046"/>
                  <a:gd name="connsiteX35" fmla="*/ 2624667 w 6477000"/>
                  <a:gd name="connsiteY35" fmla="*/ 378313 h 1208046"/>
                  <a:gd name="connsiteX36" fmla="*/ 2726267 w 6477000"/>
                  <a:gd name="connsiteY36" fmla="*/ 395246 h 1208046"/>
                  <a:gd name="connsiteX37" fmla="*/ 2980267 w 6477000"/>
                  <a:gd name="connsiteY37" fmla="*/ 378313 h 1208046"/>
                  <a:gd name="connsiteX38" fmla="*/ 3149600 w 6477000"/>
                  <a:gd name="connsiteY38" fmla="*/ 344446 h 1208046"/>
                  <a:gd name="connsiteX39" fmla="*/ 3183467 w 6477000"/>
                  <a:gd name="connsiteY39" fmla="*/ 327513 h 1208046"/>
                  <a:gd name="connsiteX40" fmla="*/ 3420534 w 6477000"/>
                  <a:gd name="connsiteY40" fmla="*/ 344446 h 1208046"/>
                  <a:gd name="connsiteX41" fmla="*/ 3589867 w 6477000"/>
                  <a:gd name="connsiteY41" fmla="*/ 378313 h 1208046"/>
                  <a:gd name="connsiteX42" fmla="*/ 3674534 w 6477000"/>
                  <a:gd name="connsiteY42" fmla="*/ 395246 h 1208046"/>
                  <a:gd name="connsiteX43" fmla="*/ 3877734 w 6477000"/>
                  <a:gd name="connsiteY43" fmla="*/ 429113 h 1208046"/>
                  <a:gd name="connsiteX44" fmla="*/ 4047067 w 6477000"/>
                  <a:gd name="connsiteY44" fmla="*/ 462980 h 1208046"/>
                  <a:gd name="connsiteX45" fmla="*/ 4284134 w 6477000"/>
                  <a:gd name="connsiteY45" fmla="*/ 446046 h 1208046"/>
                  <a:gd name="connsiteX46" fmla="*/ 4402667 w 6477000"/>
                  <a:gd name="connsiteY46" fmla="*/ 412180 h 1208046"/>
                  <a:gd name="connsiteX47" fmla="*/ 4436534 w 6477000"/>
                  <a:gd name="connsiteY47" fmla="*/ 395246 h 1208046"/>
                  <a:gd name="connsiteX48" fmla="*/ 4521200 w 6477000"/>
                  <a:gd name="connsiteY48" fmla="*/ 378313 h 1208046"/>
                  <a:gd name="connsiteX49" fmla="*/ 4605867 w 6477000"/>
                  <a:gd name="connsiteY49" fmla="*/ 395246 h 1208046"/>
                  <a:gd name="connsiteX50" fmla="*/ 4673600 w 6477000"/>
                  <a:gd name="connsiteY50" fmla="*/ 412180 h 1208046"/>
                  <a:gd name="connsiteX51" fmla="*/ 4859867 w 6477000"/>
                  <a:gd name="connsiteY51" fmla="*/ 395246 h 1208046"/>
                  <a:gd name="connsiteX52" fmla="*/ 4978400 w 6477000"/>
                  <a:gd name="connsiteY52" fmla="*/ 361380 h 1208046"/>
                  <a:gd name="connsiteX53" fmla="*/ 5080000 w 6477000"/>
                  <a:gd name="connsiteY53" fmla="*/ 310580 h 1208046"/>
                  <a:gd name="connsiteX54" fmla="*/ 5096934 w 6477000"/>
                  <a:gd name="connsiteY54" fmla="*/ 293646 h 1208046"/>
                  <a:gd name="connsiteX55" fmla="*/ 5130800 w 6477000"/>
                  <a:gd name="connsiteY55" fmla="*/ 276713 h 1208046"/>
                  <a:gd name="connsiteX56" fmla="*/ 5164667 w 6477000"/>
                  <a:gd name="connsiteY56" fmla="*/ 242846 h 1208046"/>
                  <a:gd name="connsiteX57" fmla="*/ 5181600 w 6477000"/>
                  <a:gd name="connsiteY57" fmla="*/ 208980 h 1208046"/>
                  <a:gd name="connsiteX58" fmla="*/ 5232400 w 6477000"/>
                  <a:gd name="connsiteY58" fmla="*/ 192046 h 1208046"/>
                  <a:gd name="connsiteX59" fmla="*/ 5401734 w 6477000"/>
                  <a:gd name="connsiteY59" fmla="*/ 141246 h 1208046"/>
                  <a:gd name="connsiteX60" fmla="*/ 5486400 w 6477000"/>
                  <a:gd name="connsiteY60" fmla="*/ 107380 h 1208046"/>
                  <a:gd name="connsiteX61" fmla="*/ 5537200 w 6477000"/>
                  <a:gd name="connsiteY61" fmla="*/ 90446 h 1208046"/>
                  <a:gd name="connsiteX62" fmla="*/ 5638800 w 6477000"/>
                  <a:gd name="connsiteY62" fmla="*/ 107380 h 1208046"/>
                  <a:gd name="connsiteX63" fmla="*/ 5672667 w 6477000"/>
                  <a:gd name="connsiteY63" fmla="*/ 124313 h 1208046"/>
                  <a:gd name="connsiteX64" fmla="*/ 5723467 w 6477000"/>
                  <a:gd name="connsiteY64" fmla="*/ 141246 h 1208046"/>
                  <a:gd name="connsiteX65" fmla="*/ 5757334 w 6477000"/>
                  <a:gd name="connsiteY65" fmla="*/ 158180 h 1208046"/>
                  <a:gd name="connsiteX66" fmla="*/ 5926667 w 6477000"/>
                  <a:gd name="connsiteY66" fmla="*/ 175113 h 1208046"/>
                  <a:gd name="connsiteX67" fmla="*/ 5994400 w 6477000"/>
                  <a:gd name="connsiteY67" fmla="*/ 141246 h 1208046"/>
                  <a:gd name="connsiteX68" fmla="*/ 6011334 w 6477000"/>
                  <a:gd name="connsiteY68" fmla="*/ 124313 h 1208046"/>
                  <a:gd name="connsiteX69" fmla="*/ 6079067 w 6477000"/>
                  <a:gd name="connsiteY69" fmla="*/ 90446 h 1208046"/>
                  <a:gd name="connsiteX70" fmla="*/ 6180667 w 6477000"/>
                  <a:gd name="connsiteY70" fmla="*/ 39646 h 1208046"/>
                  <a:gd name="connsiteX71" fmla="*/ 6316134 w 6477000"/>
                  <a:gd name="connsiteY71" fmla="*/ 5780 h 1208046"/>
                  <a:gd name="connsiteX72" fmla="*/ 6477000 w 6477000"/>
                  <a:gd name="connsiteY72" fmla="*/ 5780 h 1208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77000" h="1208046">
                    <a:moveTo>
                      <a:pt x="0" y="1208046"/>
                    </a:moveTo>
                    <a:cubicBezTo>
                      <a:pt x="11289" y="1191113"/>
                      <a:pt x="19476" y="1171637"/>
                      <a:pt x="33867" y="1157246"/>
                    </a:cubicBezTo>
                    <a:cubicBezTo>
                      <a:pt x="42792" y="1148321"/>
                      <a:pt x="59849" y="1150169"/>
                      <a:pt x="67734" y="1140313"/>
                    </a:cubicBezTo>
                    <a:cubicBezTo>
                      <a:pt x="83503" y="1120602"/>
                      <a:pt x="83751" y="1090429"/>
                      <a:pt x="101600" y="1072580"/>
                    </a:cubicBezTo>
                    <a:lnTo>
                      <a:pt x="118534" y="1055646"/>
                    </a:lnTo>
                    <a:cubicBezTo>
                      <a:pt x="129237" y="1012832"/>
                      <a:pt x="136206" y="977598"/>
                      <a:pt x="152400" y="937113"/>
                    </a:cubicBezTo>
                    <a:cubicBezTo>
                      <a:pt x="157088" y="925394"/>
                      <a:pt x="164646" y="914965"/>
                      <a:pt x="169334" y="903246"/>
                    </a:cubicBezTo>
                    <a:cubicBezTo>
                      <a:pt x="183103" y="868824"/>
                      <a:pt x="183344" y="848364"/>
                      <a:pt x="203200" y="818580"/>
                    </a:cubicBezTo>
                    <a:cubicBezTo>
                      <a:pt x="207628" y="811938"/>
                      <a:pt x="214489" y="807291"/>
                      <a:pt x="220134" y="801646"/>
                    </a:cubicBezTo>
                    <a:cubicBezTo>
                      <a:pt x="225778" y="784713"/>
                      <a:pt x="226357" y="765125"/>
                      <a:pt x="237067" y="750846"/>
                    </a:cubicBezTo>
                    <a:cubicBezTo>
                      <a:pt x="259645" y="720743"/>
                      <a:pt x="282223" y="735794"/>
                      <a:pt x="304800" y="750846"/>
                    </a:cubicBezTo>
                    <a:cubicBezTo>
                      <a:pt x="311442" y="755274"/>
                      <a:pt x="315092" y="763352"/>
                      <a:pt x="321734" y="767780"/>
                    </a:cubicBezTo>
                    <a:cubicBezTo>
                      <a:pt x="332235" y="774781"/>
                      <a:pt x="344311" y="779069"/>
                      <a:pt x="355600" y="784713"/>
                    </a:cubicBezTo>
                    <a:cubicBezTo>
                      <a:pt x="378600" y="780113"/>
                      <a:pt x="480662" y="761098"/>
                      <a:pt x="508000" y="750846"/>
                    </a:cubicBezTo>
                    <a:cubicBezTo>
                      <a:pt x="531636" y="741983"/>
                      <a:pt x="553156" y="728269"/>
                      <a:pt x="575734" y="716980"/>
                    </a:cubicBezTo>
                    <a:lnTo>
                      <a:pt x="643467" y="683113"/>
                    </a:lnTo>
                    <a:lnTo>
                      <a:pt x="677334" y="666180"/>
                    </a:lnTo>
                    <a:cubicBezTo>
                      <a:pt x="712116" y="631396"/>
                      <a:pt x="687127" y="652816"/>
                      <a:pt x="762000" y="615380"/>
                    </a:cubicBezTo>
                    <a:cubicBezTo>
                      <a:pt x="769140" y="611810"/>
                      <a:pt x="772292" y="602874"/>
                      <a:pt x="778934" y="598446"/>
                    </a:cubicBezTo>
                    <a:cubicBezTo>
                      <a:pt x="789435" y="591445"/>
                      <a:pt x="801511" y="587157"/>
                      <a:pt x="812800" y="581513"/>
                    </a:cubicBezTo>
                    <a:cubicBezTo>
                      <a:pt x="863600" y="587157"/>
                      <a:pt x="914682" y="590674"/>
                      <a:pt x="965200" y="598446"/>
                    </a:cubicBezTo>
                    <a:cubicBezTo>
                      <a:pt x="988202" y="601985"/>
                      <a:pt x="1009661" y="615380"/>
                      <a:pt x="1032934" y="615380"/>
                    </a:cubicBezTo>
                    <a:cubicBezTo>
                      <a:pt x="1089660" y="615380"/>
                      <a:pt x="1145823" y="604091"/>
                      <a:pt x="1202267" y="598446"/>
                    </a:cubicBezTo>
                    <a:lnTo>
                      <a:pt x="1270000" y="564580"/>
                    </a:lnTo>
                    <a:cubicBezTo>
                      <a:pt x="1281289" y="558935"/>
                      <a:pt x="1291893" y="551637"/>
                      <a:pt x="1303867" y="547646"/>
                    </a:cubicBezTo>
                    <a:cubicBezTo>
                      <a:pt x="1320800" y="542002"/>
                      <a:pt x="1338094" y="537342"/>
                      <a:pt x="1354667" y="530713"/>
                    </a:cubicBezTo>
                    <a:cubicBezTo>
                      <a:pt x="1366386" y="526026"/>
                      <a:pt x="1376084" y="515855"/>
                      <a:pt x="1388534" y="513780"/>
                    </a:cubicBezTo>
                    <a:cubicBezTo>
                      <a:pt x="1444488" y="504454"/>
                      <a:pt x="1501488" y="503110"/>
                      <a:pt x="1557867" y="496846"/>
                    </a:cubicBezTo>
                    <a:cubicBezTo>
                      <a:pt x="1847460" y="464669"/>
                      <a:pt x="1519985" y="490747"/>
                      <a:pt x="1964267" y="462980"/>
                    </a:cubicBezTo>
                    <a:cubicBezTo>
                      <a:pt x="1994624" y="452860"/>
                      <a:pt x="2061878" y="433102"/>
                      <a:pt x="2082800" y="412180"/>
                    </a:cubicBezTo>
                    <a:lnTo>
                      <a:pt x="2133600" y="361380"/>
                    </a:lnTo>
                    <a:cubicBezTo>
                      <a:pt x="2139245" y="355735"/>
                      <a:pt x="2143394" y="348016"/>
                      <a:pt x="2150534" y="344446"/>
                    </a:cubicBezTo>
                    <a:cubicBezTo>
                      <a:pt x="2191540" y="323943"/>
                      <a:pt x="2175475" y="336437"/>
                      <a:pt x="2201334" y="310580"/>
                    </a:cubicBezTo>
                    <a:cubicBezTo>
                      <a:pt x="2286001" y="316224"/>
                      <a:pt x="2371771" y="312766"/>
                      <a:pt x="2455334" y="327513"/>
                    </a:cubicBezTo>
                    <a:cubicBezTo>
                      <a:pt x="2471056" y="330287"/>
                      <a:pt x="2473908" y="356793"/>
                      <a:pt x="2489200" y="361380"/>
                    </a:cubicBezTo>
                    <a:cubicBezTo>
                      <a:pt x="2532788" y="374456"/>
                      <a:pt x="2579617" y="371877"/>
                      <a:pt x="2624667" y="378313"/>
                    </a:cubicBezTo>
                    <a:cubicBezTo>
                      <a:pt x="2658656" y="383168"/>
                      <a:pt x="2692400" y="389602"/>
                      <a:pt x="2726267" y="395246"/>
                    </a:cubicBezTo>
                    <a:cubicBezTo>
                      <a:pt x="2810934" y="389602"/>
                      <a:pt x="2895761" y="385995"/>
                      <a:pt x="2980267" y="378313"/>
                    </a:cubicBezTo>
                    <a:cubicBezTo>
                      <a:pt x="3050826" y="371899"/>
                      <a:pt x="3090293" y="368169"/>
                      <a:pt x="3149600" y="344446"/>
                    </a:cubicBezTo>
                    <a:cubicBezTo>
                      <a:pt x="3161319" y="339759"/>
                      <a:pt x="3172178" y="333157"/>
                      <a:pt x="3183467" y="327513"/>
                    </a:cubicBezTo>
                    <a:cubicBezTo>
                      <a:pt x="3262489" y="333157"/>
                      <a:pt x="3341922" y="334620"/>
                      <a:pt x="3420534" y="344446"/>
                    </a:cubicBezTo>
                    <a:cubicBezTo>
                      <a:pt x="3477652" y="351586"/>
                      <a:pt x="3533423" y="367024"/>
                      <a:pt x="3589867" y="378313"/>
                    </a:cubicBezTo>
                    <a:lnTo>
                      <a:pt x="3674534" y="395246"/>
                    </a:lnTo>
                    <a:cubicBezTo>
                      <a:pt x="3741868" y="408713"/>
                      <a:pt x="3812590" y="407399"/>
                      <a:pt x="3877734" y="429113"/>
                    </a:cubicBezTo>
                    <a:cubicBezTo>
                      <a:pt x="3966398" y="458667"/>
                      <a:pt x="3910864" y="443522"/>
                      <a:pt x="4047067" y="462980"/>
                    </a:cubicBezTo>
                    <a:cubicBezTo>
                      <a:pt x="4126089" y="457335"/>
                      <a:pt x="4205395" y="454795"/>
                      <a:pt x="4284134" y="446046"/>
                    </a:cubicBezTo>
                    <a:cubicBezTo>
                      <a:pt x="4306365" y="443576"/>
                      <a:pt x="4377968" y="422060"/>
                      <a:pt x="4402667" y="412180"/>
                    </a:cubicBezTo>
                    <a:cubicBezTo>
                      <a:pt x="4414386" y="407492"/>
                      <a:pt x="4424398" y="398713"/>
                      <a:pt x="4436534" y="395246"/>
                    </a:cubicBezTo>
                    <a:cubicBezTo>
                      <a:pt x="4464207" y="387339"/>
                      <a:pt x="4492978" y="383957"/>
                      <a:pt x="4521200" y="378313"/>
                    </a:cubicBezTo>
                    <a:cubicBezTo>
                      <a:pt x="4549422" y="383957"/>
                      <a:pt x="4577771" y="389002"/>
                      <a:pt x="4605867" y="395246"/>
                    </a:cubicBezTo>
                    <a:cubicBezTo>
                      <a:pt x="4628585" y="400295"/>
                      <a:pt x="4650327" y="412180"/>
                      <a:pt x="4673600" y="412180"/>
                    </a:cubicBezTo>
                    <a:cubicBezTo>
                      <a:pt x="4735945" y="412180"/>
                      <a:pt x="4797778" y="400891"/>
                      <a:pt x="4859867" y="395246"/>
                    </a:cubicBezTo>
                    <a:cubicBezTo>
                      <a:pt x="4894236" y="386654"/>
                      <a:pt x="4944392" y="375955"/>
                      <a:pt x="4978400" y="361380"/>
                    </a:cubicBezTo>
                    <a:lnTo>
                      <a:pt x="5080000" y="310580"/>
                    </a:lnTo>
                    <a:cubicBezTo>
                      <a:pt x="5087140" y="307010"/>
                      <a:pt x="5090292" y="298074"/>
                      <a:pt x="5096934" y="293646"/>
                    </a:cubicBezTo>
                    <a:cubicBezTo>
                      <a:pt x="5107435" y="286645"/>
                      <a:pt x="5120703" y="284286"/>
                      <a:pt x="5130800" y="276713"/>
                    </a:cubicBezTo>
                    <a:cubicBezTo>
                      <a:pt x="5143572" y="267134"/>
                      <a:pt x="5157527" y="257126"/>
                      <a:pt x="5164667" y="242846"/>
                    </a:cubicBezTo>
                    <a:cubicBezTo>
                      <a:pt x="5170311" y="231557"/>
                      <a:pt x="5171503" y="216553"/>
                      <a:pt x="5181600" y="208980"/>
                    </a:cubicBezTo>
                    <a:cubicBezTo>
                      <a:pt x="5195879" y="198270"/>
                      <a:pt x="5215994" y="199077"/>
                      <a:pt x="5232400" y="192046"/>
                    </a:cubicBezTo>
                    <a:cubicBezTo>
                      <a:pt x="5389953" y="124524"/>
                      <a:pt x="5194837" y="187224"/>
                      <a:pt x="5401734" y="141246"/>
                    </a:cubicBezTo>
                    <a:cubicBezTo>
                      <a:pt x="5464915" y="127206"/>
                      <a:pt x="5436281" y="127428"/>
                      <a:pt x="5486400" y="107380"/>
                    </a:cubicBezTo>
                    <a:cubicBezTo>
                      <a:pt x="5502973" y="100751"/>
                      <a:pt x="5520267" y="96091"/>
                      <a:pt x="5537200" y="90446"/>
                    </a:cubicBezTo>
                    <a:cubicBezTo>
                      <a:pt x="5571067" y="96091"/>
                      <a:pt x="5605491" y="99053"/>
                      <a:pt x="5638800" y="107380"/>
                    </a:cubicBezTo>
                    <a:cubicBezTo>
                      <a:pt x="5651045" y="110441"/>
                      <a:pt x="5660948" y="119626"/>
                      <a:pt x="5672667" y="124313"/>
                    </a:cubicBezTo>
                    <a:cubicBezTo>
                      <a:pt x="5689240" y="130942"/>
                      <a:pt x="5706894" y="134617"/>
                      <a:pt x="5723467" y="141246"/>
                    </a:cubicBezTo>
                    <a:cubicBezTo>
                      <a:pt x="5735186" y="145934"/>
                      <a:pt x="5744884" y="156105"/>
                      <a:pt x="5757334" y="158180"/>
                    </a:cubicBezTo>
                    <a:cubicBezTo>
                      <a:pt x="5813288" y="167506"/>
                      <a:pt x="5870223" y="169469"/>
                      <a:pt x="5926667" y="175113"/>
                    </a:cubicBezTo>
                    <a:cubicBezTo>
                      <a:pt x="5949245" y="163824"/>
                      <a:pt x="5976550" y="159095"/>
                      <a:pt x="5994400" y="141246"/>
                    </a:cubicBezTo>
                    <a:cubicBezTo>
                      <a:pt x="6000045" y="135602"/>
                      <a:pt x="6004489" y="128420"/>
                      <a:pt x="6011334" y="124313"/>
                    </a:cubicBezTo>
                    <a:cubicBezTo>
                      <a:pt x="6032979" y="111326"/>
                      <a:pt x="6056489" y="101735"/>
                      <a:pt x="6079067" y="90446"/>
                    </a:cubicBezTo>
                    <a:lnTo>
                      <a:pt x="6180667" y="39646"/>
                    </a:lnTo>
                    <a:cubicBezTo>
                      <a:pt x="6222298" y="18830"/>
                      <a:pt x="6270978" y="17069"/>
                      <a:pt x="6316134" y="5780"/>
                    </a:cubicBezTo>
                    <a:cubicBezTo>
                      <a:pt x="6368155" y="-7225"/>
                      <a:pt x="6423378" y="5780"/>
                      <a:pt x="6477000" y="5780"/>
                    </a:cubicBezTo>
                  </a:path>
                </a:pathLst>
              </a:cu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9" name="자유형 11">
                <a:extLst>
                  <a:ext uri="{FF2B5EF4-FFF2-40B4-BE49-F238E27FC236}">
                    <a16:creationId xmlns:a16="http://schemas.microsoft.com/office/drawing/2014/main" id="{348A0133-6FCA-4DE8-B613-3B1B9C355820}"/>
                  </a:ext>
                </a:extLst>
              </p:cNvPr>
              <p:cNvSpPr/>
              <p:nvPr/>
            </p:nvSpPr>
            <p:spPr>
              <a:xfrm>
                <a:off x="1413933" y="2996952"/>
                <a:ext cx="5030275" cy="1032934"/>
              </a:xfrm>
              <a:custGeom>
                <a:avLst/>
                <a:gdLst>
                  <a:gd name="connsiteX0" fmla="*/ 0 w 6502400"/>
                  <a:gd name="connsiteY0" fmla="*/ 1032934 h 1032934"/>
                  <a:gd name="connsiteX1" fmla="*/ 50800 w 6502400"/>
                  <a:gd name="connsiteY1" fmla="*/ 999067 h 1032934"/>
                  <a:gd name="connsiteX2" fmla="*/ 84667 w 6502400"/>
                  <a:gd name="connsiteY2" fmla="*/ 931334 h 1032934"/>
                  <a:gd name="connsiteX3" fmla="*/ 101600 w 6502400"/>
                  <a:gd name="connsiteY3" fmla="*/ 914400 h 1032934"/>
                  <a:gd name="connsiteX4" fmla="*/ 152400 w 6502400"/>
                  <a:gd name="connsiteY4" fmla="*/ 812800 h 1032934"/>
                  <a:gd name="connsiteX5" fmla="*/ 186267 w 6502400"/>
                  <a:gd name="connsiteY5" fmla="*/ 728134 h 1032934"/>
                  <a:gd name="connsiteX6" fmla="*/ 203200 w 6502400"/>
                  <a:gd name="connsiteY6" fmla="*/ 711200 h 1032934"/>
                  <a:gd name="connsiteX7" fmla="*/ 237067 w 6502400"/>
                  <a:gd name="connsiteY7" fmla="*/ 609600 h 1032934"/>
                  <a:gd name="connsiteX8" fmla="*/ 287867 w 6502400"/>
                  <a:gd name="connsiteY8" fmla="*/ 372534 h 1032934"/>
                  <a:gd name="connsiteX9" fmla="*/ 355600 w 6502400"/>
                  <a:gd name="connsiteY9" fmla="*/ 406400 h 1032934"/>
                  <a:gd name="connsiteX10" fmla="*/ 372534 w 6502400"/>
                  <a:gd name="connsiteY10" fmla="*/ 423334 h 1032934"/>
                  <a:gd name="connsiteX11" fmla="*/ 406400 w 6502400"/>
                  <a:gd name="connsiteY11" fmla="*/ 440267 h 1032934"/>
                  <a:gd name="connsiteX12" fmla="*/ 457200 w 6502400"/>
                  <a:gd name="connsiteY12" fmla="*/ 474134 h 1032934"/>
                  <a:gd name="connsiteX13" fmla="*/ 558800 w 6502400"/>
                  <a:gd name="connsiteY13" fmla="*/ 491067 h 1032934"/>
                  <a:gd name="connsiteX14" fmla="*/ 592667 w 6502400"/>
                  <a:gd name="connsiteY14" fmla="*/ 508000 h 1032934"/>
                  <a:gd name="connsiteX15" fmla="*/ 609600 w 6502400"/>
                  <a:gd name="connsiteY15" fmla="*/ 524934 h 1032934"/>
                  <a:gd name="connsiteX16" fmla="*/ 643467 w 6502400"/>
                  <a:gd name="connsiteY16" fmla="*/ 541867 h 1032934"/>
                  <a:gd name="connsiteX17" fmla="*/ 660400 w 6502400"/>
                  <a:gd name="connsiteY17" fmla="*/ 575734 h 1032934"/>
                  <a:gd name="connsiteX18" fmla="*/ 711200 w 6502400"/>
                  <a:gd name="connsiteY18" fmla="*/ 609600 h 1032934"/>
                  <a:gd name="connsiteX19" fmla="*/ 880534 w 6502400"/>
                  <a:gd name="connsiteY19" fmla="*/ 575734 h 1032934"/>
                  <a:gd name="connsiteX20" fmla="*/ 897467 w 6502400"/>
                  <a:gd name="connsiteY20" fmla="*/ 558800 h 1032934"/>
                  <a:gd name="connsiteX21" fmla="*/ 982134 w 6502400"/>
                  <a:gd name="connsiteY21" fmla="*/ 508000 h 1032934"/>
                  <a:gd name="connsiteX22" fmla="*/ 999067 w 6502400"/>
                  <a:gd name="connsiteY22" fmla="*/ 474134 h 1032934"/>
                  <a:gd name="connsiteX23" fmla="*/ 1151467 w 6502400"/>
                  <a:gd name="connsiteY23" fmla="*/ 457200 h 1032934"/>
                  <a:gd name="connsiteX24" fmla="*/ 1405467 w 6502400"/>
                  <a:gd name="connsiteY24" fmla="*/ 457200 h 1032934"/>
                  <a:gd name="connsiteX25" fmla="*/ 1490134 w 6502400"/>
                  <a:gd name="connsiteY25" fmla="*/ 406400 h 1032934"/>
                  <a:gd name="connsiteX26" fmla="*/ 1507067 w 6502400"/>
                  <a:gd name="connsiteY26" fmla="*/ 372534 h 1032934"/>
                  <a:gd name="connsiteX27" fmla="*/ 1540934 w 6502400"/>
                  <a:gd name="connsiteY27" fmla="*/ 338667 h 1032934"/>
                  <a:gd name="connsiteX28" fmla="*/ 1625600 w 6502400"/>
                  <a:gd name="connsiteY28" fmla="*/ 220134 h 1032934"/>
                  <a:gd name="connsiteX29" fmla="*/ 1642534 w 6502400"/>
                  <a:gd name="connsiteY29" fmla="*/ 203200 h 1032934"/>
                  <a:gd name="connsiteX30" fmla="*/ 1693334 w 6502400"/>
                  <a:gd name="connsiteY30" fmla="*/ 186267 h 1032934"/>
                  <a:gd name="connsiteX31" fmla="*/ 1947334 w 6502400"/>
                  <a:gd name="connsiteY31" fmla="*/ 203200 h 1032934"/>
                  <a:gd name="connsiteX32" fmla="*/ 1964267 w 6502400"/>
                  <a:gd name="connsiteY32" fmla="*/ 220134 h 1032934"/>
                  <a:gd name="connsiteX33" fmla="*/ 1981200 w 6502400"/>
                  <a:gd name="connsiteY33" fmla="*/ 254000 h 1032934"/>
                  <a:gd name="connsiteX34" fmla="*/ 1998134 w 6502400"/>
                  <a:gd name="connsiteY34" fmla="*/ 270934 h 1032934"/>
                  <a:gd name="connsiteX35" fmla="*/ 2015067 w 6502400"/>
                  <a:gd name="connsiteY35" fmla="*/ 304800 h 1032934"/>
                  <a:gd name="connsiteX36" fmla="*/ 2032000 w 6502400"/>
                  <a:gd name="connsiteY36" fmla="*/ 321734 h 1032934"/>
                  <a:gd name="connsiteX37" fmla="*/ 2099734 w 6502400"/>
                  <a:gd name="connsiteY37" fmla="*/ 355600 h 1032934"/>
                  <a:gd name="connsiteX38" fmla="*/ 2116667 w 6502400"/>
                  <a:gd name="connsiteY38" fmla="*/ 372534 h 1032934"/>
                  <a:gd name="connsiteX39" fmla="*/ 2184400 w 6502400"/>
                  <a:gd name="connsiteY39" fmla="*/ 355600 h 1032934"/>
                  <a:gd name="connsiteX40" fmla="*/ 2269067 w 6502400"/>
                  <a:gd name="connsiteY40" fmla="*/ 321734 h 1032934"/>
                  <a:gd name="connsiteX41" fmla="*/ 2319867 w 6502400"/>
                  <a:gd name="connsiteY41" fmla="*/ 304800 h 1032934"/>
                  <a:gd name="connsiteX42" fmla="*/ 2387600 w 6502400"/>
                  <a:gd name="connsiteY42" fmla="*/ 270934 h 1032934"/>
                  <a:gd name="connsiteX43" fmla="*/ 2489200 w 6502400"/>
                  <a:gd name="connsiteY43" fmla="*/ 220134 h 1032934"/>
                  <a:gd name="connsiteX44" fmla="*/ 2506134 w 6502400"/>
                  <a:gd name="connsiteY44" fmla="*/ 203200 h 1032934"/>
                  <a:gd name="connsiteX45" fmla="*/ 2540000 w 6502400"/>
                  <a:gd name="connsiteY45" fmla="*/ 186267 h 1032934"/>
                  <a:gd name="connsiteX46" fmla="*/ 2573867 w 6502400"/>
                  <a:gd name="connsiteY46" fmla="*/ 152400 h 1032934"/>
                  <a:gd name="connsiteX47" fmla="*/ 2641600 w 6502400"/>
                  <a:gd name="connsiteY47" fmla="*/ 118534 h 1032934"/>
                  <a:gd name="connsiteX48" fmla="*/ 2658534 w 6502400"/>
                  <a:gd name="connsiteY48" fmla="*/ 101600 h 1032934"/>
                  <a:gd name="connsiteX49" fmla="*/ 2777067 w 6502400"/>
                  <a:gd name="connsiteY49" fmla="*/ 84667 h 1032934"/>
                  <a:gd name="connsiteX50" fmla="*/ 2844800 w 6502400"/>
                  <a:gd name="connsiteY50" fmla="*/ 101600 h 1032934"/>
                  <a:gd name="connsiteX51" fmla="*/ 2861734 w 6502400"/>
                  <a:gd name="connsiteY51" fmla="*/ 118534 h 1032934"/>
                  <a:gd name="connsiteX52" fmla="*/ 2929467 w 6502400"/>
                  <a:gd name="connsiteY52" fmla="*/ 152400 h 1032934"/>
                  <a:gd name="connsiteX53" fmla="*/ 2963334 w 6502400"/>
                  <a:gd name="connsiteY53" fmla="*/ 169334 h 1032934"/>
                  <a:gd name="connsiteX54" fmla="*/ 2997200 w 6502400"/>
                  <a:gd name="connsiteY54" fmla="*/ 186267 h 1032934"/>
                  <a:gd name="connsiteX55" fmla="*/ 3014134 w 6502400"/>
                  <a:gd name="connsiteY55" fmla="*/ 203200 h 1032934"/>
                  <a:gd name="connsiteX56" fmla="*/ 3081867 w 6502400"/>
                  <a:gd name="connsiteY56" fmla="*/ 220134 h 1032934"/>
                  <a:gd name="connsiteX57" fmla="*/ 3437467 w 6502400"/>
                  <a:gd name="connsiteY57" fmla="*/ 203200 h 1032934"/>
                  <a:gd name="connsiteX58" fmla="*/ 3539067 w 6502400"/>
                  <a:gd name="connsiteY58" fmla="*/ 169334 h 1032934"/>
                  <a:gd name="connsiteX59" fmla="*/ 3606800 w 6502400"/>
                  <a:gd name="connsiteY59" fmla="*/ 152400 h 1032934"/>
                  <a:gd name="connsiteX60" fmla="*/ 3725334 w 6502400"/>
                  <a:gd name="connsiteY60" fmla="*/ 118534 h 1032934"/>
                  <a:gd name="connsiteX61" fmla="*/ 3860800 w 6502400"/>
                  <a:gd name="connsiteY61" fmla="*/ 101600 h 1032934"/>
                  <a:gd name="connsiteX62" fmla="*/ 3962400 w 6502400"/>
                  <a:gd name="connsiteY62" fmla="*/ 118534 h 1032934"/>
                  <a:gd name="connsiteX63" fmla="*/ 4148667 w 6502400"/>
                  <a:gd name="connsiteY63" fmla="*/ 152400 h 1032934"/>
                  <a:gd name="connsiteX64" fmla="*/ 4216400 w 6502400"/>
                  <a:gd name="connsiteY64" fmla="*/ 203200 h 1032934"/>
                  <a:gd name="connsiteX65" fmla="*/ 4233334 w 6502400"/>
                  <a:gd name="connsiteY65" fmla="*/ 220134 h 1032934"/>
                  <a:gd name="connsiteX66" fmla="*/ 4267200 w 6502400"/>
                  <a:gd name="connsiteY66" fmla="*/ 237067 h 1032934"/>
                  <a:gd name="connsiteX67" fmla="*/ 4334934 w 6502400"/>
                  <a:gd name="connsiteY67" fmla="*/ 270934 h 1032934"/>
                  <a:gd name="connsiteX68" fmla="*/ 4470400 w 6502400"/>
                  <a:gd name="connsiteY68" fmla="*/ 304800 h 1032934"/>
                  <a:gd name="connsiteX69" fmla="*/ 4605867 w 6502400"/>
                  <a:gd name="connsiteY69" fmla="*/ 270934 h 1032934"/>
                  <a:gd name="connsiteX70" fmla="*/ 4673600 w 6502400"/>
                  <a:gd name="connsiteY70" fmla="*/ 237067 h 1032934"/>
                  <a:gd name="connsiteX71" fmla="*/ 4690534 w 6502400"/>
                  <a:gd name="connsiteY71" fmla="*/ 220134 h 1032934"/>
                  <a:gd name="connsiteX72" fmla="*/ 4724400 w 6502400"/>
                  <a:gd name="connsiteY72" fmla="*/ 203200 h 1032934"/>
                  <a:gd name="connsiteX73" fmla="*/ 4741334 w 6502400"/>
                  <a:gd name="connsiteY73" fmla="*/ 186267 h 1032934"/>
                  <a:gd name="connsiteX74" fmla="*/ 4809067 w 6502400"/>
                  <a:gd name="connsiteY74" fmla="*/ 152400 h 1032934"/>
                  <a:gd name="connsiteX75" fmla="*/ 4876800 w 6502400"/>
                  <a:gd name="connsiteY75" fmla="*/ 118534 h 1032934"/>
                  <a:gd name="connsiteX76" fmla="*/ 4893734 w 6502400"/>
                  <a:gd name="connsiteY76" fmla="*/ 101600 h 1032934"/>
                  <a:gd name="connsiteX77" fmla="*/ 4927600 w 6502400"/>
                  <a:gd name="connsiteY77" fmla="*/ 84667 h 1032934"/>
                  <a:gd name="connsiteX78" fmla="*/ 4961467 w 6502400"/>
                  <a:gd name="connsiteY78" fmla="*/ 50800 h 1032934"/>
                  <a:gd name="connsiteX79" fmla="*/ 5029200 w 6502400"/>
                  <a:gd name="connsiteY79" fmla="*/ 16934 h 1032934"/>
                  <a:gd name="connsiteX80" fmla="*/ 5063067 w 6502400"/>
                  <a:gd name="connsiteY80" fmla="*/ 0 h 1032934"/>
                  <a:gd name="connsiteX81" fmla="*/ 5096934 w 6502400"/>
                  <a:gd name="connsiteY81" fmla="*/ 16934 h 1032934"/>
                  <a:gd name="connsiteX82" fmla="*/ 5198534 w 6502400"/>
                  <a:gd name="connsiteY82" fmla="*/ 50800 h 1032934"/>
                  <a:gd name="connsiteX83" fmla="*/ 5215467 w 6502400"/>
                  <a:gd name="connsiteY83" fmla="*/ 67734 h 1032934"/>
                  <a:gd name="connsiteX84" fmla="*/ 5249334 w 6502400"/>
                  <a:gd name="connsiteY84" fmla="*/ 118534 h 1032934"/>
                  <a:gd name="connsiteX85" fmla="*/ 5283200 w 6502400"/>
                  <a:gd name="connsiteY85" fmla="*/ 135467 h 1032934"/>
                  <a:gd name="connsiteX86" fmla="*/ 5334000 w 6502400"/>
                  <a:gd name="connsiteY86" fmla="*/ 169334 h 1032934"/>
                  <a:gd name="connsiteX87" fmla="*/ 5469467 w 6502400"/>
                  <a:gd name="connsiteY87" fmla="*/ 203200 h 1032934"/>
                  <a:gd name="connsiteX88" fmla="*/ 5520267 w 6502400"/>
                  <a:gd name="connsiteY88" fmla="*/ 220134 h 1032934"/>
                  <a:gd name="connsiteX89" fmla="*/ 5875867 w 6502400"/>
                  <a:gd name="connsiteY89" fmla="*/ 203200 h 1032934"/>
                  <a:gd name="connsiteX90" fmla="*/ 5960534 w 6502400"/>
                  <a:gd name="connsiteY90" fmla="*/ 152400 h 1032934"/>
                  <a:gd name="connsiteX91" fmla="*/ 5994400 w 6502400"/>
                  <a:gd name="connsiteY91" fmla="*/ 135467 h 1032934"/>
                  <a:gd name="connsiteX92" fmla="*/ 6096000 w 6502400"/>
                  <a:gd name="connsiteY92" fmla="*/ 67734 h 1032934"/>
                  <a:gd name="connsiteX93" fmla="*/ 6163734 w 6502400"/>
                  <a:gd name="connsiteY93" fmla="*/ 50800 h 1032934"/>
                  <a:gd name="connsiteX94" fmla="*/ 6214534 w 6502400"/>
                  <a:gd name="connsiteY94" fmla="*/ 33867 h 1032934"/>
                  <a:gd name="connsiteX95" fmla="*/ 6502400 w 6502400"/>
                  <a:gd name="connsiteY95" fmla="*/ 16934 h 103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6502400" h="1032934">
                    <a:moveTo>
                      <a:pt x="0" y="1032934"/>
                    </a:moveTo>
                    <a:cubicBezTo>
                      <a:pt x="16933" y="1021645"/>
                      <a:pt x="37771" y="1014701"/>
                      <a:pt x="50800" y="999067"/>
                    </a:cubicBezTo>
                    <a:cubicBezTo>
                      <a:pt x="66960" y="979675"/>
                      <a:pt x="73378" y="953912"/>
                      <a:pt x="84667" y="931334"/>
                    </a:cubicBezTo>
                    <a:cubicBezTo>
                      <a:pt x="88237" y="924194"/>
                      <a:pt x="97493" y="921245"/>
                      <a:pt x="101600" y="914400"/>
                    </a:cubicBezTo>
                    <a:cubicBezTo>
                      <a:pt x="101610" y="914383"/>
                      <a:pt x="143929" y="829742"/>
                      <a:pt x="152400" y="812800"/>
                    </a:cubicBezTo>
                    <a:cubicBezTo>
                      <a:pt x="179933" y="757731"/>
                      <a:pt x="156679" y="772517"/>
                      <a:pt x="186267" y="728134"/>
                    </a:cubicBezTo>
                    <a:cubicBezTo>
                      <a:pt x="190695" y="721492"/>
                      <a:pt x="197556" y="716845"/>
                      <a:pt x="203200" y="711200"/>
                    </a:cubicBezTo>
                    <a:cubicBezTo>
                      <a:pt x="214489" y="677333"/>
                      <a:pt x="231198" y="644813"/>
                      <a:pt x="237067" y="609600"/>
                    </a:cubicBezTo>
                    <a:cubicBezTo>
                      <a:pt x="273009" y="393951"/>
                      <a:pt x="240225" y="467818"/>
                      <a:pt x="287867" y="372534"/>
                    </a:cubicBezTo>
                    <a:cubicBezTo>
                      <a:pt x="310445" y="383823"/>
                      <a:pt x="337751" y="388551"/>
                      <a:pt x="355600" y="406400"/>
                    </a:cubicBezTo>
                    <a:cubicBezTo>
                      <a:pt x="361245" y="412045"/>
                      <a:pt x="365892" y="418906"/>
                      <a:pt x="372534" y="423334"/>
                    </a:cubicBezTo>
                    <a:cubicBezTo>
                      <a:pt x="383035" y="430335"/>
                      <a:pt x="395899" y="433266"/>
                      <a:pt x="406400" y="440267"/>
                    </a:cubicBezTo>
                    <a:cubicBezTo>
                      <a:pt x="437381" y="460920"/>
                      <a:pt x="408096" y="461858"/>
                      <a:pt x="457200" y="474134"/>
                    </a:cubicBezTo>
                    <a:cubicBezTo>
                      <a:pt x="490509" y="482461"/>
                      <a:pt x="524933" y="485423"/>
                      <a:pt x="558800" y="491067"/>
                    </a:cubicBezTo>
                    <a:cubicBezTo>
                      <a:pt x="570089" y="496711"/>
                      <a:pt x="582165" y="500999"/>
                      <a:pt x="592667" y="508000"/>
                    </a:cubicBezTo>
                    <a:cubicBezTo>
                      <a:pt x="599309" y="512428"/>
                      <a:pt x="602958" y="520506"/>
                      <a:pt x="609600" y="524934"/>
                    </a:cubicBezTo>
                    <a:cubicBezTo>
                      <a:pt x="620102" y="531935"/>
                      <a:pt x="632178" y="536223"/>
                      <a:pt x="643467" y="541867"/>
                    </a:cubicBezTo>
                    <a:cubicBezTo>
                      <a:pt x="649111" y="553156"/>
                      <a:pt x="653399" y="565232"/>
                      <a:pt x="660400" y="575734"/>
                    </a:cubicBezTo>
                    <a:cubicBezTo>
                      <a:pt x="673328" y="595126"/>
                      <a:pt x="690639" y="599319"/>
                      <a:pt x="711200" y="609600"/>
                    </a:cubicBezTo>
                    <a:cubicBezTo>
                      <a:pt x="754877" y="603361"/>
                      <a:pt x="833249" y="599377"/>
                      <a:pt x="880534" y="575734"/>
                    </a:cubicBezTo>
                    <a:cubicBezTo>
                      <a:pt x="887674" y="572164"/>
                      <a:pt x="890622" y="562907"/>
                      <a:pt x="897467" y="558800"/>
                    </a:cubicBezTo>
                    <a:cubicBezTo>
                      <a:pt x="919556" y="545546"/>
                      <a:pt x="964043" y="535136"/>
                      <a:pt x="982134" y="508000"/>
                    </a:cubicBezTo>
                    <a:cubicBezTo>
                      <a:pt x="989135" y="497499"/>
                      <a:pt x="986978" y="477761"/>
                      <a:pt x="999067" y="474134"/>
                    </a:cubicBezTo>
                    <a:cubicBezTo>
                      <a:pt x="1048024" y="459447"/>
                      <a:pt x="1100667" y="462845"/>
                      <a:pt x="1151467" y="457200"/>
                    </a:cubicBezTo>
                    <a:cubicBezTo>
                      <a:pt x="1264050" y="479717"/>
                      <a:pt x="1262106" y="487920"/>
                      <a:pt x="1405467" y="457200"/>
                    </a:cubicBezTo>
                    <a:cubicBezTo>
                      <a:pt x="1420929" y="453887"/>
                      <a:pt x="1474139" y="430392"/>
                      <a:pt x="1490134" y="406400"/>
                    </a:cubicBezTo>
                    <a:cubicBezTo>
                      <a:pt x="1497135" y="395899"/>
                      <a:pt x="1499494" y="382631"/>
                      <a:pt x="1507067" y="372534"/>
                    </a:cubicBezTo>
                    <a:cubicBezTo>
                      <a:pt x="1516646" y="359762"/>
                      <a:pt x="1540934" y="338667"/>
                      <a:pt x="1540934" y="338667"/>
                    </a:cubicBezTo>
                    <a:cubicBezTo>
                      <a:pt x="1585509" y="249515"/>
                      <a:pt x="1556951" y="288783"/>
                      <a:pt x="1625600" y="220134"/>
                    </a:cubicBezTo>
                    <a:cubicBezTo>
                      <a:pt x="1631245" y="214489"/>
                      <a:pt x="1634961" y="205724"/>
                      <a:pt x="1642534" y="203200"/>
                    </a:cubicBezTo>
                    <a:lnTo>
                      <a:pt x="1693334" y="186267"/>
                    </a:lnTo>
                    <a:cubicBezTo>
                      <a:pt x="1778001" y="191911"/>
                      <a:pt x="1863135" y="192675"/>
                      <a:pt x="1947334" y="203200"/>
                    </a:cubicBezTo>
                    <a:cubicBezTo>
                      <a:pt x="1955255" y="204190"/>
                      <a:pt x="1959839" y="213492"/>
                      <a:pt x="1964267" y="220134"/>
                    </a:cubicBezTo>
                    <a:cubicBezTo>
                      <a:pt x="1971268" y="230635"/>
                      <a:pt x="1974199" y="243499"/>
                      <a:pt x="1981200" y="254000"/>
                    </a:cubicBezTo>
                    <a:cubicBezTo>
                      <a:pt x="1985628" y="260642"/>
                      <a:pt x="1993706" y="264292"/>
                      <a:pt x="1998134" y="270934"/>
                    </a:cubicBezTo>
                    <a:cubicBezTo>
                      <a:pt x="2005135" y="281435"/>
                      <a:pt x="2008066" y="294299"/>
                      <a:pt x="2015067" y="304800"/>
                    </a:cubicBezTo>
                    <a:cubicBezTo>
                      <a:pt x="2019495" y="311442"/>
                      <a:pt x="2025155" y="317627"/>
                      <a:pt x="2032000" y="321734"/>
                    </a:cubicBezTo>
                    <a:cubicBezTo>
                      <a:pt x="2053646" y="334721"/>
                      <a:pt x="2099734" y="355600"/>
                      <a:pt x="2099734" y="355600"/>
                    </a:cubicBezTo>
                    <a:cubicBezTo>
                      <a:pt x="2105378" y="361245"/>
                      <a:pt x="2108684" y="372534"/>
                      <a:pt x="2116667" y="372534"/>
                    </a:cubicBezTo>
                    <a:cubicBezTo>
                      <a:pt x="2139940" y="372534"/>
                      <a:pt x="2162023" y="361994"/>
                      <a:pt x="2184400" y="355600"/>
                    </a:cubicBezTo>
                    <a:cubicBezTo>
                      <a:pt x="2282677" y="327521"/>
                      <a:pt x="2194130" y="351709"/>
                      <a:pt x="2269067" y="321734"/>
                    </a:cubicBezTo>
                    <a:cubicBezTo>
                      <a:pt x="2285640" y="315105"/>
                      <a:pt x="2303461" y="311831"/>
                      <a:pt x="2319867" y="304800"/>
                    </a:cubicBezTo>
                    <a:cubicBezTo>
                      <a:pt x="2343069" y="294856"/>
                      <a:pt x="2365022" y="282223"/>
                      <a:pt x="2387600" y="270934"/>
                    </a:cubicBezTo>
                    <a:lnTo>
                      <a:pt x="2489200" y="220134"/>
                    </a:lnTo>
                    <a:cubicBezTo>
                      <a:pt x="2496340" y="216564"/>
                      <a:pt x="2499492" y="207628"/>
                      <a:pt x="2506134" y="203200"/>
                    </a:cubicBezTo>
                    <a:cubicBezTo>
                      <a:pt x="2516635" y="196199"/>
                      <a:pt x="2529903" y="193840"/>
                      <a:pt x="2540000" y="186267"/>
                    </a:cubicBezTo>
                    <a:cubicBezTo>
                      <a:pt x="2552772" y="176688"/>
                      <a:pt x="2559587" y="159540"/>
                      <a:pt x="2573867" y="152400"/>
                    </a:cubicBezTo>
                    <a:cubicBezTo>
                      <a:pt x="2596445" y="141111"/>
                      <a:pt x="2623751" y="136383"/>
                      <a:pt x="2641600" y="118534"/>
                    </a:cubicBezTo>
                    <a:cubicBezTo>
                      <a:pt x="2647245" y="112889"/>
                      <a:pt x="2650790" y="103536"/>
                      <a:pt x="2658534" y="101600"/>
                    </a:cubicBezTo>
                    <a:cubicBezTo>
                      <a:pt x="2697254" y="91920"/>
                      <a:pt x="2737556" y="90311"/>
                      <a:pt x="2777067" y="84667"/>
                    </a:cubicBezTo>
                    <a:cubicBezTo>
                      <a:pt x="2799645" y="90311"/>
                      <a:pt x="2823192" y="92957"/>
                      <a:pt x="2844800" y="101600"/>
                    </a:cubicBezTo>
                    <a:cubicBezTo>
                      <a:pt x="2852212" y="104565"/>
                      <a:pt x="2854889" y="114427"/>
                      <a:pt x="2861734" y="118534"/>
                    </a:cubicBezTo>
                    <a:cubicBezTo>
                      <a:pt x="2883379" y="131521"/>
                      <a:pt x="2906889" y="141111"/>
                      <a:pt x="2929467" y="152400"/>
                    </a:cubicBezTo>
                    <a:lnTo>
                      <a:pt x="2963334" y="169334"/>
                    </a:lnTo>
                    <a:cubicBezTo>
                      <a:pt x="2974623" y="174978"/>
                      <a:pt x="2988275" y="177343"/>
                      <a:pt x="2997200" y="186267"/>
                    </a:cubicBezTo>
                    <a:cubicBezTo>
                      <a:pt x="3002845" y="191911"/>
                      <a:pt x="3006722" y="200235"/>
                      <a:pt x="3014134" y="203200"/>
                    </a:cubicBezTo>
                    <a:cubicBezTo>
                      <a:pt x="3035742" y="211843"/>
                      <a:pt x="3059289" y="214489"/>
                      <a:pt x="3081867" y="220134"/>
                    </a:cubicBezTo>
                    <a:cubicBezTo>
                      <a:pt x="3200400" y="214489"/>
                      <a:pt x="3319525" y="216305"/>
                      <a:pt x="3437467" y="203200"/>
                    </a:cubicBezTo>
                    <a:cubicBezTo>
                      <a:pt x="3472947" y="199258"/>
                      <a:pt x="3505200" y="180623"/>
                      <a:pt x="3539067" y="169334"/>
                    </a:cubicBezTo>
                    <a:cubicBezTo>
                      <a:pt x="3561145" y="161975"/>
                      <a:pt x="3584423" y="158794"/>
                      <a:pt x="3606800" y="152400"/>
                    </a:cubicBezTo>
                    <a:cubicBezTo>
                      <a:pt x="3663168" y="136295"/>
                      <a:pt x="3661811" y="129121"/>
                      <a:pt x="3725334" y="118534"/>
                    </a:cubicBezTo>
                    <a:cubicBezTo>
                      <a:pt x="3770222" y="111053"/>
                      <a:pt x="3815645" y="107245"/>
                      <a:pt x="3860800" y="101600"/>
                    </a:cubicBezTo>
                    <a:cubicBezTo>
                      <a:pt x="3894667" y="107245"/>
                      <a:pt x="3928411" y="113678"/>
                      <a:pt x="3962400" y="118534"/>
                    </a:cubicBezTo>
                    <a:cubicBezTo>
                      <a:pt x="4129943" y="142469"/>
                      <a:pt x="4049061" y="119199"/>
                      <a:pt x="4148667" y="152400"/>
                    </a:cubicBezTo>
                    <a:cubicBezTo>
                      <a:pt x="4221911" y="225644"/>
                      <a:pt x="4144180" y="155053"/>
                      <a:pt x="4216400" y="203200"/>
                    </a:cubicBezTo>
                    <a:cubicBezTo>
                      <a:pt x="4223042" y="207628"/>
                      <a:pt x="4226692" y="215706"/>
                      <a:pt x="4233334" y="220134"/>
                    </a:cubicBezTo>
                    <a:cubicBezTo>
                      <a:pt x="4243835" y="227135"/>
                      <a:pt x="4256699" y="230066"/>
                      <a:pt x="4267200" y="237067"/>
                    </a:cubicBezTo>
                    <a:cubicBezTo>
                      <a:pt x="4317745" y="270763"/>
                      <a:pt x="4229628" y="242214"/>
                      <a:pt x="4334934" y="270934"/>
                    </a:cubicBezTo>
                    <a:cubicBezTo>
                      <a:pt x="4379839" y="283181"/>
                      <a:pt x="4470400" y="304800"/>
                      <a:pt x="4470400" y="304800"/>
                    </a:cubicBezTo>
                    <a:cubicBezTo>
                      <a:pt x="4520092" y="294862"/>
                      <a:pt x="4560308" y="290459"/>
                      <a:pt x="4605867" y="270934"/>
                    </a:cubicBezTo>
                    <a:cubicBezTo>
                      <a:pt x="4629069" y="260990"/>
                      <a:pt x="4655750" y="254916"/>
                      <a:pt x="4673600" y="237067"/>
                    </a:cubicBezTo>
                    <a:cubicBezTo>
                      <a:pt x="4679245" y="231423"/>
                      <a:pt x="4683892" y="224562"/>
                      <a:pt x="4690534" y="220134"/>
                    </a:cubicBezTo>
                    <a:cubicBezTo>
                      <a:pt x="4701035" y="213133"/>
                      <a:pt x="4713899" y="210201"/>
                      <a:pt x="4724400" y="203200"/>
                    </a:cubicBezTo>
                    <a:cubicBezTo>
                      <a:pt x="4731042" y="198772"/>
                      <a:pt x="4734489" y="190374"/>
                      <a:pt x="4741334" y="186267"/>
                    </a:cubicBezTo>
                    <a:cubicBezTo>
                      <a:pt x="4762979" y="173280"/>
                      <a:pt x="4786489" y="163689"/>
                      <a:pt x="4809067" y="152400"/>
                    </a:cubicBezTo>
                    <a:lnTo>
                      <a:pt x="4876800" y="118534"/>
                    </a:lnTo>
                    <a:cubicBezTo>
                      <a:pt x="4883940" y="114964"/>
                      <a:pt x="4887092" y="106028"/>
                      <a:pt x="4893734" y="101600"/>
                    </a:cubicBezTo>
                    <a:cubicBezTo>
                      <a:pt x="4904235" y="94599"/>
                      <a:pt x="4917503" y="92240"/>
                      <a:pt x="4927600" y="84667"/>
                    </a:cubicBezTo>
                    <a:cubicBezTo>
                      <a:pt x="4940372" y="75088"/>
                      <a:pt x="4947187" y="57940"/>
                      <a:pt x="4961467" y="50800"/>
                    </a:cubicBezTo>
                    <a:lnTo>
                      <a:pt x="5029200" y="16934"/>
                    </a:lnTo>
                    <a:lnTo>
                      <a:pt x="5063067" y="0"/>
                    </a:lnTo>
                    <a:cubicBezTo>
                      <a:pt x="5074356" y="5645"/>
                      <a:pt x="5084960" y="12943"/>
                      <a:pt x="5096934" y="16934"/>
                    </a:cubicBezTo>
                    <a:cubicBezTo>
                      <a:pt x="5216908" y="56926"/>
                      <a:pt x="5122160" y="12614"/>
                      <a:pt x="5198534" y="50800"/>
                    </a:cubicBezTo>
                    <a:cubicBezTo>
                      <a:pt x="5204178" y="56445"/>
                      <a:pt x="5211039" y="61092"/>
                      <a:pt x="5215467" y="67734"/>
                    </a:cubicBezTo>
                    <a:cubicBezTo>
                      <a:pt x="5231918" y="92411"/>
                      <a:pt x="5226038" y="103003"/>
                      <a:pt x="5249334" y="118534"/>
                    </a:cubicBezTo>
                    <a:cubicBezTo>
                      <a:pt x="5259835" y="125535"/>
                      <a:pt x="5272699" y="128466"/>
                      <a:pt x="5283200" y="135467"/>
                    </a:cubicBezTo>
                    <a:cubicBezTo>
                      <a:pt x="5318416" y="158944"/>
                      <a:pt x="5278200" y="152594"/>
                      <a:pt x="5334000" y="169334"/>
                    </a:cubicBezTo>
                    <a:cubicBezTo>
                      <a:pt x="5378582" y="182709"/>
                      <a:pt x="5425310" y="188481"/>
                      <a:pt x="5469467" y="203200"/>
                    </a:cubicBezTo>
                    <a:lnTo>
                      <a:pt x="5520267" y="220134"/>
                    </a:lnTo>
                    <a:cubicBezTo>
                      <a:pt x="5638800" y="214489"/>
                      <a:pt x="5758045" y="217339"/>
                      <a:pt x="5875867" y="203200"/>
                    </a:cubicBezTo>
                    <a:cubicBezTo>
                      <a:pt x="5965760" y="192413"/>
                      <a:pt x="5921001" y="178756"/>
                      <a:pt x="5960534" y="152400"/>
                    </a:cubicBezTo>
                    <a:cubicBezTo>
                      <a:pt x="5971035" y="145399"/>
                      <a:pt x="5984303" y="143040"/>
                      <a:pt x="5994400" y="135467"/>
                    </a:cubicBezTo>
                    <a:cubicBezTo>
                      <a:pt x="6046040" y="96737"/>
                      <a:pt x="6014107" y="88208"/>
                      <a:pt x="6096000" y="67734"/>
                    </a:cubicBezTo>
                    <a:cubicBezTo>
                      <a:pt x="6118578" y="62089"/>
                      <a:pt x="6141357" y="57194"/>
                      <a:pt x="6163734" y="50800"/>
                    </a:cubicBezTo>
                    <a:cubicBezTo>
                      <a:pt x="6180896" y="45896"/>
                      <a:pt x="6196928" y="36801"/>
                      <a:pt x="6214534" y="33867"/>
                    </a:cubicBezTo>
                    <a:cubicBezTo>
                      <a:pt x="6346053" y="11948"/>
                      <a:pt x="6373917" y="16934"/>
                      <a:pt x="6502400" y="16934"/>
                    </a:cubicBezTo>
                  </a:path>
                </a:pathLst>
              </a:cu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0" name="자유형 12">
                <a:extLst>
                  <a:ext uri="{FF2B5EF4-FFF2-40B4-BE49-F238E27FC236}">
                    <a16:creationId xmlns:a16="http://schemas.microsoft.com/office/drawing/2014/main" id="{B79EB531-F993-4132-9189-90B8A154C660}"/>
                  </a:ext>
                </a:extLst>
              </p:cNvPr>
              <p:cNvSpPr/>
              <p:nvPr/>
            </p:nvSpPr>
            <p:spPr>
              <a:xfrm>
                <a:off x="1430867" y="3068960"/>
                <a:ext cx="5013341" cy="660400"/>
              </a:xfrm>
              <a:custGeom>
                <a:avLst/>
                <a:gdLst>
                  <a:gd name="connsiteX0" fmla="*/ 0 w 6502400"/>
                  <a:gd name="connsiteY0" fmla="*/ 660400 h 660400"/>
                  <a:gd name="connsiteX1" fmla="*/ 50800 w 6502400"/>
                  <a:gd name="connsiteY1" fmla="*/ 643466 h 660400"/>
                  <a:gd name="connsiteX2" fmla="*/ 84666 w 6502400"/>
                  <a:gd name="connsiteY2" fmla="*/ 626533 h 660400"/>
                  <a:gd name="connsiteX3" fmla="*/ 237066 w 6502400"/>
                  <a:gd name="connsiteY3" fmla="*/ 643466 h 660400"/>
                  <a:gd name="connsiteX4" fmla="*/ 287866 w 6502400"/>
                  <a:gd name="connsiteY4" fmla="*/ 660400 h 660400"/>
                  <a:gd name="connsiteX5" fmla="*/ 491066 w 6502400"/>
                  <a:gd name="connsiteY5" fmla="*/ 626533 h 660400"/>
                  <a:gd name="connsiteX6" fmla="*/ 541866 w 6502400"/>
                  <a:gd name="connsiteY6" fmla="*/ 592666 h 660400"/>
                  <a:gd name="connsiteX7" fmla="*/ 558800 w 6502400"/>
                  <a:gd name="connsiteY7" fmla="*/ 575733 h 660400"/>
                  <a:gd name="connsiteX8" fmla="*/ 592666 w 6502400"/>
                  <a:gd name="connsiteY8" fmla="*/ 558800 h 660400"/>
                  <a:gd name="connsiteX9" fmla="*/ 609600 w 6502400"/>
                  <a:gd name="connsiteY9" fmla="*/ 541866 h 660400"/>
                  <a:gd name="connsiteX10" fmla="*/ 643466 w 6502400"/>
                  <a:gd name="connsiteY10" fmla="*/ 524933 h 660400"/>
                  <a:gd name="connsiteX11" fmla="*/ 677333 w 6502400"/>
                  <a:gd name="connsiteY11" fmla="*/ 491066 h 660400"/>
                  <a:gd name="connsiteX12" fmla="*/ 745066 w 6502400"/>
                  <a:gd name="connsiteY12" fmla="*/ 457200 h 660400"/>
                  <a:gd name="connsiteX13" fmla="*/ 762000 w 6502400"/>
                  <a:gd name="connsiteY13" fmla="*/ 440266 h 660400"/>
                  <a:gd name="connsiteX14" fmla="*/ 795866 w 6502400"/>
                  <a:gd name="connsiteY14" fmla="*/ 423333 h 660400"/>
                  <a:gd name="connsiteX15" fmla="*/ 812800 w 6502400"/>
                  <a:gd name="connsiteY15" fmla="*/ 406400 h 660400"/>
                  <a:gd name="connsiteX16" fmla="*/ 846666 w 6502400"/>
                  <a:gd name="connsiteY16" fmla="*/ 389466 h 660400"/>
                  <a:gd name="connsiteX17" fmla="*/ 863600 w 6502400"/>
                  <a:gd name="connsiteY17" fmla="*/ 372533 h 660400"/>
                  <a:gd name="connsiteX18" fmla="*/ 931333 w 6502400"/>
                  <a:gd name="connsiteY18" fmla="*/ 338666 h 660400"/>
                  <a:gd name="connsiteX19" fmla="*/ 965200 w 6502400"/>
                  <a:gd name="connsiteY19" fmla="*/ 321733 h 660400"/>
                  <a:gd name="connsiteX20" fmla="*/ 999066 w 6502400"/>
                  <a:gd name="connsiteY20" fmla="*/ 304800 h 660400"/>
                  <a:gd name="connsiteX21" fmla="*/ 1066800 w 6502400"/>
                  <a:gd name="connsiteY21" fmla="*/ 321733 h 660400"/>
                  <a:gd name="connsiteX22" fmla="*/ 1253066 w 6502400"/>
                  <a:gd name="connsiteY22" fmla="*/ 355600 h 660400"/>
                  <a:gd name="connsiteX23" fmla="*/ 1320800 w 6502400"/>
                  <a:gd name="connsiteY23" fmla="*/ 389466 h 660400"/>
                  <a:gd name="connsiteX24" fmla="*/ 1337733 w 6502400"/>
                  <a:gd name="connsiteY24" fmla="*/ 406400 h 660400"/>
                  <a:gd name="connsiteX25" fmla="*/ 1405466 w 6502400"/>
                  <a:gd name="connsiteY25" fmla="*/ 440266 h 660400"/>
                  <a:gd name="connsiteX26" fmla="*/ 1794933 w 6502400"/>
                  <a:gd name="connsiteY26" fmla="*/ 440266 h 660400"/>
                  <a:gd name="connsiteX27" fmla="*/ 1828800 w 6502400"/>
                  <a:gd name="connsiteY27" fmla="*/ 474133 h 660400"/>
                  <a:gd name="connsiteX28" fmla="*/ 1964266 w 6502400"/>
                  <a:gd name="connsiteY28" fmla="*/ 524933 h 660400"/>
                  <a:gd name="connsiteX29" fmla="*/ 2048933 w 6502400"/>
                  <a:gd name="connsiteY29" fmla="*/ 508000 h 660400"/>
                  <a:gd name="connsiteX30" fmla="*/ 2133600 w 6502400"/>
                  <a:gd name="connsiteY30" fmla="*/ 474133 h 660400"/>
                  <a:gd name="connsiteX31" fmla="*/ 2201333 w 6502400"/>
                  <a:gd name="connsiteY31" fmla="*/ 491066 h 660400"/>
                  <a:gd name="connsiteX32" fmla="*/ 2218266 w 6502400"/>
                  <a:gd name="connsiteY32" fmla="*/ 508000 h 660400"/>
                  <a:gd name="connsiteX33" fmla="*/ 2269066 w 6502400"/>
                  <a:gd name="connsiteY33" fmla="*/ 524933 h 660400"/>
                  <a:gd name="connsiteX34" fmla="*/ 2336800 w 6502400"/>
                  <a:gd name="connsiteY34" fmla="*/ 508000 h 660400"/>
                  <a:gd name="connsiteX35" fmla="*/ 2421466 w 6502400"/>
                  <a:gd name="connsiteY35" fmla="*/ 491066 h 660400"/>
                  <a:gd name="connsiteX36" fmla="*/ 2455333 w 6502400"/>
                  <a:gd name="connsiteY36" fmla="*/ 474133 h 660400"/>
                  <a:gd name="connsiteX37" fmla="*/ 2624666 w 6502400"/>
                  <a:gd name="connsiteY37" fmla="*/ 457200 h 660400"/>
                  <a:gd name="connsiteX38" fmla="*/ 2997200 w 6502400"/>
                  <a:gd name="connsiteY38" fmla="*/ 457200 h 660400"/>
                  <a:gd name="connsiteX39" fmla="*/ 3064933 w 6502400"/>
                  <a:gd name="connsiteY39" fmla="*/ 423333 h 660400"/>
                  <a:gd name="connsiteX40" fmla="*/ 3098800 w 6502400"/>
                  <a:gd name="connsiteY40" fmla="*/ 406400 h 660400"/>
                  <a:gd name="connsiteX41" fmla="*/ 3149600 w 6502400"/>
                  <a:gd name="connsiteY41" fmla="*/ 389466 h 660400"/>
                  <a:gd name="connsiteX42" fmla="*/ 3217333 w 6502400"/>
                  <a:gd name="connsiteY42" fmla="*/ 355600 h 660400"/>
                  <a:gd name="connsiteX43" fmla="*/ 3234266 w 6502400"/>
                  <a:gd name="connsiteY43" fmla="*/ 304800 h 660400"/>
                  <a:gd name="connsiteX44" fmla="*/ 3251200 w 6502400"/>
                  <a:gd name="connsiteY44" fmla="*/ 220133 h 660400"/>
                  <a:gd name="connsiteX45" fmla="*/ 3268133 w 6502400"/>
                  <a:gd name="connsiteY45" fmla="*/ 186266 h 660400"/>
                  <a:gd name="connsiteX46" fmla="*/ 3335866 w 6502400"/>
                  <a:gd name="connsiteY46" fmla="*/ 152400 h 660400"/>
                  <a:gd name="connsiteX47" fmla="*/ 3386666 w 6502400"/>
                  <a:gd name="connsiteY47" fmla="*/ 118533 h 660400"/>
                  <a:gd name="connsiteX48" fmla="*/ 3420533 w 6502400"/>
                  <a:gd name="connsiteY48" fmla="*/ 84666 h 660400"/>
                  <a:gd name="connsiteX49" fmla="*/ 3505200 w 6502400"/>
                  <a:gd name="connsiteY49" fmla="*/ 33866 h 660400"/>
                  <a:gd name="connsiteX50" fmla="*/ 3522133 w 6502400"/>
                  <a:gd name="connsiteY50" fmla="*/ 0 h 660400"/>
                  <a:gd name="connsiteX51" fmla="*/ 3945466 w 6502400"/>
                  <a:gd name="connsiteY51" fmla="*/ 16933 h 660400"/>
                  <a:gd name="connsiteX52" fmla="*/ 3962400 w 6502400"/>
                  <a:gd name="connsiteY52" fmla="*/ 50800 h 660400"/>
                  <a:gd name="connsiteX53" fmla="*/ 3979333 w 6502400"/>
                  <a:gd name="connsiteY53" fmla="*/ 101600 h 660400"/>
                  <a:gd name="connsiteX54" fmla="*/ 4013200 w 6502400"/>
                  <a:gd name="connsiteY54" fmla="*/ 169333 h 660400"/>
                  <a:gd name="connsiteX55" fmla="*/ 4047066 w 6502400"/>
                  <a:gd name="connsiteY55" fmla="*/ 237066 h 660400"/>
                  <a:gd name="connsiteX56" fmla="*/ 4064000 w 6502400"/>
                  <a:gd name="connsiteY56" fmla="*/ 254000 h 660400"/>
                  <a:gd name="connsiteX57" fmla="*/ 4080933 w 6502400"/>
                  <a:gd name="connsiteY57" fmla="*/ 287866 h 660400"/>
                  <a:gd name="connsiteX58" fmla="*/ 4148666 w 6502400"/>
                  <a:gd name="connsiteY58" fmla="*/ 338666 h 660400"/>
                  <a:gd name="connsiteX59" fmla="*/ 4165600 w 6502400"/>
                  <a:gd name="connsiteY59" fmla="*/ 355600 h 660400"/>
                  <a:gd name="connsiteX60" fmla="*/ 4250266 w 6502400"/>
                  <a:gd name="connsiteY60" fmla="*/ 389466 h 660400"/>
                  <a:gd name="connsiteX61" fmla="*/ 4284133 w 6502400"/>
                  <a:gd name="connsiteY61" fmla="*/ 406400 h 660400"/>
                  <a:gd name="connsiteX62" fmla="*/ 4351866 w 6502400"/>
                  <a:gd name="connsiteY62" fmla="*/ 423333 h 660400"/>
                  <a:gd name="connsiteX63" fmla="*/ 4453466 w 6502400"/>
                  <a:gd name="connsiteY63" fmla="*/ 474133 h 660400"/>
                  <a:gd name="connsiteX64" fmla="*/ 4504266 w 6502400"/>
                  <a:gd name="connsiteY64" fmla="*/ 491066 h 660400"/>
                  <a:gd name="connsiteX65" fmla="*/ 4605866 w 6502400"/>
                  <a:gd name="connsiteY65" fmla="*/ 474133 h 660400"/>
                  <a:gd name="connsiteX66" fmla="*/ 4724400 w 6502400"/>
                  <a:gd name="connsiteY66" fmla="*/ 457200 h 660400"/>
                  <a:gd name="connsiteX67" fmla="*/ 4775200 w 6502400"/>
                  <a:gd name="connsiteY67" fmla="*/ 406400 h 660400"/>
                  <a:gd name="connsiteX68" fmla="*/ 4809066 w 6502400"/>
                  <a:gd name="connsiteY68" fmla="*/ 389466 h 660400"/>
                  <a:gd name="connsiteX69" fmla="*/ 5283200 w 6502400"/>
                  <a:gd name="connsiteY69" fmla="*/ 440266 h 660400"/>
                  <a:gd name="connsiteX70" fmla="*/ 5300133 w 6502400"/>
                  <a:gd name="connsiteY70" fmla="*/ 457200 h 660400"/>
                  <a:gd name="connsiteX71" fmla="*/ 5571066 w 6502400"/>
                  <a:gd name="connsiteY71" fmla="*/ 457200 h 660400"/>
                  <a:gd name="connsiteX72" fmla="*/ 6045200 w 6502400"/>
                  <a:gd name="connsiteY72" fmla="*/ 440266 h 660400"/>
                  <a:gd name="connsiteX73" fmla="*/ 6180666 w 6502400"/>
                  <a:gd name="connsiteY73" fmla="*/ 423333 h 660400"/>
                  <a:gd name="connsiteX74" fmla="*/ 6214533 w 6502400"/>
                  <a:gd name="connsiteY74" fmla="*/ 389466 h 660400"/>
                  <a:gd name="connsiteX75" fmla="*/ 6282266 w 6502400"/>
                  <a:gd name="connsiteY75" fmla="*/ 355600 h 660400"/>
                  <a:gd name="connsiteX76" fmla="*/ 6299200 w 6502400"/>
                  <a:gd name="connsiteY76" fmla="*/ 338666 h 660400"/>
                  <a:gd name="connsiteX77" fmla="*/ 6333066 w 6502400"/>
                  <a:gd name="connsiteY77" fmla="*/ 321733 h 660400"/>
                  <a:gd name="connsiteX78" fmla="*/ 6366933 w 6502400"/>
                  <a:gd name="connsiteY78" fmla="*/ 287866 h 660400"/>
                  <a:gd name="connsiteX79" fmla="*/ 6434666 w 6502400"/>
                  <a:gd name="connsiteY79" fmla="*/ 254000 h 660400"/>
                  <a:gd name="connsiteX80" fmla="*/ 6451600 w 6502400"/>
                  <a:gd name="connsiteY80" fmla="*/ 203200 h 660400"/>
                  <a:gd name="connsiteX81" fmla="*/ 6468533 w 6502400"/>
                  <a:gd name="connsiteY81" fmla="*/ 186266 h 660400"/>
                  <a:gd name="connsiteX82" fmla="*/ 6502400 w 6502400"/>
                  <a:gd name="connsiteY82" fmla="*/ 67733 h 660400"/>
                  <a:gd name="connsiteX83" fmla="*/ 6493933 w 6502400"/>
                  <a:gd name="connsiteY83" fmla="*/ 33866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6502400" h="660400">
                    <a:moveTo>
                      <a:pt x="0" y="660400"/>
                    </a:moveTo>
                    <a:cubicBezTo>
                      <a:pt x="16933" y="654755"/>
                      <a:pt x="34227" y="650095"/>
                      <a:pt x="50800" y="643466"/>
                    </a:cubicBezTo>
                    <a:cubicBezTo>
                      <a:pt x="62518" y="638779"/>
                      <a:pt x="72045" y="626533"/>
                      <a:pt x="84666" y="626533"/>
                    </a:cubicBezTo>
                    <a:cubicBezTo>
                      <a:pt x="135779" y="626533"/>
                      <a:pt x="186266" y="637822"/>
                      <a:pt x="237066" y="643466"/>
                    </a:cubicBezTo>
                    <a:cubicBezTo>
                      <a:pt x="253999" y="649111"/>
                      <a:pt x="270017" y="660400"/>
                      <a:pt x="287866" y="660400"/>
                    </a:cubicBezTo>
                    <a:cubicBezTo>
                      <a:pt x="401289" y="660400"/>
                      <a:pt x="411582" y="653027"/>
                      <a:pt x="491066" y="626533"/>
                    </a:cubicBezTo>
                    <a:cubicBezTo>
                      <a:pt x="529893" y="587708"/>
                      <a:pt x="480356" y="633673"/>
                      <a:pt x="541866" y="592666"/>
                    </a:cubicBezTo>
                    <a:cubicBezTo>
                      <a:pt x="548508" y="588238"/>
                      <a:pt x="552158" y="580161"/>
                      <a:pt x="558800" y="575733"/>
                    </a:cubicBezTo>
                    <a:cubicBezTo>
                      <a:pt x="569301" y="568732"/>
                      <a:pt x="582165" y="565801"/>
                      <a:pt x="592666" y="558800"/>
                    </a:cubicBezTo>
                    <a:cubicBezTo>
                      <a:pt x="599308" y="554372"/>
                      <a:pt x="602958" y="546294"/>
                      <a:pt x="609600" y="541866"/>
                    </a:cubicBezTo>
                    <a:cubicBezTo>
                      <a:pt x="620101" y="534865"/>
                      <a:pt x="633369" y="532506"/>
                      <a:pt x="643466" y="524933"/>
                    </a:cubicBezTo>
                    <a:cubicBezTo>
                      <a:pt x="656238" y="515354"/>
                      <a:pt x="663053" y="498206"/>
                      <a:pt x="677333" y="491066"/>
                    </a:cubicBezTo>
                    <a:cubicBezTo>
                      <a:pt x="699911" y="479777"/>
                      <a:pt x="727217" y="475049"/>
                      <a:pt x="745066" y="457200"/>
                    </a:cubicBezTo>
                    <a:cubicBezTo>
                      <a:pt x="750711" y="451555"/>
                      <a:pt x="755358" y="444694"/>
                      <a:pt x="762000" y="440266"/>
                    </a:cubicBezTo>
                    <a:cubicBezTo>
                      <a:pt x="772501" y="433265"/>
                      <a:pt x="785365" y="430334"/>
                      <a:pt x="795866" y="423333"/>
                    </a:cubicBezTo>
                    <a:cubicBezTo>
                      <a:pt x="802508" y="418905"/>
                      <a:pt x="806158" y="410828"/>
                      <a:pt x="812800" y="406400"/>
                    </a:cubicBezTo>
                    <a:cubicBezTo>
                      <a:pt x="823301" y="399399"/>
                      <a:pt x="836165" y="396467"/>
                      <a:pt x="846666" y="389466"/>
                    </a:cubicBezTo>
                    <a:cubicBezTo>
                      <a:pt x="853308" y="385038"/>
                      <a:pt x="856755" y="376640"/>
                      <a:pt x="863600" y="372533"/>
                    </a:cubicBezTo>
                    <a:cubicBezTo>
                      <a:pt x="885245" y="359546"/>
                      <a:pt x="908755" y="349955"/>
                      <a:pt x="931333" y="338666"/>
                    </a:cubicBezTo>
                    <a:lnTo>
                      <a:pt x="965200" y="321733"/>
                    </a:lnTo>
                    <a:lnTo>
                      <a:pt x="999066" y="304800"/>
                    </a:lnTo>
                    <a:cubicBezTo>
                      <a:pt x="1021644" y="310444"/>
                      <a:pt x="1043844" y="317907"/>
                      <a:pt x="1066800" y="321733"/>
                    </a:cubicBezTo>
                    <a:cubicBezTo>
                      <a:pt x="1258267" y="353644"/>
                      <a:pt x="1144076" y="319269"/>
                      <a:pt x="1253066" y="355600"/>
                    </a:cubicBezTo>
                    <a:cubicBezTo>
                      <a:pt x="1291325" y="393857"/>
                      <a:pt x="1242965" y="350548"/>
                      <a:pt x="1320800" y="389466"/>
                    </a:cubicBezTo>
                    <a:cubicBezTo>
                      <a:pt x="1327940" y="393036"/>
                      <a:pt x="1330888" y="402293"/>
                      <a:pt x="1337733" y="406400"/>
                    </a:cubicBezTo>
                    <a:cubicBezTo>
                      <a:pt x="1359378" y="419387"/>
                      <a:pt x="1405466" y="440266"/>
                      <a:pt x="1405466" y="440266"/>
                    </a:cubicBezTo>
                    <a:cubicBezTo>
                      <a:pt x="1564457" y="408469"/>
                      <a:pt x="1551400" y="403736"/>
                      <a:pt x="1794933" y="440266"/>
                    </a:cubicBezTo>
                    <a:cubicBezTo>
                      <a:pt x="1810721" y="442634"/>
                      <a:pt x="1814520" y="466993"/>
                      <a:pt x="1828800" y="474133"/>
                    </a:cubicBezTo>
                    <a:cubicBezTo>
                      <a:pt x="1917349" y="518408"/>
                      <a:pt x="1872044" y="501878"/>
                      <a:pt x="1964266" y="524933"/>
                    </a:cubicBezTo>
                    <a:cubicBezTo>
                      <a:pt x="1992488" y="519289"/>
                      <a:pt x="2021011" y="514981"/>
                      <a:pt x="2048933" y="508000"/>
                    </a:cubicBezTo>
                    <a:cubicBezTo>
                      <a:pt x="2090778" y="497539"/>
                      <a:pt x="2098567" y="491649"/>
                      <a:pt x="2133600" y="474133"/>
                    </a:cubicBezTo>
                    <a:cubicBezTo>
                      <a:pt x="2156178" y="479777"/>
                      <a:pt x="2179725" y="482423"/>
                      <a:pt x="2201333" y="491066"/>
                    </a:cubicBezTo>
                    <a:cubicBezTo>
                      <a:pt x="2208745" y="494031"/>
                      <a:pt x="2211126" y="504430"/>
                      <a:pt x="2218266" y="508000"/>
                    </a:cubicBezTo>
                    <a:cubicBezTo>
                      <a:pt x="2234231" y="515983"/>
                      <a:pt x="2252133" y="519289"/>
                      <a:pt x="2269066" y="524933"/>
                    </a:cubicBezTo>
                    <a:cubicBezTo>
                      <a:pt x="2291644" y="519289"/>
                      <a:pt x="2314081" y="513049"/>
                      <a:pt x="2336800" y="508000"/>
                    </a:cubicBezTo>
                    <a:cubicBezTo>
                      <a:pt x="2364896" y="501756"/>
                      <a:pt x="2393792" y="498973"/>
                      <a:pt x="2421466" y="491066"/>
                    </a:cubicBezTo>
                    <a:cubicBezTo>
                      <a:pt x="2433602" y="487599"/>
                      <a:pt x="2442883" y="476208"/>
                      <a:pt x="2455333" y="474133"/>
                    </a:cubicBezTo>
                    <a:cubicBezTo>
                      <a:pt x="2511287" y="464808"/>
                      <a:pt x="2568222" y="462844"/>
                      <a:pt x="2624666" y="457200"/>
                    </a:cubicBezTo>
                    <a:cubicBezTo>
                      <a:pt x="2738089" y="463872"/>
                      <a:pt x="2879114" y="496562"/>
                      <a:pt x="2997200" y="457200"/>
                    </a:cubicBezTo>
                    <a:cubicBezTo>
                      <a:pt x="3021147" y="449218"/>
                      <a:pt x="3042355" y="434622"/>
                      <a:pt x="3064933" y="423333"/>
                    </a:cubicBezTo>
                    <a:lnTo>
                      <a:pt x="3098800" y="406400"/>
                    </a:lnTo>
                    <a:cubicBezTo>
                      <a:pt x="3114765" y="398418"/>
                      <a:pt x="3133194" y="396497"/>
                      <a:pt x="3149600" y="389466"/>
                    </a:cubicBezTo>
                    <a:cubicBezTo>
                      <a:pt x="3172802" y="379522"/>
                      <a:pt x="3217333" y="355600"/>
                      <a:pt x="3217333" y="355600"/>
                    </a:cubicBezTo>
                    <a:cubicBezTo>
                      <a:pt x="3222977" y="338667"/>
                      <a:pt x="3229937" y="322116"/>
                      <a:pt x="3234266" y="304800"/>
                    </a:cubicBezTo>
                    <a:cubicBezTo>
                      <a:pt x="3241247" y="276878"/>
                      <a:pt x="3243293" y="247807"/>
                      <a:pt x="3251200" y="220133"/>
                    </a:cubicBezTo>
                    <a:cubicBezTo>
                      <a:pt x="3254667" y="207997"/>
                      <a:pt x="3258277" y="194151"/>
                      <a:pt x="3268133" y="186266"/>
                    </a:cubicBezTo>
                    <a:cubicBezTo>
                      <a:pt x="3287844" y="170497"/>
                      <a:pt x="3318017" y="170249"/>
                      <a:pt x="3335866" y="152400"/>
                    </a:cubicBezTo>
                    <a:cubicBezTo>
                      <a:pt x="3387661" y="100605"/>
                      <a:pt x="3304653" y="180043"/>
                      <a:pt x="3386666" y="118533"/>
                    </a:cubicBezTo>
                    <a:cubicBezTo>
                      <a:pt x="3399438" y="108954"/>
                      <a:pt x="3409244" y="95955"/>
                      <a:pt x="3420533" y="84666"/>
                    </a:cubicBezTo>
                    <a:cubicBezTo>
                      <a:pt x="3460294" y="44905"/>
                      <a:pt x="3481521" y="69384"/>
                      <a:pt x="3505200" y="33866"/>
                    </a:cubicBezTo>
                    <a:cubicBezTo>
                      <a:pt x="3512201" y="23365"/>
                      <a:pt x="3516489" y="11289"/>
                      <a:pt x="3522133" y="0"/>
                    </a:cubicBezTo>
                    <a:cubicBezTo>
                      <a:pt x="3663244" y="5644"/>
                      <a:pt x="3805173" y="745"/>
                      <a:pt x="3945466" y="16933"/>
                    </a:cubicBezTo>
                    <a:cubicBezTo>
                      <a:pt x="3958004" y="18380"/>
                      <a:pt x="3957712" y="39081"/>
                      <a:pt x="3962400" y="50800"/>
                    </a:cubicBezTo>
                    <a:cubicBezTo>
                      <a:pt x="3969029" y="67373"/>
                      <a:pt x="3972302" y="85194"/>
                      <a:pt x="3979333" y="101600"/>
                    </a:cubicBezTo>
                    <a:cubicBezTo>
                      <a:pt x="3989277" y="124802"/>
                      <a:pt x="4001911" y="146755"/>
                      <a:pt x="4013200" y="169333"/>
                    </a:cubicBezTo>
                    <a:lnTo>
                      <a:pt x="4047066" y="237066"/>
                    </a:lnTo>
                    <a:cubicBezTo>
                      <a:pt x="4050636" y="244206"/>
                      <a:pt x="4059572" y="247358"/>
                      <a:pt x="4064000" y="254000"/>
                    </a:cubicBezTo>
                    <a:cubicBezTo>
                      <a:pt x="4071001" y="264501"/>
                      <a:pt x="4073360" y="277769"/>
                      <a:pt x="4080933" y="287866"/>
                    </a:cubicBezTo>
                    <a:cubicBezTo>
                      <a:pt x="4117555" y="336695"/>
                      <a:pt x="4105398" y="309820"/>
                      <a:pt x="4148666" y="338666"/>
                    </a:cubicBezTo>
                    <a:cubicBezTo>
                      <a:pt x="4155308" y="343094"/>
                      <a:pt x="4158958" y="351172"/>
                      <a:pt x="4165600" y="355600"/>
                    </a:cubicBezTo>
                    <a:cubicBezTo>
                      <a:pt x="4195384" y="375456"/>
                      <a:pt x="4215844" y="375697"/>
                      <a:pt x="4250266" y="389466"/>
                    </a:cubicBezTo>
                    <a:cubicBezTo>
                      <a:pt x="4261985" y="394154"/>
                      <a:pt x="4272159" y="402409"/>
                      <a:pt x="4284133" y="406400"/>
                    </a:cubicBezTo>
                    <a:cubicBezTo>
                      <a:pt x="4306211" y="413759"/>
                      <a:pt x="4330075" y="415161"/>
                      <a:pt x="4351866" y="423333"/>
                    </a:cubicBezTo>
                    <a:lnTo>
                      <a:pt x="4453466" y="474133"/>
                    </a:lnTo>
                    <a:cubicBezTo>
                      <a:pt x="4469431" y="482115"/>
                      <a:pt x="4487333" y="485422"/>
                      <a:pt x="4504266" y="491066"/>
                    </a:cubicBezTo>
                    <a:lnTo>
                      <a:pt x="4605866" y="474133"/>
                    </a:lnTo>
                    <a:cubicBezTo>
                      <a:pt x="4645314" y="468064"/>
                      <a:pt x="4687342" y="472023"/>
                      <a:pt x="4724400" y="457200"/>
                    </a:cubicBezTo>
                    <a:cubicBezTo>
                      <a:pt x="4746635" y="448306"/>
                      <a:pt x="4753781" y="417110"/>
                      <a:pt x="4775200" y="406400"/>
                    </a:cubicBezTo>
                    <a:lnTo>
                      <a:pt x="4809066" y="389466"/>
                    </a:lnTo>
                    <a:cubicBezTo>
                      <a:pt x="5261917" y="424301"/>
                      <a:pt x="5117682" y="357510"/>
                      <a:pt x="5283200" y="440266"/>
                    </a:cubicBezTo>
                    <a:cubicBezTo>
                      <a:pt x="5288844" y="445911"/>
                      <a:pt x="5293491" y="452772"/>
                      <a:pt x="5300133" y="457200"/>
                    </a:cubicBezTo>
                    <a:cubicBezTo>
                      <a:pt x="5381209" y="511251"/>
                      <a:pt x="5469865" y="464429"/>
                      <a:pt x="5571066" y="457200"/>
                    </a:cubicBezTo>
                    <a:cubicBezTo>
                      <a:pt x="5863522" y="408457"/>
                      <a:pt x="5705732" y="419050"/>
                      <a:pt x="6045200" y="440266"/>
                    </a:cubicBezTo>
                    <a:cubicBezTo>
                      <a:pt x="6090355" y="434622"/>
                      <a:pt x="6137078" y="436409"/>
                      <a:pt x="6180666" y="423333"/>
                    </a:cubicBezTo>
                    <a:cubicBezTo>
                      <a:pt x="6195958" y="418745"/>
                      <a:pt x="6203244" y="400755"/>
                      <a:pt x="6214533" y="389466"/>
                    </a:cubicBezTo>
                    <a:cubicBezTo>
                      <a:pt x="6232382" y="371617"/>
                      <a:pt x="6259688" y="366889"/>
                      <a:pt x="6282266" y="355600"/>
                    </a:cubicBezTo>
                    <a:cubicBezTo>
                      <a:pt x="6289406" y="352030"/>
                      <a:pt x="6292558" y="343094"/>
                      <a:pt x="6299200" y="338666"/>
                    </a:cubicBezTo>
                    <a:cubicBezTo>
                      <a:pt x="6309701" y="331665"/>
                      <a:pt x="6322969" y="329306"/>
                      <a:pt x="6333066" y="321733"/>
                    </a:cubicBezTo>
                    <a:cubicBezTo>
                      <a:pt x="6345838" y="312154"/>
                      <a:pt x="6352653" y="295006"/>
                      <a:pt x="6366933" y="287866"/>
                    </a:cubicBezTo>
                    <a:lnTo>
                      <a:pt x="6434666" y="254000"/>
                    </a:lnTo>
                    <a:cubicBezTo>
                      <a:pt x="6440311" y="237067"/>
                      <a:pt x="6443618" y="219165"/>
                      <a:pt x="6451600" y="203200"/>
                    </a:cubicBezTo>
                    <a:cubicBezTo>
                      <a:pt x="6455170" y="196060"/>
                      <a:pt x="6466009" y="193839"/>
                      <a:pt x="6468533" y="186266"/>
                    </a:cubicBezTo>
                    <a:cubicBezTo>
                      <a:pt x="6526753" y="11602"/>
                      <a:pt x="6455574" y="161382"/>
                      <a:pt x="6502400" y="67733"/>
                    </a:cubicBezTo>
                    <a:lnTo>
                      <a:pt x="6493933" y="33866"/>
                    </a:lnTo>
                  </a:path>
                </a:pathLst>
              </a:custGeom>
              <a:noFill/>
              <a:ln>
                <a:solidFill>
                  <a:schemeClr val="accent3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53" name="자유형 83">
              <a:extLst>
                <a:ext uri="{FF2B5EF4-FFF2-40B4-BE49-F238E27FC236}">
                  <a16:creationId xmlns:a16="http://schemas.microsoft.com/office/drawing/2014/main" id="{05379E80-3BAD-4FBB-A125-611AF50D9E8D}"/>
                </a:ext>
              </a:extLst>
            </p:cNvPr>
            <p:cNvSpPr/>
            <p:nvPr/>
          </p:nvSpPr>
          <p:spPr>
            <a:xfrm>
              <a:off x="5956294" y="2230268"/>
              <a:ext cx="1805709" cy="887679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B75D67DE-04AA-4609-9317-241F3FE45618}"/>
              </a:ext>
            </a:extLst>
          </p:cNvPr>
          <p:cNvGrpSpPr/>
          <p:nvPr/>
        </p:nvGrpSpPr>
        <p:grpSpPr>
          <a:xfrm>
            <a:off x="5373614" y="1776150"/>
            <a:ext cx="3063301" cy="187860"/>
            <a:chOff x="3718905" y="2276303"/>
            <a:chExt cx="5173575" cy="360609"/>
          </a:xfrm>
        </p:grpSpPr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04157A27-4DC4-4279-91BE-0E706FB6522F}"/>
                </a:ext>
              </a:extLst>
            </p:cNvPr>
            <p:cNvCxnSpPr/>
            <p:nvPr/>
          </p:nvCxnSpPr>
          <p:spPr>
            <a:xfrm>
              <a:off x="3718905" y="2494772"/>
              <a:ext cx="30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8C6B2C02-C8E8-439B-BA8C-D5B7B302231F}"/>
                </a:ext>
              </a:extLst>
            </p:cNvPr>
            <p:cNvSpPr/>
            <p:nvPr/>
          </p:nvSpPr>
          <p:spPr>
            <a:xfrm>
              <a:off x="3995936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</a:t>
              </a:r>
            </a:p>
          </p:txBody>
        </p: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3717E384-38BC-4D27-B70E-C059D54699D9}"/>
                </a:ext>
              </a:extLst>
            </p:cNvPr>
            <p:cNvCxnSpPr/>
            <p:nvPr/>
          </p:nvCxnSpPr>
          <p:spPr>
            <a:xfrm>
              <a:off x="5015049" y="2494772"/>
              <a:ext cx="30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18F27611-B781-4080-A9B1-304BA6F837D2}"/>
                </a:ext>
              </a:extLst>
            </p:cNvPr>
            <p:cNvSpPr/>
            <p:nvPr/>
          </p:nvSpPr>
          <p:spPr>
            <a:xfrm>
              <a:off x="5292080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어제</a:t>
              </a: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1C367401-763E-44EC-B9FA-5888FD91BED8}"/>
                </a:ext>
              </a:extLst>
            </p:cNvPr>
            <p:cNvCxnSpPr/>
            <p:nvPr/>
          </p:nvCxnSpPr>
          <p:spPr>
            <a:xfrm>
              <a:off x="6311192" y="2494772"/>
              <a:ext cx="304000" cy="0"/>
            </a:xfrm>
            <a:prstGeom prst="lin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7478E175-8223-45FE-B731-51EB5B3D3E5D}"/>
                </a:ext>
              </a:extLst>
            </p:cNvPr>
            <p:cNvSpPr/>
            <p:nvPr/>
          </p:nvSpPr>
          <p:spPr>
            <a:xfrm>
              <a:off x="6588224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지난 주</a:t>
              </a:r>
            </a:p>
          </p:txBody>
        </p:sp>
        <p:cxnSp>
          <p:nvCxnSpPr>
            <p:cNvPr id="168" name="직선 연결선 167">
              <a:extLst>
                <a:ext uri="{FF2B5EF4-FFF2-40B4-BE49-F238E27FC236}">
                  <a16:creationId xmlns:a16="http://schemas.microsoft.com/office/drawing/2014/main" id="{9FCF20EF-6576-4849-BC3D-B0A6E03562F9}"/>
                </a:ext>
              </a:extLst>
            </p:cNvPr>
            <p:cNvCxnSpPr/>
            <p:nvPr/>
          </p:nvCxnSpPr>
          <p:spPr>
            <a:xfrm>
              <a:off x="7607337" y="2494204"/>
              <a:ext cx="304000" cy="0"/>
            </a:xfrm>
            <a:prstGeom prst="line">
              <a:avLst/>
            </a:prstGeom>
            <a:ln w="9525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E4B59CB8-A362-4FCE-A7CB-B5FF9940A606}"/>
                </a:ext>
              </a:extLst>
            </p:cNvPr>
            <p:cNvSpPr/>
            <p:nvPr/>
          </p:nvSpPr>
          <p:spPr>
            <a:xfrm>
              <a:off x="7884368" y="22763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</p:grp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DA0CBF1E-AEBA-4C31-97E1-F5BB07C0E4B7}"/>
              </a:ext>
            </a:extLst>
          </p:cNvPr>
          <p:cNvCxnSpPr>
            <a:cxnSpLocks/>
          </p:cNvCxnSpPr>
          <p:nvPr/>
        </p:nvCxnSpPr>
        <p:spPr>
          <a:xfrm>
            <a:off x="8485411" y="2029478"/>
            <a:ext cx="0" cy="16813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1" name="표 170">
            <a:extLst>
              <a:ext uri="{FF2B5EF4-FFF2-40B4-BE49-F238E27FC236}">
                <a16:creationId xmlns:a16="http://schemas.microsoft.com/office/drawing/2014/main" id="{C9B064F4-BE38-47CB-B102-2A4DAD0A8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100987"/>
              </p:ext>
            </p:extLst>
          </p:nvPr>
        </p:nvGraphicFramePr>
        <p:xfrm>
          <a:off x="5147719" y="4632526"/>
          <a:ext cx="3343138" cy="1681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255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kWh</a:t>
                      </a:r>
                      <a:endParaRPr lang="ko-KR" altLang="en-US" sz="7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745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8137">
                <a:tc>
                  <a:txBody>
                    <a:bodyPr/>
                    <a:lstStyle/>
                    <a:p>
                      <a:pPr algn="ctr" latinLnBrk="1"/>
                      <a:endParaRPr lang="ko-KR" altLang="en-US" sz="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055AF883-1242-4F66-939E-8780106E844C}"/>
              </a:ext>
            </a:extLst>
          </p:cNvPr>
          <p:cNvGrpSpPr/>
          <p:nvPr/>
        </p:nvGrpSpPr>
        <p:grpSpPr>
          <a:xfrm>
            <a:off x="519207" y="4150388"/>
            <a:ext cx="3273328" cy="201883"/>
            <a:chOff x="2831858" y="1844824"/>
            <a:chExt cx="5439325" cy="300694"/>
          </a:xfrm>
        </p:grpSpPr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36193F87-1C1A-45DD-863D-20E21647AF56}"/>
                </a:ext>
              </a:extLst>
            </p:cNvPr>
            <p:cNvSpPr/>
            <p:nvPr/>
          </p:nvSpPr>
          <p:spPr>
            <a:xfrm>
              <a:off x="2831858" y="1844824"/>
              <a:ext cx="1172274" cy="288032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오늘의 사용량</a:t>
              </a: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33490BC5-D625-4020-AA97-7403D540FB4E}"/>
                </a:ext>
              </a:extLst>
            </p:cNvPr>
            <p:cNvSpPr/>
            <p:nvPr/>
          </p:nvSpPr>
          <p:spPr>
            <a:xfrm>
              <a:off x="4955810" y="1857484"/>
              <a:ext cx="1224136" cy="288034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기간 설정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2046B05C-C266-4415-904E-2954886A269A}"/>
                </a:ext>
              </a:extLst>
            </p:cNvPr>
            <p:cNvSpPr/>
            <p:nvPr/>
          </p:nvSpPr>
          <p:spPr>
            <a:xfrm>
              <a:off x="5703860" y="1857484"/>
              <a:ext cx="873068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31057372-8703-4AA6-BE1A-DFAC04D35F4B}"/>
                </a:ext>
              </a:extLst>
            </p:cNvPr>
            <p:cNvSpPr/>
            <p:nvPr/>
          </p:nvSpPr>
          <p:spPr>
            <a:xfrm>
              <a:off x="6576929" y="1857485"/>
              <a:ext cx="288032" cy="288033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7FD1B51A-B2BE-46DE-89AD-A4A22E9E9FDB}"/>
                </a:ext>
              </a:extLst>
            </p:cNvPr>
            <p:cNvSpPr/>
            <p:nvPr/>
          </p:nvSpPr>
          <p:spPr>
            <a:xfrm>
              <a:off x="6864961" y="1857485"/>
              <a:ext cx="249415" cy="288033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en-US" altLang="ko-KR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~</a:t>
              </a:r>
              <a:endParaRPr lang="ko-KR" altLang="en-US" sz="5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DC706671-8601-42C0-A4D7-C710FFA4BAA0}"/>
                </a:ext>
              </a:extLst>
            </p:cNvPr>
            <p:cNvSpPr/>
            <p:nvPr/>
          </p:nvSpPr>
          <p:spPr>
            <a:xfrm>
              <a:off x="7109628" y="1857484"/>
              <a:ext cx="873522" cy="28803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endParaRPr lang="ko-KR" altLang="en-US" sz="5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DCAFD610-7DE7-45C0-BD64-3405FD5DC1C0}"/>
                </a:ext>
              </a:extLst>
            </p:cNvPr>
            <p:cNvSpPr/>
            <p:nvPr/>
          </p:nvSpPr>
          <p:spPr>
            <a:xfrm>
              <a:off x="7983150" y="1857484"/>
              <a:ext cx="288033" cy="288034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5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▼</a:t>
              </a:r>
            </a:p>
          </p:txBody>
        </p:sp>
        <p:sp>
          <p:nvSpPr>
            <p:cNvPr id="180" name="사각형: 둥근 모서리 179">
              <a:extLst>
                <a:ext uri="{FF2B5EF4-FFF2-40B4-BE49-F238E27FC236}">
                  <a16:creationId xmlns:a16="http://schemas.microsoft.com/office/drawing/2014/main" id="{8C8B5060-2752-43B6-8256-277C319C83C1}"/>
                </a:ext>
              </a:extLst>
            </p:cNvPr>
            <p:cNvSpPr/>
            <p:nvPr/>
          </p:nvSpPr>
          <p:spPr>
            <a:xfrm>
              <a:off x="3854857" y="1878001"/>
              <a:ext cx="1013370" cy="231058"/>
            </a:xfrm>
            <a:prstGeom prst="round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ko-KR" sz="500" dirty="0">
                  <a:solidFill>
                    <a:schemeClr val="tx1"/>
                  </a:solidFill>
                </a:rPr>
                <a:t>1</a:t>
              </a:r>
              <a:r>
                <a:rPr lang="ko-KR" altLang="en-US" sz="500" dirty="0">
                  <a:solidFill>
                    <a:schemeClr val="tx1"/>
                  </a:solidFill>
                </a:rPr>
                <a:t>일 </a:t>
              </a:r>
              <a:r>
                <a:rPr lang="en-US" altLang="ko-KR" sz="500" dirty="0">
                  <a:solidFill>
                    <a:schemeClr val="tx1"/>
                  </a:solidFill>
                </a:rPr>
                <a:t>(</a:t>
              </a:r>
              <a:r>
                <a:rPr lang="ko-KR" altLang="en-US" sz="500" dirty="0">
                  <a:solidFill>
                    <a:schemeClr val="tx1"/>
                  </a:solidFill>
                </a:rPr>
                <a:t>오늘</a:t>
              </a:r>
              <a:r>
                <a:rPr lang="en-US" altLang="ko-KR" sz="500" dirty="0">
                  <a:solidFill>
                    <a:schemeClr val="tx1"/>
                  </a:solidFill>
                </a:rPr>
                <a:t>)  </a:t>
              </a:r>
              <a:r>
                <a:rPr lang="ko-KR" altLang="en-US" sz="500" dirty="0">
                  <a:solidFill>
                    <a:schemeClr val="tx1"/>
                  </a:solidFill>
                </a:rPr>
                <a:t>▼</a:t>
              </a:r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DAD27582-6389-45F7-9F1F-EEA1A1EDD57C}"/>
              </a:ext>
            </a:extLst>
          </p:cNvPr>
          <p:cNvGrpSpPr/>
          <p:nvPr/>
        </p:nvGrpSpPr>
        <p:grpSpPr>
          <a:xfrm>
            <a:off x="5779217" y="4827030"/>
            <a:ext cx="2706191" cy="921062"/>
            <a:chOff x="1187624" y="2831156"/>
            <a:chExt cx="11568574" cy="1584171"/>
          </a:xfrm>
        </p:grpSpPr>
        <p:grpSp>
          <p:nvGrpSpPr>
            <p:cNvPr id="182" name="그룹 181">
              <a:extLst>
                <a:ext uri="{FF2B5EF4-FFF2-40B4-BE49-F238E27FC236}">
                  <a16:creationId xmlns:a16="http://schemas.microsoft.com/office/drawing/2014/main" id="{77CC30AE-763D-4267-B626-EA2172AE63E9}"/>
                </a:ext>
              </a:extLst>
            </p:cNvPr>
            <p:cNvGrpSpPr/>
            <p:nvPr/>
          </p:nvGrpSpPr>
          <p:grpSpPr>
            <a:xfrm>
              <a:off x="1413934" y="3166369"/>
              <a:ext cx="7262475" cy="1248958"/>
              <a:chOff x="1413933" y="2780928"/>
              <a:chExt cx="13594577" cy="1248958"/>
            </a:xfrm>
          </p:grpSpPr>
          <p:sp>
            <p:nvSpPr>
              <p:cNvPr id="187" name="자유형 10">
                <a:extLst>
                  <a:ext uri="{FF2B5EF4-FFF2-40B4-BE49-F238E27FC236}">
                    <a16:creationId xmlns:a16="http://schemas.microsoft.com/office/drawing/2014/main" id="{FABA8C0B-8447-4B87-A271-7A4FF17A1671}"/>
                  </a:ext>
                </a:extLst>
              </p:cNvPr>
              <p:cNvSpPr/>
              <p:nvPr/>
            </p:nvSpPr>
            <p:spPr>
              <a:xfrm>
                <a:off x="1413933" y="2780928"/>
                <a:ext cx="13594572" cy="1208046"/>
              </a:xfrm>
              <a:custGeom>
                <a:avLst/>
                <a:gdLst>
                  <a:gd name="connsiteX0" fmla="*/ 0 w 6477000"/>
                  <a:gd name="connsiteY0" fmla="*/ 1208046 h 1208046"/>
                  <a:gd name="connsiteX1" fmla="*/ 33867 w 6477000"/>
                  <a:gd name="connsiteY1" fmla="*/ 1157246 h 1208046"/>
                  <a:gd name="connsiteX2" fmla="*/ 67734 w 6477000"/>
                  <a:gd name="connsiteY2" fmla="*/ 1140313 h 1208046"/>
                  <a:gd name="connsiteX3" fmla="*/ 101600 w 6477000"/>
                  <a:gd name="connsiteY3" fmla="*/ 1072580 h 1208046"/>
                  <a:gd name="connsiteX4" fmla="*/ 118534 w 6477000"/>
                  <a:gd name="connsiteY4" fmla="*/ 1055646 h 1208046"/>
                  <a:gd name="connsiteX5" fmla="*/ 152400 w 6477000"/>
                  <a:gd name="connsiteY5" fmla="*/ 937113 h 1208046"/>
                  <a:gd name="connsiteX6" fmla="*/ 169334 w 6477000"/>
                  <a:gd name="connsiteY6" fmla="*/ 903246 h 1208046"/>
                  <a:gd name="connsiteX7" fmla="*/ 203200 w 6477000"/>
                  <a:gd name="connsiteY7" fmla="*/ 818580 h 1208046"/>
                  <a:gd name="connsiteX8" fmla="*/ 220134 w 6477000"/>
                  <a:gd name="connsiteY8" fmla="*/ 801646 h 1208046"/>
                  <a:gd name="connsiteX9" fmla="*/ 237067 w 6477000"/>
                  <a:gd name="connsiteY9" fmla="*/ 750846 h 1208046"/>
                  <a:gd name="connsiteX10" fmla="*/ 304800 w 6477000"/>
                  <a:gd name="connsiteY10" fmla="*/ 750846 h 1208046"/>
                  <a:gd name="connsiteX11" fmla="*/ 321734 w 6477000"/>
                  <a:gd name="connsiteY11" fmla="*/ 767780 h 1208046"/>
                  <a:gd name="connsiteX12" fmla="*/ 355600 w 6477000"/>
                  <a:gd name="connsiteY12" fmla="*/ 784713 h 1208046"/>
                  <a:gd name="connsiteX13" fmla="*/ 508000 w 6477000"/>
                  <a:gd name="connsiteY13" fmla="*/ 750846 h 1208046"/>
                  <a:gd name="connsiteX14" fmla="*/ 575734 w 6477000"/>
                  <a:gd name="connsiteY14" fmla="*/ 716980 h 1208046"/>
                  <a:gd name="connsiteX15" fmla="*/ 643467 w 6477000"/>
                  <a:gd name="connsiteY15" fmla="*/ 683113 h 1208046"/>
                  <a:gd name="connsiteX16" fmla="*/ 677334 w 6477000"/>
                  <a:gd name="connsiteY16" fmla="*/ 666180 h 1208046"/>
                  <a:gd name="connsiteX17" fmla="*/ 762000 w 6477000"/>
                  <a:gd name="connsiteY17" fmla="*/ 615380 h 1208046"/>
                  <a:gd name="connsiteX18" fmla="*/ 778934 w 6477000"/>
                  <a:gd name="connsiteY18" fmla="*/ 598446 h 1208046"/>
                  <a:gd name="connsiteX19" fmla="*/ 812800 w 6477000"/>
                  <a:gd name="connsiteY19" fmla="*/ 581513 h 1208046"/>
                  <a:gd name="connsiteX20" fmla="*/ 965200 w 6477000"/>
                  <a:gd name="connsiteY20" fmla="*/ 598446 h 1208046"/>
                  <a:gd name="connsiteX21" fmla="*/ 1032934 w 6477000"/>
                  <a:gd name="connsiteY21" fmla="*/ 615380 h 1208046"/>
                  <a:gd name="connsiteX22" fmla="*/ 1202267 w 6477000"/>
                  <a:gd name="connsiteY22" fmla="*/ 598446 h 1208046"/>
                  <a:gd name="connsiteX23" fmla="*/ 1270000 w 6477000"/>
                  <a:gd name="connsiteY23" fmla="*/ 564580 h 1208046"/>
                  <a:gd name="connsiteX24" fmla="*/ 1303867 w 6477000"/>
                  <a:gd name="connsiteY24" fmla="*/ 547646 h 1208046"/>
                  <a:gd name="connsiteX25" fmla="*/ 1354667 w 6477000"/>
                  <a:gd name="connsiteY25" fmla="*/ 530713 h 1208046"/>
                  <a:gd name="connsiteX26" fmla="*/ 1388534 w 6477000"/>
                  <a:gd name="connsiteY26" fmla="*/ 513780 h 1208046"/>
                  <a:gd name="connsiteX27" fmla="*/ 1557867 w 6477000"/>
                  <a:gd name="connsiteY27" fmla="*/ 496846 h 1208046"/>
                  <a:gd name="connsiteX28" fmla="*/ 1964267 w 6477000"/>
                  <a:gd name="connsiteY28" fmla="*/ 462980 h 1208046"/>
                  <a:gd name="connsiteX29" fmla="*/ 2082800 w 6477000"/>
                  <a:gd name="connsiteY29" fmla="*/ 412180 h 1208046"/>
                  <a:gd name="connsiteX30" fmla="*/ 2133600 w 6477000"/>
                  <a:gd name="connsiteY30" fmla="*/ 361380 h 1208046"/>
                  <a:gd name="connsiteX31" fmla="*/ 2150534 w 6477000"/>
                  <a:gd name="connsiteY31" fmla="*/ 344446 h 1208046"/>
                  <a:gd name="connsiteX32" fmla="*/ 2201334 w 6477000"/>
                  <a:gd name="connsiteY32" fmla="*/ 310580 h 1208046"/>
                  <a:gd name="connsiteX33" fmla="*/ 2455334 w 6477000"/>
                  <a:gd name="connsiteY33" fmla="*/ 327513 h 1208046"/>
                  <a:gd name="connsiteX34" fmla="*/ 2489200 w 6477000"/>
                  <a:gd name="connsiteY34" fmla="*/ 361380 h 1208046"/>
                  <a:gd name="connsiteX35" fmla="*/ 2624667 w 6477000"/>
                  <a:gd name="connsiteY35" fmla="*/ 378313 h 1208046"/>
                  <a:gd name="connsiteX36" fmla="*/ 2726267 w 6477000"/>
                  <a:gd name="connsiteY36" fmla="*/ 395246 h 1208046"/>
                  <a:gd name="connsiteX37" fmla="*/ 2980267 w 6477000"/>
                  <a:gd name="connsiteY37" fmla="*/ 378313 h 1208046"/>
                  <a:gd name="connsiteX38" fmla="*/ 3149600 w 6477000"/>
                  <a:gd name="connsiteY38" fmla="*/ 344446 h 1208046"/>
                  <a:gd name="connsiteX39" fmla="*/ 3183467 w 6477000"/>
                  <a:gd name="connsiteY39" fmla="*/ 327513 h 1208046"/>
                  <a:gd name="connsiteX40" fmla="*/ 3420534 w 6477000"/>
                  <a:gd name="connsiteY40" fmla="*/ 344446 h 1208046"/>
                  <a:gd name="connsiteX41" fmla="*/ 3589867 w 6477000"/>
                  <a:gd name="connsiteY41" fmla="*/ 378313 h 1208046"/>
                  <a:gd name="connsiteX42" fmla="*/ 3674534 w 6477000"/>
                  <a:gd name="connsiteY42" fmla="*/ 395246 h 1208046"/>
                  <a:gd name="connsiteX43" fmla="*/ 3877734 w 6477000"/>
                  <a:gd name="connsiteY43" fmla="*/ 429113 h 1208046"/>
                  <a:gd name="connsiteX44" fmla="*/ 4047067 w 6477000"/>
                  <a:gd name="connsiteY44" fmla="*/ 462980 h 1208046"/>
                  <a:gd name="connsiteX45" fmla="*/ 4284134 w 6477000"/>
                  <a:gd name="connsiteY45" fmla="*/ 446046 h 1208046"/>
                  <a:gd name="connsiteX46" fmla="*/ 4402667 w 6477000"/>
                  <a:gd name="connsiteY46" fmla="*/ 412180 h 1208046"/>
                  <a:gd name="connsiteX47" fmla="*/ 4436534 w 6477000"/>
                  <a:gd name="connsiteY47" fmla="*/ 395246 h 1208046"/>
                  <a:gd name="connsiteX48" fmla="*/ 4521200 w 6477000"/>
                  <a:gd name="connsiteY48" fmla="*/ 378313 h 1208046"/>
                  <a:gd name="connsiteX49" fmla="*/ 4605867 w 6477000"/>
                  <a:gd name="connsiteY49" fmla="*/ 395246 h 1208046"/>
                  <a:gd name="connsiteX50" fmla="*/ 4673600 w 6477000"/>
                  <a:gd name="connsiteY50" fmla="*/ 412180 h 1208046"/>
                  <a:gd name="connsiteX51" fmla="*/ 4859867 w 6477000"/>
                  <a:gd name="connsiteY51" fmla="*/ 395246 h 1208046"/>
                  <a:gd name="connsiteX52" fmla="*/ 4978400 w 6477000"/>
                  <a:gd name="connsiteY52" fmla="*/ 361380 h 1208046"/>
                  <a:gd name="connsiteX53" fmla="*/ 5080000 w 6477000"/>
                  <a:gd name="connsiteY53" fmla="*/ 310580 h 1208046"/>
                  <a:gd name="connsiteX54" fmla="*/ 5096934 w 6477000"/>
                  <a:gd name="connsiteY54" fmla="*/ 293646 h 1208046"/>
                  <a:gd name="connsiteX55" fmla="*/ 5130800 w 6477000"/>
                  <a:gd name="connsiteY55" fmla="*/ 276713 h 1208046"/>
                  <a:gd name="connsiteX56" fmla="*/ 5164667 w 6477000"/>
                  <a:gd name="connsiteY56" fmla="*/ 242846 h 1208046"/>
                  <a:gd name="connsiteX57" fmla="*/ 5181600 w 6477000"/>
                  <a:gd name="connsiteY57" fmla="*/ 208980 h 1208046"/>
                  <a:gd name="connsiteX58" fmla="*/ 5232400 w 6477000"/>
                  <a:gd name="connsiteY58" fmla="*/ 192046 h 1208046"/>
                  <a:gd name="connsiteX59" fmla="*/ 5401734 w 6477000"/>
                  <a:gd name="connsiteY59" fmla="*/ 141246 h 1208046"/>
                  <a:gd name="connsiteX60" fmla="*/ 5486400 w 6477000"/>
                  <a:gd name="connsiteY60" fmla="*/ 107380 h 1208046"/>
                  <a:gd name="connsiteX61" fmla="*/ 5537200 w 6477000"/>
                  <a:gd name="connsiteY61" fmla="*/ 90446 h 1208046"/>
                  <a:gd name="connsiteX62" fmla="*/ 5638800 w 6477000"/>
                  <a:gd name="connsiteY62" fmla="*/ 107380 h 1208046"/>
                  <a:gd name="connsiteX63" fmla="*/ 5672667 w 6477000"/>
                  <a:gd name="connsiteY63" fmla="*/ 124313 h 1208046"/>
                  <a:gd name="connsiteX64" fmla="*/ 5723467 w 6477000"/>
                  <a:gd name="connsiteY64" fmla="*/ 141246 h 1208046"/>
                  <a:gd name="connsiteX65" fmla="*/ 5757334 w 6477000"/>
                  <a:gd name="connsiteY65" fmla="*/ 158180 h 1208046"/>
                  <a:gd name="connsiteX66" fmla="*/ 5926667 w 6477000"/>
                  <a:gd name="connsiteY66" fmla="*/ 175113 h 1208046"/>
                  <a:gd name="connsiteX67" fmla="*/ 5994400 w 6477000"/>
                  <a:gd name="connsiteY67" fmla="*/ 141246 h 1208046"/>
                  <a:gd name="connsiteX68" fmla="*/ 6011334 w 6477000"/>
                  <a:gd name="connsiteY68" fmla="*/ 124313 h 1208046"/>
                  <a:gd name="connsiteX69" fmla="*/ 6079067 w 6477000"/>
                  <a:gd name="connsiteY69" fmla="*/ 90446 h 1208046"/>
                  <a:gd name="connsiteX70" fmla="*/ 6180667 w 6477000"/>
                  <a:gd name="connsiteY70" fmla="*/ 39646 h 1208046"/>
                  <a:gd name="connsiteX71" fmla="*/ 6316134 w 6477000"/>
                  <a:gd name="connsiteY71" fmla="*/ 5780 h 1208046"/>
                  <a:gd name="connsiteX72" fmla="*/ 6477000 w 6477000"/>
                  <a:gd name="connsiteY72" fmla="*/ 5780 h 1208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6477000" h="1208046">
                    <a:moveTo>
                      <a:pt x="0" y="1208046"/>
                    </a:moveTo>
                    <a:cubicBezTo>
                      <a:pt x="11289" y="1191113"/>
                      <a:pt x="19476" y="1171637"/>
                      <a:pt x="33867" y="1157246"/>
                    </a:cubicBezTo>
                    <a:cubicBezTo>
                      <a:pt x="42792" y="1148321"/>
                      <a:pt x="59849" y="1150169"/>
                      <a:pt x="67734" y="1140313"/>
                    </a:cubicBezTo>
                    <a:cubicBezTo>
                      <a:pt x="83503" y="1120602"/>
                      <a:pt x="83751" y="1090429"/>
                      <a:pt x="101600" y="1072580"/>
                    </a:cubicBezTo>
                    <a:lnTo>
                      <a:pt x="118534" y="1055646"/>
                    </a:lnTo>
                    <a:cubicBezTo>
                      <a:pt x="129237" y="1012832"/>
                      <a:pt x="136206" y="977598"/>
                      <a:pt x="152400" y="937113"/>
                    </a:cubicBezTo>
                    <a:cubicBezTo>
                      <a:pt x="157088" y="925394"/>
                      <a:pt x="164646" y="914965"/>
                      <a:pt x="169334" y="903246"/>
                    </a:cubicBezTo>
                    <a:cubicBezTo>
                      <a:pt x="183103" y="868824"/>
                      <a:pt x="183344" y="848364"/>
                      <a:pt x="203200" y="818580"/>
                    </a:cubicBezTo>
                    <a:cubicBezTo>
                      <a:pt x="207628" y="811938"/>
                      <a:pt x="214489" y="807291"/>
                      <a:pt x="220134" y="801646"/>
                    </a:cubicBezTo>
                    <a:cubicBezTo>
                      <a:pt x="225778" y="784713"/>
                      <a:pt x="226357" y="765125"/>
                      <a:pt x="237067" y="750846"/>
                    </a:cubicBezTo>
                    <a:cubicBezTo>
                      <a:pt x="259645" y="720743"/>
                      <a:pt x="282223" y="735794"/>
                      <a:pt x="304800" y="750846"/>
                    </a:cubicBezTo>
                    <a:cubicBezTo>
                      <a:pt x="311442" y="755274"/>
                      <a:pt x="315092" y="763352"/>
                      <a:pt x="321734" y="767780"/>
                    </a:cubicBezTo>
                    <a:cubicBezTo>
                      <a:pt x="332235" y="774781"/>
                      <a:pt x="344311" y="779069"/>
                      <a:pt x="355600" y="784713"/>
                    </a:cubicBezTo>
                    <a:cubicBezTo>
                      <a:pt x="378600" y="780113"/>
                      <a:pt x="480662" y="761098"/>
                      <a:pt x="508000" y="750846"/>
                    </a:cubicBezTo>
                    <a:cubicBezTo>
                      <a:pt x="531636" y="741983"/>
                      <a:pt x="553156" y="728269"/>
                      <a:pt x="575734" y="716980"/>
                    </a:cubicBezTo>
                    <a:lnTo>
                      <a:pt x="643467" y="683113"/>
                    </a:lnTo>
                    <a:lnTo>
                      <a:pt x="677334" y="666180"/>
                    </a:lnTo>
                    <a:cubicBezTo>
                      <a:pt x="712116" y="631396"/>
                      <a:pt x="687127" y="652816"/>
                      <a:pt x="762000" y="615380"/>
                    </a:cubicBezTo>
                    <a:cubicBezTo>
                      <a:pt x="769140" y="611810"/>
                      <a:pt x="772292" y="602874"/>
                      <a:pt x="778934" y="598446"/>
                    </a:cubicBezTo>
                    <a:cubicBezTo>
                      <a:pt x="789435" y="591445"/>
                      <a:pt x="801511" y="587157"/>
                      <a:pt x="812800" y="581513"/>
                    </a:cubicBezTo>
                    <a:cubicBezTo>
                      <a:pt x="863600" y="587157"/>
                      <a:pt x="914682" y="590674"/>
                      <a:pt x="965200" y="598446"/>
                    </a:cubicBezTo>
                    <a:cubicBezTo>
                      <a:pt x="988202" y="601985"/>
                      <a:pt x="1009661" y="615380"/>
                      <a:pt x="1032934" y="615380"/>
                    </a:cubicBezTo>
                    <a:cubicBezTo>
                      <a:pt x="1089660" y="615380"/>
                      <a:pt x="1145823" y="604091"/>
                      <a:pt x="1202267" y="598446"/>
                    </a:cubicBezTo>
                    <a:lnTo>
                      <a:pt x="1270000" y="564580"/>
                    </a:lnTo>
                    <a:cubicBezTo>
                      <a:pt x="1281289" y="558935"/>
                      <a:pt x="1291893" y="551637"/>
                      <a:pt x="1303867" y="547646"/>
                    </a:cubicBezTo>
                    <a:cubicBezTo>
                      <a:pt x="1320800" y="542002"/>
                      <a:pt x="1338094" y="537342"/>
                      <a:pt x="1354667" y="530713"/>
                    </a:cubicBezTo>
                    <a:cubicBezTo>
                      <a:pt x="1366386" y="526026"/>
                      <a:pt x="1376084" y="515855"/>
                      <a:pt x="1388534" y="513780"/>
                    </a:cubicBezTo>
                    <a:cubicBezTo>
                      <a:pt x="1444488" y="504454"/>
                      <a:pt x="1501488" y="503110"/>
                      <a:pt x="1557867" y="496846"/>
                    </a:cubicBezTo>
                    <a:cubicBezTo>
                      <a:pt x="1847460" y="464669"/>
                      <a:pt x="1519985" y="490747"/>
                      <a:pt x="1964267" y="462980"/>
                    </a:cubicBezTo>
                    <a:cubicBezTo>
                      <a:pt x="1994624" y="452860"/>
                      <a:pt x="2061878" y="433102"/>
                      <a:pt x="2082800" y="412180"/>
                    </a:cubicBezTo>
                    <a:lnTo>
                      <a:pt x="2133600" y="361380"/>
                    </a:lnTo>
                    <a:cubicBezTo>
                      <a:pt x="2139245" y="355735"/>
                      <a:pt x="2143394" y="348016"/>
                      <a:pt x="2150534" y="344446"/>
                    </a:cubicBezTo>
                    <a:cubicBezTo>
                      <a:pt x="2191540" y="323943"/>
                      <a:pt x="2175475" y="336437"/>
                      <a:pt x="2201334" y="310580"/>
                    </a:cubicBezTo>
                    <a:cubicBezTo>
                      <a:pt x="2286001" y="316224"/>
                      <a:pt x="2371771" y="312766"/>
                      <a:pt x="2455334" y="327513"/>
                    </a:cubicBezTo>
                    <a:cubicBezTo>
                      <a:pt x="2471056" y="330287"/>
                      <a:pt x="2473908" y="356793"/>
                      <a:pt x="2489200" y="361380"/>
                    </a:cubicBezTo>
                    <a:cubicBezTo>
                      <a:pt x="2532788" y="374456"/>
                      <a:pt x="2579617" y="371877"/>
                      <a:pt x="2624667" y="378313"/>
                    </a:cubicBezTo>
                    <a:cubicBezTo>
                      <a:pt x="2658656" y="383168"/>
                      <a:pt x="2692400" y="389602"/>
                      <a:pt x="2726267" y="395246"/>
                    </a:cubicBezTo>
                    <a:cubicBezTo>
                      <a:pt x="2810934" y="389602"/>
                      <a:pt x="2895761" y="385995"/>
                      <a:pt x="2980267" y="378313"/>
                    </a:cubicBezTo>
                    <a:cubicBezTo>
                      <a:pt x="3050826" y="371899"/>
                      <a:pt x="3090293" y="368169"/>
                      <a:pt x="3149600" y="344446"/>
                    </a:cubicBezTo>
                    <a:cubicBezTo>
                      <a:pt x="3161319" y="339759"/>
                      <a:pt x="3172178" y="333157"/>
                      <a:pt x="3183467" y="327513"/>
                    </a:cubicBezTo>
                    <a:cubicBezTo>
                      <a:pt x="3262489" y="333157"/>
                      <a:pt x="3341922" y="334620"/>
                      <a:pt x="3420534" y="344446"/>
                    </a:cubicBezTo>
                    <a:cubicBezTo>
                      <a:pt x="3477652" y="351586"/>
                      <a:pt x="3533423" y="367024"/>
                      <a:pt x="3589867" y="378313"/>
                    </a:cubicBezTo>
                    <a:lnTo>
                      <a:pt x="3674534" y="395246"/>
                    </a:lnTo>
                    <a:cubicBezTo>
                      <a:pt x="3741868" y="408713"/>
                      <a:pt x="3812590" y="407399"/>
                      <a:pt x="3877734" y="429113"/>
                    </a:cubicBezTo>
                    <a:cubicBezTo>
                      <a:pt x="3966398" y="458667"/>
                      <a:pt x="3910864" y="443522"/>
                      <a:pt x="4047067" y="462980"/>
                    </a:cubicBezTo>
                    <a:cubicBezTo>
                      <a:pt x="4126089" y="457335"/>
                      <a:pt x="4205395" y="454795"/>
                      <a:pt x="4284134" y="446046"/>
                    </a:cubicBezTo>
                    <a:cubicBezTo>
                      <a:pt x="4306365" y="443576"/>
                      <a:pt x="4377968" y="422060"/>
                      <a:pt x="4402667" y="412180"/>
                    </a:cubicBezTo>
                    <a:cubicBezTo>
                      <a:pt x="4414386" y="407492"/>
                      <a:pt x="4424398" y="398713"/>
                      <a:pt x="4436534" y="395246"/>
                    </a:cubicBezTo>
                    <a:cubicBezTo>
                      <a:pt x="4464207" y="387339"/>
                      <a:pt x="4492978" y="383957"/>
                      <a:pt x="4521200" y="378313"/>
                    </a:cubicBezTo>
                    <a:cubicBezTo>
                      <a:pt x="4549422" y="383957"/>
                      <a:pt x="4577771" y="389002"/>
                      <a:pt x="4605867" y="395246"/>
                    </a:cubicBezTo>
                    <a:cubicBezTo>
                      <a:pt x="4628585" y="400295"/>
                      <a:pt x="4650327" y="412180"/>
                      <a:pt x="4673600" y="412180"/>
                    </a:cubicBezTo>
                    <a:cubicBezTo>
                      <a:pt x="4735945" y="412180"/>
                      <a:pt x="4797778" y="400891"/>
                      <a:pt x="4859867" y="395246"/>
                    </a:cubicBezTo>
                    <a:cubicBezTo>
                      <a:pt x="4894236" y="386654"/>
                      <a:pt x="4944392" y="375955"/>
                      <a:pt x="4978400" y="361380"/>
                    </a:cubicBezTo>
                    <a:lnTo>
                      <a:pt x="5080000" y="310580"/>
                    </a:lnTo>
                    <a:cubicBezTo>
                      <a:pt x="5087140" y="307010"/>
                      <a:pt x="5090292" y="298074"/>
                      <a:pt x="5096934" y="293646"/>
                    </a:cubicBezTo>
                    <a:cubicBezTo>
                      <a:pt x="5107435" y="286645"/>
                      <a:pt x="5120703" y="284286"/>
                      <a:pt x="5130800" y="276713"/>
                    </a:cubicBezTo>
                    <a:cubicBezTo>
                      <a:pt x="5143572" y="267134"/>
                      <a:pt x="5157527" y="257126"/>
                      <a:pt x="5164667" y="242846"/>
                    </a:cubicBezTo>
                    <a:cubicBezTo>
                      <a:pt x="5170311" y="231557"/>
                      <a:pt x="5171503" y="216553"/>
                      <a:pt x="5181600" y="208980"/>
                    </a:cubicBezTo>
                    <a:cubicBezTo>
                      <a:pt x="5195879" y="198270"/>
                      <a:pt x="5215994" y="199077"/>
                      <a:pt x="5232400" y="192046"/>
                    </a:cubicBezTo>
                    <a:cubicBezTo>
                      <a:pt x="5389953" y="124524"/>
                      <a:pt x="5194837" y="187224"/>
                      <a:pt x="5401734" y="141246"/>
                    </a:cubicBezTo>
                    <a:cubicBezTo>
                      <a:pt x="5464915" y="127206"/>
                      <a:pt x="5436281" y="127428"/>
                      <a:pt x="5486400" y="107380"/>
                    </a:cubicBezTo>
                    <a:cubicBezTo>
                      <a:pt x="5502973" y="100751"/>
                      <a:pt x="5520267" y="96091"/>
                      <a:pt x="5537200" y="90446"/>
                    </a:cubicBezTo>
                    <a:cubicBezTo>
                      <a:pt x="5571067" y="96091"/>
                      <a:pt x="5605491" y="99053"/>
                      <a:pt x="5638800" y="107380"/>
                    </a:cubicBezTo>
                    <a:cubicBezTo>
                      <a:pt x="5651045" y="110441"/>
                      <a:pt x="5660948" y="119626"/>
                      <a:pt x="5672667" y="124313"/>
                    </a:cubicBezTo>
                    <a:cubicBezTo>
                      <a:pt x="5689240" y="130942"/>
                      <a:pt x="5706894" y="134617"/>
                      <a:pt x="5723467" y="141246"/>
                    </a:cubicBezTo>
                    <a:cubicBezTo>
                      <a:pt x="5735186" y="145934"/>
                      <a:pt x="5744884" y="156105"/>
                      <a:pt x="5757334" y="158180"/>
                    </a:cubicBezTo>
                    <a:cubicBezTo>
                      <a:pt x="5813288" y="167506"/>
                      <a:pt x="5870223" y="169469"/>
                      <a:pt x="5926667" y="175113"/>
                    </a:cubicBezTo>
                    <a:cubicBezTo>
                      <a:pt x="5949245" y="163824"/>
                      <a:pt x="5976550" y="159095"/>
                      <a:pt x="5994400" y="141246"/>
                    </a:cubicBezTo>
                    <a:cubicBezTo>
                      <a:pt x="6000045" y="135602"/>
                      <a:pt x="6004489" y="128420"/>
                      <a:pt x="6011334" y="124313"/>
                    </a:cubicBezTo>
                    <a:cubicBezTo>
                      <a:pt x="6032979" y="111326"/>
                      <a:pt x="6056489" y="101735"/>
                      <a:pt x="6079067" y="90446"/>
                    </a:cubicBezTo>
                    <a:lnTo>
                      <a:pt x="6180667" y="39646"/>
                    </a:lnTo>
                    <a:cubicBezTo>
                      <a:pt x="6222298" y="18830"/>
                      <a:pt x="6270978" y="17069"/>
                      <a:pt x="6316134" y="5780"/>
                    </a:cubicBezTo>
                    <a:cubicBezTo>
                      <a:pt x="6368155" y="-7225"/>
                      <a:pt x="6423378" y="5780"/>
                      <a:pt x="6477000" y="5780"/>
                    </a:cubicBezTo>
                  </a:path>
                </a:pathLst>
              </a:custGeom>
              <a:ln w="127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8" name="자유형 11">
                <a:extLst>
                  <a:ext uri="{FF2B5EF4-FFF2-40B4-BE49-F238E27FC236}">
                    <a16:creationId xmlns:a16="http://schemas.microsoft.com/office/drawing/2014/main" id="{C2193622-DDB7-42C7-AEDA-51CC9B2A5EF2}"/>
                  </a:ext>
                </a:extLst>
              </p:cNvPr>
              <p:cNvSpPr/>
              <p:nvPr/>
            </p:nvSpPr>
            <p:spPr>
              <a:xfrm>
                <a:off x="1413933" y="2996952"/>
                <a:ext cx="13594572" cy="1032934"/>
              </a:xfrm>
              <a:custGeom>
                <a:avLst/>
                <a:gdLst>
                  <a:gd name="connsiteX0" fmla="*/ 0 w 6502400"/>
                  <a:gd name="connsiteY0" fmla="*/ 1032934 h 1032934"/>
                  <a:gd name="connsiteX1" fmla="*/ 50800 w 6502400"/>
                  <a:gd name="connsiteY1" fmla="*/ 999067 h 1032934"/>
                  <a:gd name="connsiteX2" fmla="*/ 84667 w 6502400"/>
                  <a:gd name="connsiteY2" fmla="*/ 931334 h 1032934"/>
                  <a:gd name="connsiteX3" fmla="*/ 101600 w 6502400"/>
                  <a:gd name="connsiteY3" fmla="*/ 914400 h 1032934"/>
                  <a:gd name="connsiteX4" fmla="*/ 152400 w 6502400"/>
                  <a:gd name="connsiteY4" fmla="*/ 812800 h 1032934"/>
                  <a:gd name="connsiteX5" fmla="*/ 186267 w 6502400"/>
                  <a:gd name="connsiteY5" fmla="*/ 728134 h 1032934"/>
                  <a:gd name="connsiteX6" fmla="*/ 203200 w 6502400"/>
                  <a:gd name="connsiteY6" fmla="*/ 711200 h 1032934"/>
                  <a:gd name="connsiteX7" fmla="*/ 237067 w 6502400"/>
                  <a:gd name="connsiteY7" fmla="*/ 609600 h 1032934"/>
                  <a:gd name="connsiteX8" fmla="*/ 287867 w 6502400"/>
                  <a:gd name="connsiteY8" fmla="*/ 372534 h 1032934"/>
                  <a:gd name="connsiteX9" fmla="*/ 355600 w 6502400"/>
                  <a:gd name="connsiteY9" fmla="*/ 406400 h 1032934"/>
                  <a:gd name="connsiteX10" fmla="*/ 372534 w 6502400"/>
                  <a:gd name="connsiteY10" fmla="*/ 423334 h 1032934"/>
                  <a:gd name="connsiteX11" fmla="*/ 406400 w 6502400"/>
                  <a:gd name="connsiteY11" fmla="*/ 440267 h 1032934"/>
                  <a:gd name="connsiteX12" fmla="*/ 457200 w 6502400"/>
                  <a:gd name="connsiteY12" fmla="*/ 474134 h 1032934"/>
                  <a:gd name="connsiteX13" fmla="*/ 558800 w 6502400"/>
                  <a:gd name="connsiteY13" fmla="*/ 491067 h 1032934"/>
                  <a:gd name="connsiteX14" fmla="*/ 592667 w 6502400"/>
                  <a:gd name="connsiteY14" fmla="*/ 508000 h 1032934"/>
                  <a:gd name="connsiteX15" fmla="*/ 609600 w 6502400"/>
                  <a:gd name="connsiteY15" fmla="*/ 524934 h 1032934"/>
                  <a:gd name="connsiteX16" fmla="*/ 643467 w 6502400"/>
                  <a:gd name="connsiteY16" fmla="*/ 541867 h 1032934"/>
                  <a:gd name="connsiteX17" fmla="*/ 660400 w 6502400"/>
                  <a:gd name="connsiteY17" fmla="*/ 575734 h 1032934"/>
                  <a:gd name="connsiteX18" fmla="*/ 711200 w 6502400"/>
                  <a:gd name="connsiteY18" fmla="*/ 609600 h 1032934"/>
                  <a:gd name="connsiteX19" fmla="*/ 880534 w 6502400"/>
                  <a:gd name="connsiteY19" fmla="*/ 575734 h 1032934"/>
                  <a:gd name="connsiteX20" fmla="*/ 897467 w 6502400"/>
                  <a:gd name="connsiteY20" fmla="*/ 558800 h 1032934"/>
                  <a:gd name="connsiteX21" fmla="*/ 982134 w 6502400"/>
                  <a:gd name="connsiteY21" fmla="*/ 508000 h 1032934"/>
                  <a:gd name="connsiteX22" fmla="*/ 999067 w 6502400"/>
                  <a:gd name="connsiteY22" fmla="*/ 474134 h 1032934"/>
                  <a:gd name="connsiteX23" fmla="*/ 1151467 w 6502400"/>
                  <a:gd name="connsiteY23" fmla="*/ 457200 h 1032934"/>
                  <a:gd name="connsiteX24" fmla="*/ 1405467 w 6502400"/>
                  <a:gd name="connsiteY24" fmla="*/ 457200 h 1032934"/>
                  <a:gd name="connsiteX25" fmla="*/ 1490134 w 6502400"/>
                  <a:gd name="connsiteY25" fmla="*/ 406400 h 1032934"/>
                  <a:gd name="connsiteX26" fmla="*/ 1507067 w 6502400"/>
                  <a:gd name="connsiteY26" fmla="*/ 372534 h 1032934"/>
                  <a:gd name="connsiteX27" fmla="*/ 1540934 w 6502400"/>
                  <a:gd name="connsiteY27" fmla="*/ 338667 h 1032934"/>
                  <a:gd name="connsiteX28" fmla="*/ 1625600 w 6502400"/>
                  <a:gd name="connsiteY28" fmla="*/ 220134 h 1032934"/>
                  <a:gd name="connsiteX29" fmla="*/ 1642534 w 6502400"/>
                  <a:gd name="connsiteY29" fmla="*/ 203200 h 1032934"/>
                  <a:gd name="connsiteX30" fmla="*/ 1693334 w 6502400"/>
                  <a:gd name="connsiteY30" fmla="*/ 186267 h 1032934"/>
                  <a:gd name="connsiteX31" fmla="*/ 1947334 w 6502400"/>
                  <a:gd name="connsiteY31" fmla="*/ 203200 h 1032934"/>
                  <a:gd name="connsiteX32" fmla="*/ 1964267 w 6502400"/>
                  <a:gd name="connsiteY32" fmla="*/ 220134 h 1032934"/>
                  <a:gd name="connsiteX33" fmla="*/ 1981200 w 6502400"/>
                  <a:gd name="connsiteY33" fmla="*/ 254000 h 1032934"/>
                  <a:gd name="connsiteX34" fmla="*/ 1998134 w 6502400"/>
                  <a:gd name="connsiteY34" fmla="*/ 270934 h 1032934"/>
                  <a:gd name="connsiteX35" fmla="*/ 2015067 w 6502400"/>
                  <a:gd name="connsiteY35" fmla="*/ 304800 h 1032934"/>
                  <a:gd name="connsiteX36" fmla="*/ 2032000 w 6502400"/>
                  <a:gd name="connsiteY36" fmla="*/ 321734 h 1032934"/>
                  <a:gd name="connsiteX37" fmla="*/ 2099734 w 6502400"/>
                  <a:gd name="connsiteY37" fmla="*/ 355600 h 1032934"/>
                  <a:gd name="connsiteX38" fmla="*/ 2116667 w 6502400"/>
                  <a:gd name="connsiteY38" fmla="*/ 372534 h 1032934"/>
                  <a:gd name="connsiteX39" fmla="*/ 2184400 w 6502400"/>
                  <a:gd name="connsiteY39" fmla="*/ 355600 h 1032934"/>
                  <a:gd name="connsiteX40" fmla="*/ 2269067 w 6502400"/>
                  <a:gd name="connsiteY40" fmla="*/ 321734 h 1032934"/>
                  <a:gd name="connsiteX41" fmla="*/ 2319867 w 6502400"/>
                  <a:gd name="connsiteY41" fmla="*/ 304800 h 1032934"/>
                  <a:gd name="connsiteX42" fmla="*/ 2387600 w 6502400"/>
                  <a:gd name="connsiteY42" fmla="*/ 270934 h 1032934"/>
                  <a:gd name="connsiteX43" fmla="*/ 2489200 w 6502400"/>
                  <a:gd name="connsiteY43" fmla="*/ 220134 h 1032934"/>
                  <a:gd name="connsiteX44" fmla="*/ 2506134 w 6502400"/>
                  <a:gd name="connsiteY44" fmla="*/ 203200 h 1032934"/>
                  <a:gd name="connsiteX45" fmla="*/ 2540000 w 6502400"/>
                  <a:gd name="connsiteY45" fmla="*/ 186267 h 1032934"/>
                  <a:gd name="connsiteX46" fmla="*/ 2573867 w 6502400"/>
                  <a:gd name="connsiteY46" fmla="*/ 152400 h 1032934"/>
                  <a:gd name="connsiteX47" fmla="*/ 2641600 w 6502400"/>
                  <a:gd name="connsiteY47" fmla="*/ 118534 h 1032934"/>
                  <a:gd name="connsiteX48" fmla="*/ 2658534 w 6502400"/>
                  <a:gd name="connsiteY48" fmla="*/ 101600 h 1032934"/>
                  <a:gd name="connsiteX49" fmla="*/ 2777067 w 6502400"/>
                  <a:gd name="connsiteY49" fmla="*/ 84667 h 1032934"/>
                  <a:gd name="connsiteX50" fmla="*/ 2844800 w 6502400"/>
                  <a:gd name="connsiteY50" fmla="*/ 101600 h 1032934"/>
                  <a:gd name="connsiteX51" fmla="*/ 2861734 w 6502400"/>
                  <a:gd name="connsiteY51" fmla="*/ 118534 h 1032934"/>
                  <a:gd name="connsiteX52" fmla="*/ 2929467 w 6502400"/>
                  <a:gd name="connsiteY52" fmla="*/ 152400 h 1032934"/>
                  <a:gd name="connsiteX53" fmla="*/ 2963334 w 6502400"/>
                  <a:gd name="connsiteY53" fmla="*/ 169334 h 1032934"/>
                  <a:gd name="connsiteX54" fmla="*/ 2997200 w 6502400"/>
                  <a:gd name="connsiteY54" fmla="*/ 186267 h 1032934"/>
                  <a:gd name="connsiteX55" fmla="*/ 3014134 w 6502400"/>
                  <a:gd name="connsiteY55" fmla="*/ 203200 h 1032934"/>
                  <a:gd name="connsiteX56" fmla="*/ 3081867 w 6502400"/>
                  <a:gd name="connsiteY56" fmla="*/ 220134 h 1032934"/>
                  <a:gd name="connsiteX57" fmla="*/ 3437467 w 6502400"/>
                  <a:gd name="connsiteY57" fmla="*/ 203200 h 1032934"/>
                  <a:gd name="connsiteX58" fmla="*/ 3539067 w 6502400"/>
                  <a:gd name="connsiteY58" fmla="*/ 169334 h 1032934"/>
                  <a:gd name="connsiteX59" fmla="*/ 3606800 w 6502400"/>
                  <a:gd name="connsiteY59" fmla="*/ 152400 h 1032934"/>
                  <a:gd name="connsiteX60" fmla="*/ 3725334 w 6502400"/>
                  <a:gd name="connsiteY60" fmla="*/ 118534 h 1032934"/>
                  <a:gd name="connsiteX61" fmla="*/ 3860800 w 6502400"/>
                  <a:gd name="connsiteY61" fmla="*/ 101600 h 1032934"/>
                  <a:gd name="connsiteX62" fmla="*/ 3962400 w 6502400"/>
                  <a:gd name="connsiteY62" fmla="*/ 118534 h 1032934"/>
                  <a:gd name="connsiteX63" fmla="*/ 4148667 w 6502400"/>
                  <a:gd name="connsiteY63" fmla="*/ 152400 h 1032934"/>
                  <a:gd name="connsiteX64" fmla="*/ 4216400 w 6502400"/>
                  <a:gd name="connsiteY64" fmla="*/ 203200 h 1032934"/>
                  <a:gd name="connsiteX65" fmla="*/ 4233334 w 6502400"/>
                  <a:gd name="connsiteY65" fmla="*/ 220134 h 1032934"/>
                  <a:gd name="connsiteX66" fmla="*/ 4267200 w 6502400"/>
                  <a:gd name="connsiteY66" fmla="*/ 237067 h 1032934"/>
                  <a:gd name="connsiteX67" fmla="*/ 4334934 w 6502400"/>
                  <a:gd name="connsiteY67" fmla="*/ 270934 h 1032934"/>
                  <a:gd name="connsiteX68" fmla="*/ 4470400 w 6502400"/>
                  <a:gd name="connsiteY68" fmla="*/ 304800 h 1032934"/>
                  <a:gd name="connsiteX69" fmla="*/ 4605867 w 6502400"/>
                  <a:gd name="connsiteY69" fmla="*/ 270934 h 1032934"/>
                  <a:gd name="connsiteX70" fmla="*/ 4673600 w 6502400"/>
                  <a:gd name="connsiteY70" fmla="*/ 237067 h 1032934"/>
                  <a:gd name="connsiteX71" fmla="*/ 4690534 w 6502400"/>
                  <a:gd name="connsiteY71" fmla="*/ 220134 h 1032934"/>
                  <a:gd name="connsiteX72" fmla="*/ 4724400 w 6502400"/>
                  <a:gd name="connsiteY72" fmla="*/ 203200 h 1032934"/>
                  <a:gd name="connsiteX73" fmla="*/ 4741334 w 6502400"/>
                  <a:gd name="connsiteY73" fmla="*/ 186267 h 1032934"/>
                  <a:gd name="connsiteX74" fmla="*/ 4809067 w 6502400"/>
                  <a:gd name="connsiteY74" fmla="*/ 152400 h 1032934"/>
                  <a:gd name="connsiteX75" fmla="*/ 4876800 w 6502400"/>
                  <a:gd name="connsiteY75" fmla="*/ 118534 h 1032934"/>
                  <a:gd name="connsiteX76" fmla="*/ 4893734 w 6502400"/>
                  <a:gd name="connsiteY76" fmla="*/ 101600 h 1032934"/>
                  <a:gd name="connsiteX77" fmla="*/ 4927600 w 6502400"/>
                  <a:gd name="connsiteY77" fmla="*/ 84667 h 1032934"/>
                  <a:gd name="connsiteX78" fmla="*/ 4961467 w 6502400"/>
                  <a:gd name="connsiteY78" fmla="*/ 50800 h 1032934"/>
                  <a:gd name="connsiteX79" fmla="*/ 5029200 w 6502400"/>
                  <a:gd name="connsiteY79" fmla="*/ 16934 h 1032934"/>
                  <a:gd name="connsiteX80" fmla="*/ 5063067 w 6502400"/>
                  <a:gd name="connsiteY80" fmla="*/ 0 h 1032934"/>
                  <a:gd name="connsiteX81" fmla="*/ 5096934 w 6502400"/>
                  <a:gd name="connsiteY81" fmla="*/ 16934 h 1032934"/>
                  <a:gd name="connsiteX82" fmla="*/ 5198534 w 6502400"/>
                  <a:gd name="connsiteY82" fmla="*/ 50800 h 1032934"/>
                  <a:gd name="connsiteX83" fmla="*/ 5215467 w 6502400"/>
                  <a:gd name="connsiteY83" fmla="*/ 67734 h 1032934"/>
                  <a:gd name="connsiteX84" fmla="*/ 5249334 w 6502400"/>
                  <a:gd name="connsiteY84" fmla="*/ 118534 h 1032934"/>
                  <a:gd name="connsiteX85" fmla="*/ 5283200 w 6502400"/>
                  <a:gd name="connsiteY85" fmla="*/ 135467 h 1032934"/>
                  <a:gd name="connsiteX86" fmla="*/ 5334000 w 6502400"/>
                  <a:gd name="connsiteY86" fmla="*/ 169334 h 1032934"/>
                  <a:gd name="connsiteX87" fmla="*/ 5469467 w 6502400"/>
                  <a:gd name="connsiteY87" fmla="*/ 203200 h 1032934"/>
                  <a:gd name="connsiteX88" fmla="*/ 5520267 w 6502400"/>
                  <a:gd name="connsiteY88" fmla="*/ 220134 h 1032934"/>
                  <a:gd name="connsiteX89" fmla="*/ 5875867 w 6502400"/>
                  <a:gd name="connsiteY89" fmla="*/ 203200 h 1032934"/>
                  <a:gd name="connsiteX90" fmla="*/ 5960534 w 6502400"/>
                  <a:gd name="connsiteY90" fmla="*/ 152400 h 1032934"/>
                  <a:gd name="connsiteX91" fmla="*/ 5994400 w 6502400"/>
                  <a:gd name="connsiteY91" fmla="*/ 135467 h 1032934"/>
                  <a:gd name="connsiteX92" fmla="*/ 6096000 w 6502400"/>
                  <a:gd name="connsiteY92" fmla="*/ 67734 h 1032934"/>
                  <a:gd name="connsiteX93" fmla="*/ 6163734 w 6502400"/>
                  <a:gd name="connsiteY93" fmla="*/ 50800 h 1032934"/>
                  <a:gd name="connsiteX94" fmla="*/ 6214534 w 6502400"/>
                  <a:gd name="connsiteY94" fmla="*/ 33867 h 1032934"/>
                  <a:gd name="connsiteX95" fmla="*/ 6502400 w 6502400"/>
                  <a:gd name="connsiteY95" fmla="*/ 16934 h 1032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</a:cxnLst>
                <a:rect l="l" t="t" r="r" b="b"/>
                <a:pathLst>
                  <a:path w="6502400" h="1032934">
                    <a:moveTo>
                      <a:pt x="0" y="1032934"/>
                    </a:moveTo>
                    <a:cubicBezTo>
                      <a:pt x="16933" y="1021645"/>
                      <a:pt x="37771" y="1014701"/>
                      <a:pt x="50800" y="999067"/>
                    </a:cubicBezTo>
                    <a:cubicBezTo>
                      <a:pt x="66960" y="979675"/>
                      <a:pt x="73378" y="953912"/>
                      <a:pt x="84667" y="931334"/>
                    </a:cubicBezTo>
                    <a:cubicBezTo>
                      <a:pt x="88237" y="924194"/>
                      <a:pt x="97493" y="921245"/>
                      <a:pt x="101600" y="914400"/>
                    </a:cubicBezTo>
                    <a:cubicBezTo>
                      <a:pt x="101610" y="914383"/>
                      <a:pt x="143929" y="829742"/>
                      <a:pt x="152400" y="812800"/>
                    </a:cubicBezTo>
                    <a:cubicBezTo>
                      <a:pt x="179933" y="757731"/>
                      <a:pt x="156679" y="772517"/>
                      <a:pt x="186267" y="728134"/>
                    </a:cubicBezTo>
                    <a:cubicBezTo>
                      <a:pt x="190695" y="721492"/>
                      <a:pt x="197556" y="716845"/>
                      <a:pt x="203200" y="711200"/>
                    </a:cubicBezTo>
                    <a:cubicBezTo>
                      <a:pt x="214489" y="677333"/>
                      <a:pt x="231198" y="644813"/>
                      <a:pt x="237067" y="609600"/>
                    </a:cubicBezTo>
                    <a:cubicBezTo>
                      <a:pt x="273009" y="393951"/>
                      <a:pt x="240225" y="467818"/>
                      <a:pt x="287867" y="372534"/>
                    </a:cubicBezTo>
                    <a:cubicBezTo>
                      <a:pt x="310445" y="383823"/>
                      <a:pt x="337751" y="388551"/>
                      <a:pt x="355600" y="406400"/>
                    </a:cubicBezTo>
                    <a:cubicBezTo>
                      <a:pt x="361245" y="412045"/>
                      <a:pt x="365892" y="418906"/>
                      <a:pt x="372534" y="423334"/>
                    </a:cubicBezTo>
                    <a:cubicBezTo>
                      <a:pt x="383035" y="430335"/>
                      <a:pt x="395899" y="433266"/>
                      <a:pt x="406400" y="440267"/>
                    </a:cubicBezTo>
                    <a:cubicBezTo>
                      <a:pt x="437381" y="460920"/>
                      <a:pt x="408096" y="461858"/>
                      <a:pt x="457200" y="474134"/>
                    </a:cubicBezTo>
                    <a:cubicBezTo>
                      <a:pt x="490509" y="482461"/>
                      <a:pt x="524933" y="485423"/>
                      <a:pt x="558800" y="491067"/>
                    </a:cubicBezTo>
                    <a:cubicBezTo>
                      <a:pt x="570089" y="496711"/>
                      <a:pt x="582165" y="500999"/>
                      <a:pt x="592667" y="508000"/>
                    </a:cubicBezTo>
                    <a:cubicBezTo>
                      <a:pt x="599309" y="512428"/>
                      <a:pt x="602958" y="520506"/>
                      <a:pt x="609600" y="524934"/>
                    </a:cubicBezTo>
                    <a:cubicBezTo>
                      <a:pt x="620102" y="531935"/>
                      <a:pt x="632178" y="536223"/>
                      <a:pt x="643467" y="541867"/>
                    </a:cubicBezTo>
                    <a:cubicBezTo>
                      <a:pt x="649111" y="553156"/>
                      <a:pt x="653399" y="565232"/>
                      <a:pt x="660400" y="575734"/>
                    </a:cubicBezTo>
                    <a:cubicBezTo>
                      <a:pt x="673328" y="595126"/>
                      <a:pt x="690639" y="599319"/>
                      <a:pt x="711200" y="609600"/>
                    </a:cubicBezTo>
                    <a:cubicBezTo>
                      <a:pt x="754877" y="603361"/>
                      <a:pt x="833249" y="599377"/>
                      <a:pt x="880534" y="575734"/>
                    </a:cubicBezTo>
                    <a:cubicBezTo>
                      <a:pt x="887674" y="572164"/>
                      <a:pt x="890622" y="562907"/>
                      <a:pt x="897467" y="558800"/>
                    </a:cubicBezTo>
                    <a:cubicBezTo>
                      <a:pt x="919556" y="545546"/>
                      <a:pt x="964043" y="535136"/>
                      <a:pt x="982134" y="508000"/>
                    </a:cubicBezTo>
                    <a:cubicBezTo>
                      <a:pt x="989135" y="497499"/>
                      <a:pt x="986978" y="477761"/>
                      <a:pt x="999067" y="474134"/>
                    </a:cubicBezTo>
                    <a:cubicBezTo>
                      <a:pt x="1048024" y="459447"/>
                      <a:pt x="1100667" y="462845"/>
                      <a:pt x="1151467" y="457200"/>
                    </a:cubicBezTo>
                    <a:cubicBezTo>
                      <a:pt x="1264050" y="479717"/>
                      <a:pt x="1262106" y="487920"/>
                      <a:pt x="1405467" y="457200"/>
                    </a:cubicBezTo>
                    <a:cubicBezTo>
                      <a:pt x="1420929" y="453887"/>
                      <a:pt x="1474139" y="430392"/>
                      <a:pt x="1490134" y="406400"/>
                    </a:cubicBezTo>
                    <a:cubicBezTo>
                      <a:pt x="1497135" y="395899"/>
                      <a:pt x="1499494" y="382631"/>
                      <a:pt x="1507067" y="372534"/>
                    </a:cubicBezTo>
                    <a:cubicBezTo>
                      <a:pt x="1516646" y="359762"/>
                      <a:pt x="1540934" y="338667"/>
                      <a:pt x="1540934" y="338667"/>
                    </a:cubicBezTo>
                    <a:cubicBezTo>
                      <a:pt x="1585509" y="249515"/>
                      <a:pt x="1556951" y="288783"/>
                      <a:pt x="1625600" y="220134"/>
                    </a:cubicBezTo>
                    <a:cubicBezTo>
                      <a:pt x="1631245" y="214489"/>
                      <a:pt x="1634961" y="205724"/>
                      <a:pt x="1642534" y="203200"/>
                    </a:cubicBezTo>
                    <a:lnTo>
                      <a:pt x="1693334" y="186267"/>
                    </a:lnTo>
                    <a:cubicBezTo>
                      <a:pt x="1778001" y="191911"/>
                      <a:pt x="1863135" y="192675"/>
                      <a:pt x="1947334" y="203200"/>
                    </a:cubicBezTo>
                    <a:cubicBezTo>
                      <a:pt x="1955255" y="204190"/>
                      <a:pt x="1959839" y="213492"/>
                      <a:pt x="1964267" y="220134"/>
                    </a:cubicBezTo>
                    <a:cubicBezTo>
                      <a:pt x="1971268" y="230635"/>
                      <a:pt x="1974199" y="243499"/>
                      <a:pt x="1981200" y="254000"/>
                    </a:cubicBezTo>
                    <a:cubicBezTo>
                      <a:pt x="1985628" y="260642"/>
                      <a:pt x="1993706" y="264292"/>
                      <a:pt x="1998134" y="270934"/>
                    </a:cubicBezTo>
                    <a:cubicBezTo>
                      <a:pt x="2005135" y="281435"/>
                      <a:pt x="2008066" y="294299"/>
                      <a:pt x="2015067" y="304800"/>
                    </a:cubicBezTo>
                    <a:cubicBezTo>
                      <a:pt x="2019495" y="311442"/>
                      <a:pt x="2025155" y="317627"/>
                      <a:pt x="2032000" y="321734"/>
                    </a:cubicBezTo>
                    <a:cubicBezTo>
                      <a:pt x="2053646" y="334721"/>
                      <a:pt x="2099734" y="355600"/>
                      <a:pt x="2099734" y="355600"/>
                    </a:cubicBezTo>
                    <a:cubicBezTo>
                      <a:pt x="2105378" y="361245"/>
                      <a:pt x="2108684" y="372534"/>
                      <a:pt x="2116667" y="372534"/>
                    </a:cubicBezTo>
                    <a:cubicBezTo>
                      <a:pt x="2139940" y="372534"/>
                      <a:pt x="2162023" y="361994"/>
                      <a:pt x="2184400" y="355600"/>
                    </a:cubicBezTo>
                    <a:cubicBezTo>
                      <a:pt x="2282677" y="327521"/>
                      <a:pt x="2194130" y="351709"/>
                      <a:pt x="2269067" y="321734"/>
                    </a:cubicBezTo>
                    <a:cubicBezTo>
                      <a:pt x="2285640" y="315105"/>
                      <a:pt x="2303461" y="311831"/>
                      <a:pt x="2319867" y="304800"/>
                    </a:cubicBezTo>
                    <a:cubicBezTo>
                      <a:pt x="2343069" y="294856"/>
                      <a:pt x="2365022" y="282223"/>
                      <a:pt x="2387600" y="270934"/>
                    </a:cubicBezTo>
                    <a:lnTo>
                      <a:pt x="2489200" y="220134"/>
                    </a:lnTo>
                    <a:cubicBezTo>
                      <a:pt x="2496340" y="216564"/>
                      <a:pt x="2499492" y="207628"/>
                      <a:pt x="2506134" y="203200"/>
                    </a:cubicBezTo>
                    <a:cubicBezTo>
                      <a:pt x="2516635" y="196199"/>
                      <a:pt x="2529903" y="193840"/>
                      <a:pt x="2540000" y="186267"/>
                    </a:cubicBezTo>
                    <a:cubicBezTo>
                      <a:pt x="2552772" y="176688"/>
                      <a:pt x="2559587" y="159540"/>
                      <a:pt x="2573867" y="152400"/>
                    </a:cubicBezTo>
                    <a:cubicBezTo>
                      <a:pt x="2596445" y="141111"/>
                      <a:pt x="2623751" y="136383"/>
                      <a:pt x="2641600" y="118534"/>
                    </a:cubicBezTo>
                    <a:cubicBezTo>
                      <a:pt x="2647245" y="112889"/>
                      <a:pt x="2650790" y="103536"/>
                      <a:pt x="2658534" y="101600"/>
                    </a:cubicBezTo>
                    <a:cubicBezTo>
                      <a:pt x="2697254" y="91920"/>
                      <a:pt x="2737556" y="90311"/>
                      <a:pt x="2777067" y="84667"/>
                    </a:cubicBezTo>
                    <a:cubicBezTo>
                      <a:pt x="2799645" y="90311"/>
                      <a:pt x="2823192" y="92957"/>
                      <a:pt x="2844800" y="101600"/>
                    </a:cubicBezTo>
                    <a:cubicBezTo>
                      <a:pt x="2852212" y="104565"/>
                      <a:pt x="2854889" y="114427"/>
                      <a:pt x="2861734" y="118534"/>
                    </a:cubicBezTo>
                    <a:cubicBezTo>
                      <a:pt x="2883379" y="131521"/>
                      <a:pt x="2906889" y="141111"/>
                      <a:pt x="2929467" y="152400"/>
                    </a:cubicBezTo>
                    <a:lnTo>
                      <a:pt x="2963334" y="169334"/>
                    </a:lnTo>
                    <a:cubicBezTo>
                      <a:pt x="2974623" y="174978"/>
                      <a:pt x="2988275" y="177343"/>
                      <a:pt x="2997200" y="186267"/>
                    </a:cubicBezTo>
                    <a:cubicBezTo>
                      <a:pt x="3002845" y="191911"/>
                      <a:pt x="3006722" y="200235"/>
                      <a:pt x="3014134" y="203200"/>
                    </a:cubicBezTo>
                    <a:cubicBezTo>
                      <a:pt x="3035742" y="211843"/>
                      <a:pt x="3059289" y="214489"/>
                      <a:pt x="3081867" y="220134"/>
                    </a:cubicBezTo>
                    <a:cubicBezTo>
                      <a:pt x="3200400" y="214489"/>
                      <a:pt x="3319525" y="216305"/>
                      <a:pt x="3437467" y="203200"/>
                    </a:cubicBezTo>
                    <a:cubicBezTo>
                      <a:pt x="3472947" y="199258"/>
                      <a:pt x="3505200" y="180623"/>
                      <a:pt x="3539067" y="169334"/>
                    </a:cubicBezTo>
                    <a:cubicBezTo>
                      <a:pt x="3561145" y="161975"/>
                      <a:pt x="3584423" y="158794"/>
                      <a:pt x="3606800" y="152400"/>
                    </a:cubicBezTo>
                    <a:cubicBezTo>
                      <a:pt x="3663168" y="136295"/>
                      <a:pt x="3661811" y="129121"/>
                      <a:pt x="3725334" y="118534"/>
                    </a:cubicBezTo>
                    <a:cubicBezTo>
                      <a:pt x="3770222" y="111053"/>
                      <a:pt x="3815645" y="107245"/>
                      <a:pt x="3860800" y="101600"/>
                    </a:cubicBezTo>
                    <a:cubicBezTo>
                      <a:pt x="3894667" y="107245"/>
                      <a:pt x="3928411" y="113678"/>
                      <a:pt x="3962400" y="118534"/>
                    </a:cubicBezTo>
                    <a:cubicBezTo>
                      <a:pt x="4129943" y="142469"/>
                      <a:pt x="4049061" y="119199"/>
                      <a:pt x="4148667" y="152400"/>
                    </a:cubicBezTo>
                    <a:cubicBezTo>
                      <a:pt x="4221911" y="225644"/>
                      <a:pt x="4144180" y="155053"/>
                      <a:pt x="4216400" y="203200"/>
                    </a:cubicBezTo>
                    <a:cubicBezTo>
                      <a:pt x="4223042" y="207628"/>
                      <a:pt x="4226692" y="215706"/>
                      <a:pt x="4233334" y="220134"/>
                    </a:cubicBezTo>
                    <a:cubicBezTo>
                      <a:pt x="4243835" y="227135"/>
                      <a:pt x="4256699" y="230066"/>
                      <a:pt x="4267200" y="237067"/>
                    </a:cubicBezTo>
                    <a:cubicBezTo>
                      <a:pt x="4317745" y="270763"/>
                      <a:pt x="4229628" y="242214"/>
                      <a:pt x="4334934" y="270934"/>
                    </a:cubicBezTo>
                    <a:cubicBezTo>
                      <a:pt x="4379839" y="283181"/>
                      <a:pt x="4470400" y="304800"/>
                      <a:pt x="4470400" y="304800"/>
                    </a:cubicBezTo>
                    <a:cubicBezTo>
                      <a:pt x="4520092" y="294862"/>
                      <a:pt x="4560308" y="290459"/>
                      <a:pt x="4605867" y="270934"/>
                    </a:cubicBezTo>
                    <a:cubicBezTo>
                      <a:pt x="4629069" y="260990"/>
                      <a:pt x="4655750" y="254916"/>
                      <a:pt x="4673600" y="237067"/>
                    </a:cubicBezTo>
                    <a:cubicBezTo>
                      <a:pt x="4679245" y="231423"/>
                      <a:pt x="4683892" y="224562"/>
                      <a:pt x="4690534" y="220134"/>
                    </a:cubicBezTo>
                    <a:cubicBezTo>
                      <a:pt x="4701035" y="213133"/>
                      <a:pt x="4713899" y="210201"/>
                      <a:pt x="4724400" y="203200"/>
                    </a:cubicBezTo>
                    <a:cubicBezTo>
                      <a:pt x="4731042" y="198772"/>
                      <a:pt x="4734489" y="190374"/>
                      <a:pt x="4741334" y="186267"/>
                    </a:cubicBezTo>
                    <a:cubicBezTo>
                      <a:pt x="4762979" y="173280"/>
                      <a:pt x="4786489" y="163689"/>
                      <a:pt x="4809067" y="152400"/>
                    </a:cubicBezTo>
                    <a:lnTo>
                      <a:pt x="4876800" y="118534"/>
                    </a:lnTo>
                    <a:cubicBezTo>
                      <a:pt x="4883940" y="114964"/>
                      <a:pt x="4887092" y="106028"/>
                      <a:pt x="4893734" y="101600"/>
                    </a:cubicBezTo>
                    <a:cubicBezTo>
                      <a:pt x="4904235" y="94599"/>
                      <a:pt x="4917503" y="92240"/>
                      <a:pt x="4927600" y="84667"/>
                    </a:cubicBezTo>
                    <a:cubicBezTo>
                      <a:pt x="4940372" y="75088"/>
                      <a:pt x="4947187" y="57940"/>
                      <a:pt x="4961467" y="50800"/>
                    </a:cubicBezTo>
                    <a:lnTo>
                      <a:pt x="5029200" y="16934"/>
                    </a:lnTo>
                    <a:lnTo>
                      <a:pt x="5063067" y="0"/>
                    </a:lnTo>
                    <a:cubicBezTo>
                      <a:pt x="5074356" y="5645"/>
                      <a:pt x="5084960" y="12943"/>
                      <a:pt x="5096934" y="16934"/>
                    </a:cubicBezTo>
                    <a:cubicBezTo>
                      <a:pt x="5216908" y="56926"/>
                      <a:pt x="5122160" y="12614"/>
                      <a:pt x="5198534" y="50800"/>
                    </a:cubicBezTo>
                    <a:cubicBezTo>
                      <a:pt x="5204178" y="56445"/>
                      <a:pt x="5211039" y="61092"/>
                      <a:pt x="5215467" y="67734"/>
                    </a:cubicBezTo>
                    <a:cubicBezTo>
                      <a:pt x="5231918" y="92411"/>
                      <a:pt x="5226038" y="103003"/>
                      <a:pt x="5249334" y="118534"/>
                    </a:cubicBezTo>
                    <a:cubicBezTo>
                      <a:pt x="5259835" y="125535"/>
                      <a:pt x="5272699" y="128466"/>
                      <a:pt x="5283200" y="135467"/>
                    </a:cubicBezTo>
                    <a:cubicBezTo>
                      <a:pt x="5318416" y="158944"/>
                      <a:pt x="5278200" y="152594"/>
                      <a:pt x="5334000" y="169334"/>
                    </a:cubicBezTo>
                    <a:cubicBezTo>
                      <a:pt x="5378582" y="182709"/>
                      <a:pt x="5425310" y="188481"/>
                      <a:pt x="5469467" y="203200"/>
                    </a:cubicBezTo>
                    <a:lnTo>
                      <a:pt x="5520267" y="220134"/>
                    </a:lnTo>
                    <a:cubicBezTo>
                      <a:pt x="5638800" y="214489"/>
                      <a:pt x="5758045" y="217339"/>
                      <a:pt x="5875867" y="203200"/>
                    </a:cubicBezTo>
                    <a:cubicBezTo>
                      <a:pt x="5965760" y="192413"/>
                      <a:pt x="5921001" y="178756"/>
                      <a:pt x="5960534" y="152400"/>
                    </a:cubicBezTo>
                    <a:cubicBezTo>
                      <a:pt x="5971035" y="145399"/>
                      <a:pt x="5984303" y="143040"/>
                      <a:pt x="5994400" y="135467"/>
                    </a:cubicBezTo>
                    <a:cubicBezTo>
                      <a:pt x="6046040" y="96737"/>
                      <a:pt x="6014107" y="88208"/>
                      <a:pt x="6096000" y="67734"/>
                    </a:cubicBezTo>
                    <a:cubicBezTo>
                      <a:pt x="6118578" y="62089"/>
                      <a:pt x="6141357" y="57194"/>
                      <a:pt x="6163734" y="50800"/>
                    </a:cubicBezTo>
                    <a:cubicBezTo>
                      <a:pt x="6180896" y="45896"/>
                      <a:pt x="6196928" y="36801"/>
                      <a:pt x="6214534" y="33867"/>
                    </a:cubicBezTo>
                    <a:cubicBezTo>
                      <a:pt x="6346053" y="11948"/>
                      <a:pt x="6373917" y="16934"/>
                      <a:pt x="6502400" y="16934"/>
                    </a:cubicBezTo>
                  </a:path>
                </a:pathLst>
              </a:custGeom>
              <a:noFill/>
              <a:ln w="19050"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9" name="자유형 12">
                <a:extLst>
                  <a:ext uri="{FF2B5EF4-FFF2-40B4-BE49-F238E27FC236}">
                    <a16:creationId xmlns:a16="http://schemas.microsoft.com/office/drawing/2014/main" id="{7BA5022E-B889-44CD-B6CA-7F962E597042}"/>
                  </a:ext>
                </a:extLst>
              </p:cNvPr>
              <p:cNvSpPr/>
              <p:nvPr/>
            </p:nvSpPr>
            <p:spPr>
              <a:xfrm>
                <a:off x="1430864" y="3068959"/>
                <a:ext cx="13577646" cy="660400"/>
              </a:xfrm>
              <a:custGeom>
                <a:avLst/>
                <a:gdLst>
                  <a:gd name="connsiteX0" fmla="*/ 0 w 6502400"/>
                  <a:gd name="connsiteY0" fmla="*/ 660400 h 660400"/>
                  <a:gd name="connsiteX1" fmla="*/ 50800 w 6502400"/>
                  <a:gd name="connsiteY1" fmla="*/ 643466 h 660400"/>
                  <a:gd name="connsiteX2" fmla="*/ 84666 w 6502400"/>
                  <a:gd name="connsiteY2" fmla="*/ 626533 h 660400"/>
                  <a:gd name="connsiteX3" fmla="*/ 237066 w 6502400"/>
                  <a:gd name="connsiteY3" fmla="*/ 643466 h 660400"/>
                  <a:gd name="connsiteX4" fmla="*/ 287866 w 6502400"/>
                  <a:gd name="connsiteY4" fmla="*/ 660400 h 660400"/>
                  <a:gd name="connsiteX5" fmla="*/ 491066 w 6502400"/>
                  <a:gd name="connsiteY5" fmla="*/ 626533 h 660400"/>
                  <a:gd name="connsiteX6" fmla="*/ 541866 w 6502400"/>
                  <a:gd name="connsiteY6" fmla="*/ 592666 h 660400"/>
                  <a:gd name="connsiteX7" fmla="*/ 558800 w 6502400"/>
                  <a:gd name="connsiteY7" fmla="*/ 575733 h 660400"/>
                  <a:gd name="connsiteX8" fmla="*/ 592666 w 6502400"/>
                  <a:gd name="connsiteY8" fmla="*/ 558800 h 660400"/>
                  <a:gd name="connsiteX9" fmla="*/ 609600 w 6502400"/>
                  <a:gd name="connsiteY9" fmla="*/ 541866 h 660400"/>
                  <a:gd name="connsiteX10" fmla="*/ 643466 w 6502400"/>
                  <a:gd name="connsiteY10" fmla="*/ 524933 h 660400"/>
                  <a:gd name="connsiteX11" fmla="*/ 677333 w 6502400"/>
                  <a:gd name="connsiteY11" fmla="*/ 491066 h 660400"/>
                  <a:gd name="connsiteX12" fmla="*/ 745066 w 6502400"/>
                  <a:gd name="connsiteY12" fmla="*/ 457200 h 660400"/>
                  <a:gd name="connsiteX13" fmla="*/ 762000 w 6502400"/>
                  <a:gd name="connsiteY13" fmla="*/ 440266 h 660400"/>
                  <a:gd name="connsiteX14" fmla="*/ 795866 w 6502400"/>
                  <a:gd name="connsiteY14" fmla="*/ 423333 h 660400"/>
                  <a:gd name="connsiteX15" fmla="*/ 812800 w 6502400"/>
                  <a:gd name="connsiteY15" fmla="*/ 406400 h 660400"/>
                  <a:gd name="connsiteX16" fmla="*/ 846666 w 6502400"/>
                  <a:gd name="connsiteY16" fmla="*/ 389466 h 660400"/>
                  <a:gd name="connsiteX17" fmla="*/ 863600 w 6502400"/>
                  <a:gd name="connsiteY17" fmla="*/ 372533 h 660400"/>
                  <a:gd name="connsiteX18" fmla="*/ 931333 w 6502400"/>
                  <a:gd name="connsiteY18" fmla="*/ 338666 h 660400"/>
                  <a:gd name="connsiteX19" fmla="*/ 965200 w 6502400"/>
                  <a:gd name="connsiteY19" fmla="*/ 321733 h 660400"/>
                  <a:gd name="connsiteX20" fmla="*/ 999066 w 6502400"/>
                  <a:gd name="connsiteY20" fmla="*/ 304800 h 660400"/>
                  <a:gd name="connsiteX21" fmla="*/ 1066800 w 6502400"/>
                  <a:gd name="connsiteY21" fmla="*/ 321733 h 660400"/>
                  <a:gd name="connsiteX22" fmla="*/ 1253066 w 6502400"/>
                  <a:gd name="connsiteY22" fmla="*/ 355600 h 660400"/>
                  <a:gd name="connsiteX23" fmla="*/ 1320800 w 6502400"/>
                  <a:gd name="connsiteY23" fmla="*/ 389466 h 660400"/>
                  <a:gd name="connsiteX24" fmla="*/ 1337733 w 6502400"/>
                  <a:gd name="connsiteY24" fmla="*/ 406400 h 660400"/>
                  <a:gd name="connsiteX25" fmla="*/ 1405466 w 6502400"/>
                  <a:gd name="connsiteY25" fmla="*/ 440266 h 660400"/>
                  <a:gd name="connsiteX26" fmla="*/ 1794933 w 6502400"/>
                  <a:gd name="connsiteY26" fmla="*/ 440266 h 660400"/>
                  <a:gd name="connsiteX27" fmla="*/ 1828800 w 6502400"/>
                  <a:gd name="connsiteY27" fmla="*/ 474133 h 660400"/>
                  <a:gd name="connsiteX28" fmla="*/ 1964266 w 6502400"/>
                  <a:gd name="connsiteY28" fmla="*/ 524933 h 660400"/>
                  <a:gd name="connsiteX29" fmla="*/ 2048933 w 6502400"/>
                  <a:gd name="connsiteY29" fmla="*/ 508000 h 660400"/>
                  <a:gd name="connsiteX30" fmla="*/ 2133600 w 6502400"/>
                  <a:gd name="connsiteY30" fmla="*/ 474133 h 660400"/>
                  <a:gd name="connsiteX31" fmla="*/ 2201333 w 6502400"/>
                  <a:gd name="connsiteY31" fmla="*/ 491066 h 660400"/>
                  <a:gd name="connsiteX32" fmla="*/ 2218266 w 6502400"/>
                  <a:gd name="connsiteY32" fmla="*/ 508000 h 660400"/>
                  <a:gd name="connsiteX33" fmla="*/ 2269066 w 6502400"/>
                  <a:gd name="connsiteY33" fmla="*/ 524933 h 660400"/>
                  <a:gd name="connsiteX34" fmla="*/ 2336800 w 6502400"/>
                  <a:gd name="connsiteY34" fmla="*/ 508000 h 660400"/>
                  <a:gd name="connsiteX35" fmla="*/ 2421466 w 6502400"/>
                  <a:gd name="connsiteY35" fmla="*/ 491066 h 660400"/>
                  <a:gd name="connsiteX36" fmla="*/ 2455333 w 6502400"/>
                  <a:gd name="connsiteY36" fmla="*/ 474133 h 660400"/>
                  <a:gd name="connsiteX37" fmla="*/ 2624666 w 6502400"/>
                  <a:gd name="connsiteY37" fmla="*/ 457200 h 660400"/>
                  <a:gd name="connsiteX38" fmla="*/ 2997200 w 6502400"/>
                  <a:gd name="connsiteY38" fmla="*/ 457200 h 660400"/>
                  <a:gd name="connsiteX39" fmla="*/ 3064933 w 6502400"/>
                  <a:gd name="connsiteY39" fmla="*/ 423333 h 660400"/>
                  <a:gd name="connsiteX40" fmla="*/ 3098800 w 6502400"/>
                  <a:gd name="connsiteY40" fmla="*/ 406400 h 660400"/>
                  <a:gd name="connsiteX41" fmla="*/ 3149600 w 6502400"/>
                  <a:gd name="connsiteY41" fmla="*/ 389466 h 660400"/>
                  <a:gd name="connsiteX42" fmla="*/ 3217333 w 6502400"/>
                  <a:gd name="connsiteY42" fmla="*/ 355600 h 660400"/>
                  <a:gd name="connsiteX43" fmla="*/ 3234266 w 6502400"/>
                  <a:gd name="connsiteY43" fmla="*/ 304800 h 660400"/>
                  <a:gd name="connsiteX44" fmla="*/ 3251200 w 6502400"/>
                  <a:gd name="connsiteY44" fmla="*/ 220133 h 660400"/>
                  <a:gd name="connsiteX45" fmla="*/ 3268133 w 6502400"/>
                  <a:gd name="connsiteY45" fmla="*/ 186266 h 660400"/>
                  <a:gd name="connsiteX46" fmla="*/ 3335866 w 6502400"/>
                  <a:gd name="connsiteY46" fmla="*/ 152400 h 660400"/>
                  <a:gd name="connsiteX47" fmla="*/ 3386666 w 6502400"/>
                  <a:gd name="connsiteY47" fmla="*/ 118533 h 660400"/>
                  <a:gd name="connsiteX48" fmla="*/ 3420533 w 6502400"/>
                  <a:gd name="connsiteY48" fmla="*/ 84666 h 660400"/>
                  <a:gd name="connsiteX49" fmla="*/ 3505200 w 6502400"/>
                  <a:gd name="connsiteY49" fmla="*/ 33866 h 660400"/>
                  <a:gd name="connsiteX50" fmla="*/ 3522133 w 6502400"/>
                  <a:gd name="connsiteY50" fmla="*/ 0 h 660400"/>
                  <a:gd name="connsiteX51" fmla="*/ 3945466 w 6502400"/>
                  <a:gd name="connsiteY51" fmla="*/ 16933 h 660400"/>
                  <a:gd name="connsiteX52" fmla="*/ 3962400 w 6502400"/>
                  <a:gd name="connsiteY52" fmla="*/ 50800 h 660400"/>
                  <a:gd name="connsiteX53" fmla="*/ 3979333 w 6502400"/>
                  <a:gd name="connsiteY53" fmla="*/ 101600 h 660400"/>
                  <a:gd name="connsiteX54" fmla="*/ 4013200 w 6502400"/>
                  <a:gd name="connsiteY54" fmla="*/ 169333 h 660400"/>
                  <a:gd name="connsiteX55" fmla="*/ 4047066 w 6502400"/>
                  <a:gd name="connsiteY55" fmla="*/ 237066 h 660400"/>
                  <a:gd name="connsiteX56" fmla="*/ 4064000 w 6502400"/>
                  <a:gd name="connsiteY56" fmla="*/ 254000 h 660400"/>
                  <a:gd name="connsiteX57" fmla="*/ 4080933 w 6502400"/>
                  <a:gd name="connsiteY57" fmla="*/ 287866 h 660400"/>
                  <a:gd name="connsiteX58" fmla="*/ 4148666 w 6502400"/>
                  <a:gd name="connsiteY58" fmla="*/ 338666 h 660400"/>
                  <a:gd name="connsiteX59" fmla="*/ 4165600 w 6502400"/>
                  <a:gd name="connsiteY59" fmla="*/ 355600 h 660400"/>
                  <a:gd name="connsiteX60" fmla="*/ 4250266 w 6502400"/>
                  <a:gd name="connsiteY60" fmla="*/ 389466 h 660400"/>
                  <a:gd name="connsiteX61" fmla="*/ 4284133 w 6502400"/>
                  <a:gd name="connsiteY61" fmla="*/ 406400 h 660400"/>
                  <a:gd name="connsiteX62" fmla="*/ 4351866 w 6502400"/>
                  <a:gd name="connsiteY62" fmla="*/ 423333 h 660400"/>
                  <a:gd name="connsiteX63" fmla="*/ 4453466 w 6502400"/>
                  <a:gd name="connsiteY63" fmla="*/ 474133 h 660400"/>
                  <a:gd name="connsiteX64" fmla="*/ 4504266 w 6502400"/>
                  <a:gd name="connsiteY64" fmla="*/ 491066 h 660400"/>
                  <a:gd name="connsiteX65" fmla="*/ 4605866 w 6502400"/>
                  <a:gd name="connsiteY65" fmla="*/ 474133 h 660400"/>
                  <a:gd name="connsiteX66" fmla="*/ 4724400 w 6502400"/>
                  <a:gd name="connsiteY66" fmla="*/ 457200 h 660400"/>
                  <a:gd name="connsiteX67" fmla="*/ 4775200 w 6502400"/>
                  <a:gd name="connsiteY67" fmla="*/ 406400 h 660400"/>
                  <a:gd name="connsiteX68" fmla="*/ 4809066 w 6502400"/>
                  <a:gd name="connsiteY68" fmla="*/ 389466 h 660400"/>
                  <a:gd name="connsiteX69" fmla="*/ 5283200 w 6502400"/>
                  <a:gd name="connsiteY69" fmla="*/ 440266 h 660400"/>
                  <a:gd name="connsiteX70" fmla="*/ 5300133 w 6502400"/>
                  <a:gd name="connsiteY70" fmla="*/ 457200 h 660400"/>
                  <a:gd name="connsiteX71" fmla="*/ 5571066 w 6502400"/>
                  <a:gd name="connsiteY71" fmla="*/ 457200 h 660400"/>
                  <a:gd name="connsiteX72" fmla="*/ 6045200 w 6502400"/>
                  <a:gd name="connsiteY72" fmla="*/ 440266 h 660400"/>
                  <a:gd name="connsiteX73" fmla="*/ 6180666 w 6502400"/>
                  <a:gd name="connsiteY73" fmla="*/ 423333 h 660400"/>
                  <a:gd name="connsiteX74" fmla="*/ 6214533 w 6502400"/>
                  <a:gd name="connsiteY74" fmla="*/ 389466 h 660400"/>
                  <a:gd name="connsiteX75" fmla="*/ 6282266 w 6502400"/>
                  <a:gd name="connsiteY75" fmla="*/ 355600 h 660400"/>
                  <a:gd name="connsiteX76" fmla="*/ 6299200 w 6502400"/>
                  <a:gd name="connsiteY76" fmla="*/ 338666 h 660400"/>
                  <a:gd name="connsiteX77" fmla="*/ 6333066 w 6502400"/>
                  <a:gd name="connsiteY77" fmla="*/ 321733 h 660400"/>
                  <a:gd name="connsiteX78" fmla="*/ 6366933 w 6502400"/>
                  <a:gd name="connsiteY78" fmla="*/ 287866 h 660400"/>
                  <a:gd name="connsiteX79" fmla="*/ 6434666 w 6502400"/>
                  <a:gd name="connsiteY79" fmla="*/ 254000 h 660400"/>
                  <a:gd name="connsiteX80" fmla="*/ 6451600 w 6502400"/>
                  <a:gd name="connsiteY80" fmla="*/ 203200 h 660400"/>
                  <a:gd name="connsiteX81" fmla="*/ 6468533 w 6502400"/>
                  <a:gd name="connsiteY81" fmla="*/ 186266 h 660400"/>
                  <a:gd name="connsiteX82" fmla="*/ 6502400 w 6502400"/>
                  <a:gd name="connsiteY82" fmla="*/ 67733 h 660400"/>
                  <a:gd name="connsiteX83" fmla="*/ 6493933 w 6502400"/>
                  <a:gd name="connsiteY83" fmla="*/ 33866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6502400" h="660400">
                    <a:moveTo>
                      <a:pt x="0" y="660400"/>
                    </a:moveTo>
                    <a:cubicBezTo>
                      <a:pt x="16933" y="654755"/>
                      <a:pt x="34227" y="650095"/>
                      <a:pt x="50800" y="643466"/>
                    </a:cubicBezTo>
                    <a:cubicBezTo>
                      <a:pt x="62518" y="638779"/>
                      <a:pt x="72045" y="626533"/>
                      <a:pt x="84666" y="626533"/>
                    </a:cubicBezTo>
                    <a:cubicBezTo>
                      <a:pt x="135779" y="626533"/>
                      <a:pt x="186266" y="637822"/>
                      <a:pt x="237066" y="643466"/>
                    </a:cubicBezTo>
                    <a:cubicBezTo>
                      <a:pt x="253999" y="649111"/>
                      <a:pt x="270017" y="660400"/>
                      <a:pt x="287866" y="660400"/>
                    </a:cubicBezTo>
                    <a:cubicBezTo>
                      <a:pt x="401289" y="660400"/>
                      <a:pt x="411582" y="653027"/>
                      <a:pt x="491066" y="626533"/>
                    </a:cubicBezTo>
                    <a:cubicBezTo>
                      <a:pt x="529893" y="587708"/>
                      <a:pt x="480356" y="633673"/>
                      <a:pt x="541866" y="592666"/>
                    </a:cubicBezTo>
                    <a:cubicBezTo>
                      <a:pt x="548508" y="588238"/>
                      <a:pt x="552158" y="580161"/>
                      <a:pt x="558800" y="575733"/>
                    </a:cubicBezTo>
                    <a:cubicBezTo>
                      <a:pt x="569301" y="568732"/>
                      <a:pt x="582165" y="565801"/>
                      <a:pt x="592666" y="558800"/>
                    </a:cubicBezTo>
                    <a:cubicBezTo>
                      <a:pt x="599308" y="554372"/>
                      <a:pt x="602958" y="546294"/>
                      <a:pt x="609600" y="541866"/>
                    </a:cubicBezTo>
                    <a:cubicBezTo>
                      <a:pt x="620101" y="534865"/>
                      <a:pt x="633369" y="532506"/>
                      <a:pt x="643466" y="524933"/>
                    </a:cubicBezTo>
                    <a:cubicBezTo>
                      <a:pt x="656238" y="515354"/>
                      <a:pt x="663053" y="498206"/>
                      <a:pt x="677333" y="491066"/>
                    </a:cubicBezTo>
                    <a:cubicBezTo>
                      <a:pt x="699911" y="479777"/>
                      <a:pt x="727217" y="475049"/>
                      <a:pt x="745066" y="457200"/>
                    </a:cubicBezTo>
                    <a:cubicBezTo>
                      <a:pt x="750711" y="451555"/>
                      <a:pt x="755358" y="444694"/>
                      <a:pt x="762000" y="440266"/>
                    </a:cubicBezTo>
                    <a:cubicBezTo>
                      <a:pt x="772501" y="433265"/>
                      <a:pt x="785365" y="430334"/>
                      <a:pt x="795866" y="423333"/>
                    </a:cubicBezTo>
                    <a:cubicBezTo>
                      <a:pt x="802508" y="418905"/>
                      <a:pt x="806158" y="410828"/>
                      <a:pt x="812800" y="406400"/>
                    </a:cubicBezTo>
                    <a:cubicBezTo>
                      <a:pt x="823301" y="399399"/>
                      <a:pt x="836165" y="396467"/>
                      <a:pt x="846666" y="389466"/>
                    </a:cubicBezTo>
                    <a:cubicBezTo>
                      <a:pt x="853308" y="385038"/>
                      <a:pt x="856755" y="376640"/>
                      <a:pt x="863600" y="372533"/>
                    </a:cubicBezTo>
                    <a:cubicBezTo>
                      <a:pt x="885245" y="359546"/>
                      <a:pt x="908755" y="349955"/>
                      <a:pt x="931333" y="338666"/>
                    </a:cubicBezTo>
                    <a:lnTo>
                      <a:pt x="965200" y="321733"/>
                    </a:lnTo>
                    <a:lnTo>
                      <a:pt x="999066" y="304800"/>
                    </a:lnTo>
                    <a:cubicBezTo>
                      <a:pt x="1021644" y="310444"/>
                      <a:pt x="1043844" y="317907"/>
                      <a:pt x="1066800" y="321733"/>
                    </a:cubicBezTo>
                    <a:cubicBezTo>
                      <a:pt x="1258267" y="353644"/>
                      <a:pt x="1144076" y="319269"/>
                      <a:pt x="1253066" y="355600"/>
                    </a:cubicBezTo>
                    <a:cubicBezTo>
                      <a:pt x="1291325" y="393857"/>
                      <a:pt x="1242965" y="350548"/>
                      <a:pt x="1320800" y="389466"/>
                    </a:cubicBezTo>
                    <a:cubicBezTo>
                      <a:pt x="1327940" y="393036"/>
                      <a:pt x="1330888" y="402293"/>
                      <a:pt x="1337733" y="406400"/>
                    </a:cubicBezTo>
                    <a:cubicBezTo>
                      <a:pt x="1359378" y="419387"/>
                      <a:pt x="1405466" y="440266"/>
                      <a:pt x="1405466" y="440266"/>
                    </a:cubicBezTo>
                    <a:cubicBezTo>
                      <a:pt x="1564457" y="408469"/>
                      <a:pt x="1551400" y="403736"/>
                      <a:pt x="1794933" y="440266"/>
                    </a:cubicBezTo>
                    <a:cubicBezTo>
                      <a:pt x="1810721" y="442634"/>
                      <a:pt x="1814520" y="466993"/>
                      <a:pt x="1828800" y="474133"/>
                    </a:cubicBezTo>
                    <a:cubicBezTo>
                      <a:pt x="1917349" y="518408"/>
                      <a:pt x="1872044" y="501878"/>
                      <a:pt x="1964266" y="524933"/>
                    </a:cubicBezTo>
                    <a:cubicBezTo>
                      <a:pt x="1992488" y="519289"/>
                      <a:pt x="2021011" y="514981"/>
                      <a:pt x="2048933" y="508000"/>
                    </a:cubicBezTo>
                    <a:cubicBezTo>
                      <a:pt x="2090778" y="497539"/>
                      <a:pt x="2098567" y="491649"/>
                      <a:pt x="2133600" y="474133"/>
                    </a:cubicBezTo>
                    <a:cubicBezTo>
                      <a:pt x="2156178" y="479777"/>
                      <a:pt x="2179725" y="482423"/>
                      <a:pt x="2201333" y="491066"/>
                    </a:cubicBezTo>
                    <a:cubicBezTo>
                      <a:pt x="2208745" y="494031"/>
                      <a:pt x="2211126" y="504430"/>
                      <a:pt x="2218266" y="508000"/>
                    </a:cubicBezTo>
                    <a:cubicBezTo>
                      <a:pt x="2234231" y="515983"/>
                      <a:pt x="2252133" y="519289"/>
                      <a:pt x="2269066" y="524933"/>
                    </a:cubicBezTo>
                    <a:cubicBezTo>
                      <a:pt x="2291644" y="519289"/>
                      <a:pt x="2314081" y="513049"/>
                      <a:pt x="2336800" y="508000"/>
                    </a:cubicBezTo>
                    <a:cubicBezTo>
                      <a:pt x="2364896" y="501756"/>
                      <a:pt x="2393792" y="498973"/>
                      <a:pt x="2421466" y="491066"/>
                    </a:cubicBezTo>
                    <a:cubicBezTo>
                      <a:pt x="2433602" y="487599"/>
                      <a:pt x="2442883" y="476208"/>
                      <a:pt x="2455333" y="474133"/>
                    </a:cubicBezTo>
                    <a:cubicBezTo>
                      <a:pt x="2511287" y="464808"/>
                      <a:pt x="2568222" y="462844"/>
                      <a:pt x="2624666" y="457200"/>
                    </a:cubicBezTo>
                    <a:cubicBezTo>
                      <a:pt x="2738089" y="463872"/>
                      <a:pt x="2879114" y="496562"/>
                      <a:pt x="2997200" y="457200"/>
                    </a:cubicBezTo>
                    <a:cubicBezTo>
                      <a:pt x="3021147" y="449218"/>
                      <a:pt x="3042355" y="434622"/>
                      <a:pt x="3064933" y="423333"/>
                    </a:cubicBezTo>
                    <a:lnTo>
                      <a:pt x="3098800" y="406400"/>
                    </a:lnTo>
                    <a:cubicBezTo>
                      <a:pt x="3114765" y="398418"/>
                      <a:pt x="3133194" y="396497"/>
                      <a:pt x="3149600" y="389466"/>
                    </a:cubicBezTo>
                    <a:cubicBezTo>
                      <a:pt x="3172802" y="379522"/>
                      <a:pt x="3217333" y="355600"/>
                      <a:pt x="3217333" y="355600"/>
                    </a:cubicBezTo>
                    <a:cubicBezTo>
                      <a:pt x="3222977" y="338667"/>
                      <a:pt x="3229937" y="322116"/>
                      <a:pt x="3234266" y="304800"/>
                    </a:cubicBezTo>
                    <a:cubicBezTo>
                      <a:pt x="3241247" y="276878"/>
                      <a:pt x="3243293" y="247807"/>
                      <a:pt x="3251200" y="220133"/>
                    </a:cubicBezTo>
                    <a:cubicBezTo>
                      <a:pt x="3254667" y="207997"/>
                      <a:pt x="3258277" y="194151"/>
                      <a:pt x="3268133" y="186266"/>
                    </a:cubicBezTo>
                    <a:cubicBezTo>
                      <a:pt x="3287844" y="170497"/>
                      <a:pt x="3318017" y="170249"/>
                      <a:pt x="3335866" y="152400"/>
                    </a:cubicBezTo>
                    <a:cubicBezTo>
                      <a:pt x="3387661" y="100605"/>
                      <a:pt x="3304653" y="180043"/>
                      <a:pt x="3386666" y="118533"/>
                    </a:cubicBezTo>
                    <a:cubicBezTo>
                      <a:pt x="3399438" y="108954"/>
                      <a:pt x="3409244" y="95955"/>
                      <a:pt x="3420533" y="84666"/>
                    </a:cubicBezTo>
                    <a:cubicBezTo>
                      <a:pt x="3460294" y="44905"/>
                      <a:pt x="3481521" y="69384"/>
                      <a:pt x="3505200" y="33866"/>
                    </a:cubicBezTo>
                    <a:cubicBezTo>
                      <a:pt x="3512201" y="23365"/>
                      <a:pt x="3516489" y="11289"/>
                      <a:pt x="3522133" y="0"/>
                    </a:cubicBezTo>
                    <a:cubicBezTo>
                      <a:pt x="3663244" y="5644"/>
                      <a:pt x="3805173" y="745"/>
                      <a:pt x="3945466" y="16933"/>
                    </a:cubicBezTo>
                    <a:cubicBezTo>
                      <a:pt x="3958004" y="18380"/>
                      <a:pt x="3957712" y="39081"/>
                      <a:pt x="3962400" y="50800"/>
                    </a:cubicBezTo>
                    <a:cubicBezTo>
                      <a:pt x="3969029" y="67373"/>
                      <a:pt x="3972302" y="85194"/>
                      <a:pt x="3979333" y="101600"/>
                    </a:cubicBezTo>
                    <a:cubicBezTo>
                      <a:pt x="3989277" y="124802"/>
                      <a:pt x="4001911" y="146755"/>
                      <a:pt x="4013200" y="169333"/>
                    </a:cubicBezTo>
                    <a:lnTo>
                      <a:pt x="4047066" y="237066"/>
                    </a:lnTo>
                    <a:cubicBezTo>
                      <a:pt x="4050636" y="244206"/>
                      <a:pt x="4059572" y="247358"/>
                      <a:pt x="4064000" y="254000"/>
                    </a:cubicBezTo>
                    <a:cubicBezTo>
                      <a:pt x="4071001" y="264501"/>
                      <a:pt x="4073360" y="277769"/>
                      <a:pt x="4080933" y="287866"/>
                    </a:cubicBezTo>
                    <a:cubicBezTo>
                      <a:pt x="4117555" y="336695"/>
                      <a:pt x="4105398" y="309820"/>
                      <a:pt x="4148666" y="338666"/>
                    </a:cubicBezTo>
                    <a:cubicBezTo>
                      <a:pt x="4155308" y="343094"/>
                      <a:pt x="4158958" y="351172"/>
                      <a:pt x="4165600" y="355600"/>
                    </a:cubicBezTo>
                    <a:cubicBezTo>
                      <a:pt x="4195384" y="375456"/>
                      <a:pt x="4215844" y="375697"/>
                      <a:pt x="4250266" y="389466"/>
                    </a:cubicBezTo>
                    <a:cubicBezTo>
                      <a:pt x="4261985" y="394154"/>
                      <a:pt x="4272159" y="402409"/>
                      <a:pt x="4284133" y="406400"/>
                    </a:cubicBezTo>
                    <a:cubicBezTo>
                      <a:pt x="4306211" y="413759"/>
                      <a:pt x="4330075" y="415161"/>
                      <a:pt x="4351866" y="423333"/>
                    </a:cubicBezTo>
                    <a:lnTo>
                      <a:pt x="4453466" y="474133"/>
                    </a:lnTo>
                    <a:cubicBezTo>
                      <a:pt x="4469431" y="482115"/>
                      <a:pt x="4487333" y="485422"/>
                      <a:pt x="4504266" y="491066"/>
                    </a:cubicBezTo>
                    <a:lnTo>
                      <a:pt x="4605866" y="474133"/>
                    </a:lnTo>
                    <a:cubicBezTo>
                      <a:pt x="4645314" y="468064"/>
                      <a:pt x="4687342" y="472023"/>
                      <a:pt x="4724400" y="457200"/>
                    </a:cubicBezTo>
                    <a:cubicBezTo>
                      <a:pt x="4746635" y="448306"/>
                      <a:pt x="4753781" y="417110"/>
                      <a:pt x="4775200" y="406400"/>
                    </a:cubicBezTo>
                    <a:lnTo>
                      <a:pt x="4809066" y="389466"/>
                    </a:lnTo>
                    <a:cubicBezTo>
                      <a:pt x="5261917" y="424301"/>
                      <a:pt x="5117682" y="357510"/>
                      <a:pt x="5283200" y="440266"/>
                    </a:cubicBezTo>
                    <a:cubicBezTo>
                      <a:pt x="5288844" y="445911"/>
                      <a:pt x="5293491" y="452772"/>
                      <a:pt x="5300133" y="457200"/>
                    </a:cubicBezTo>
                    <a:cubicBezTo>
                      <a:pt x="5381209" y="511251"/>
                      <a:pt x="5469865" y="464429"/>
                      <a:pt x="5571066" y="457200"/>
                    </a:cubicBezTo>
                    <a:cubicBezTo>
                      <a:pt x="5863522" y="408457"/>
                      <a:pt x="5705732" y="419050"/>
                      <a:pt x="6045200" y="440266"/>
                    </a:cubicBezTo>
                    <a:cubicBezTo>
                      <a:pt x="6090355" y="434622"/>
                      <a:pt x="6137078" y="436409"/>
                      <a:pt x="6180666" y="423333"/>
                    </a:cubicBezTo>
                    <a:cubicBezTo>
                      <a:pt x="6195958" y="418745"/>
                      <a:pt x="6203244" y="400755"/>
                      <a:pt x="6214533" y="389466"/>
                    </a:cubicBezTo>
                    <a:cubicBezTo>
                      <a:pt x="6232382" y="371617"/>
                      <a:pt x="6259688" y="366889"/>
                      <a:pt x="6282266" y="355600"/>
                    </a:cubicBezTo>
                    <a:cubicBezTo>
                      <a:pt x="6289406" y="352030"/>
                      <a:pt x="6292558" y="343094"/>
                      <a:pt x="6299200" y="338666"/>
                    </a:cubicBezTo>
                    <a:cubicBezTo>
                      <a:pt x="6309701" y="331665"/>
                      <a:pt x="6322969" y="329306"/>
                      <a:pt x="6333066" y="321733"/>
                    </a:cubicBezTo>
                    <a:cubicBezTo>
                      <a:pt x="6345838" y="312154"/>
                      <a:pt x="6352653" y="295006"/>
                      <a:pt x="6366933" y="287866"/>
                    </a:cubicBezTo>
                    <a:lnTo>
                      <a:pt x="6434666" y="254000"/>
                    </a:lnTo>
                    <a:cubicBezTo>
                      <a:pt x="6440311" y="237067"/>
                      <a:pt x="6443618" y="219165"/>
                      <a:pt x="6451600" y="203200"/>
                    </a:cubicBezTo>
                    <a:cubicBezTo>
                      <a:pt x="6455170" y="196060"/>
                      <a:pt x="6466009" y="193839"/>
                      <a:pt x="6468533" y="186266"/>
                    </a:cubicBezTo>
                    <a:cubicBezTo>
                      <a:pt x="6526753" y="11602"/>
                      <a:pt x="6455574" y="161382"/>
                      <a:pt x="6502400" y="67733"/>
                    </a:cubicBezTo>
                    <a:lnTo>
                      <a:pt x="6493933" y="33866"/>
                    </a:lnTo>
                  </a:path>
                </a:pathLst>
              </a:custGeom>
              <a:noFill/>
              <a:ln>
                <a:solidFill>
                  <a:schemeClr val="accent3">
                    <a:lumMod val="7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A424E599-FD1F-4442-912B-E101B503CABA}"/>
                </a:ext>
              </a:extLst>
            </p:cNvPr>
            <p:cNvGrpSpPr/>
            <p:nvPr/>
          </p:nvGrpSpPr>
          <p:grpSpPr>
            <a:xfrm>
              <a:off x="1187624" y="2950345"/>
              <a:ext cx="11568574" cy="1138415"/>
              <a:chOff x="1187624" y="2950345"/>
              <a:chExt cx="11568574" cy="1138415"/>
            </a:xfrm>
          </p:grpSpPr>
          <p:cxnSp>
            <p:nvCxnSpPr>
              <p:cNvPr id="185" name="직선 연결선 184">
                <a:extLst>
                  <a:ext uri="{FF2B5EF4-FFF2-40B4-BE49-F238E27FC236}">
                    <a16:creationId xmlns:a16="http://schemas.microsoft.com/office/drawing/2014/main" id="{4855C075-E8F1-4E9E-80D3-212D2CF5E4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7624" y="2950345"/>
                <a:ext cx="11568574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직선 연결선 185">
                <a:extLst>
                  <a:ext uri="{FF2B5EF4-FFF2-40B4-BE49-F238E27FC236}">
                    <a16:creationId xmlns:a16="http://schemas.microsoft.com/office/drawing/2014/main" id="{E2E4E412-14CF-47BC-9656-546E3A4A00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7624" y="4088760"/>
                <a:ext cx="11568574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4" name="자유형 83">
              <a:extLst>
                <a:ext uri="{FF2B5EF4-FFF2-40B4-BE49-F238E27FC236}">
                  <a16:creationId xmlns:a16="http://schemas.microsoft.com/office/drawing/2014/main" id="{CDABBD5B-1C6E-4704-8B19-DA427551002D}"/>
                </a:ext>
              </a:extLst>
            </p:cNvPr>
            <p:cNvSpPr/>
            <p:nvPr/>
          </p:nvSpPr>
          <p:spPr>
            <a:xfrm>
              <a:off x="1437878" y="2831156"/>
              <a:ext cx="11318312" cy="1526754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8CF1380A-46D6-4FE0-BE52-4CAE31743075}"/>
              </a:ext>
            </a:extLst>
          </p:cNvPr>
          <p:cNvGrpSpPr/>
          <p:nvPr/>
        </p:nvGrpSpPr>
        <p:grpSpPr>
          <a:xfrm>
            <a:off x="5372301" y="4372912"/>
            <a:ext cx="3063301" cy="187860"/>
            <a:chOff x="3718905" y="2276303"/>
            <a:chExt cx="5173575" cy="360609"/>
          </a:xfrm>
        </p:grpSpPr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57A46EFC-ACC1-4E81-B340-EA6737C3AD01}"/>
                </a:ext>
              </a:extLst>
            </p:cNvPr>
            <p:cNvCxnSpPr/>
            <p:nvPr/>
          </p:nvCxnSpPr>
          <p:spPr>
            <a:xfrm>
              <a:off x="3718905" y="2494772"/>
              <a:ext cx="304000" cy="0"/>
            </a:xfrm>
            <a:prstGeom prst="line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31540C13-9BF7-44E3-820E-C3DE584A1C7D}"/>
                </a:ext>
              </a:extLst>
            </p:cNvPr>
            <p:cNvSpPr/>
            <p:nvPr/>
          </p:nvSpPr>
          <p:spPr>
            <a:xfrm>
              <a:off x="3995936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오늘</a:t>
              </a:r>
            </a:p>
          </p:txBody>
        </p: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5DCD5E6C-1B53-4B4C-B9B9-A0EBD89D7646}"/>
                </a:ext>
              </a:extLst>
            </p:cNvPr>
            <p:cNvCxnSpPr/>
            <p:nvPr/>
          </p:nvCxnSpPr>
          <p:spPr>
            <a:xfrm>
              <a:off x="5015049" y="2494772"/>
              <a:ext cx="304000" cy="0"/>
            </a:xfrm>
            <a:prstGeom prst="line">
              <a:avLst/>
            </a:pr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B15D4E8F-C558-4FE9-84D6-323F77365EE2}"/>
                </a:ext>
              </a:extLst>
            </p:cNvPr>
            <p:cNvSpPr/>
            <p:nvPr/>
          </p:nvSpPr>
          <p:spPr>
            <a:xfrm>
              <a:off x="5292080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어제</a:t>
              </a:r>
            </a:p>
          </p:txBody>
        </p: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12C59DF4-5260-45E0-8B4C-4347DE975355}"/>
                </a:ext>
              </a:extLst>
            </p:cNvPr>
            <p:cNvCxnSpPr/>
            <p:nvPr/>
          </p:nvCxnSpPr>
          <p:spPr>
            <a:xfrm>
              <a:off x="6311192" y="2494772"/>
              <a:ext cx="304000" cy="0"/>
            </a:xfrm>
            <a:prstGeom prst="line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118BC13B-96B3-4F2D-B072-C6AB5886806C}"/>
                </a:ext>
              </a:extLst>
            </p:cNvPr>
            <p:cNvSpPr/>
            <p:nvPr/>
          </p:nvSpPr>
          <p:spPr>
            <a:xfrm>
              <a:off x="6588224" y="2276872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지난 주</a:t>
              </a:r>
            </a:p>
          </p:txBody>
        </p: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58BF51F2-A653-4159-B793-1F8A6843A57D}"/>
                </a:ext>
              </a:extLst>
            </p:cNvPr>
            <p:cNvCxnSpPr/>
            <p:nvPr/>
          </p:nvCxnSpPr>
          <p:spPr>
            <a:xfrm>
              <a:off x="7607337" y="2494204"/>
              <a:ext cx="304000" cy="0"/>
            </a:xfrm>
            <a:prstGeom prst="line">
              <a:avLst/>
            </a:prstGeom>
            <a:ln w="9525">
              <a:solidFill>
                <a:schemeClr val="accent3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65F34563-8263-4A4F-9E92-B8915E7EA703}"/>
                </a:ext>
              </a:extLst>
            </p:cNvPr>
            <p:cNvSpPr/>
            <p:nvPr/>
          </p:nvSpPr>
          <p:spPr>
            <a:xfrm>
              <a:off x="7884368" y="2276303"/>
              <a:ext cx="1008112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>
                <a:lnSpc>
                  <a:spcPct val="150000"/>
                </a:lnSpc>
              </a:pPr>
              <a:r>
                <a:rPr lang="ko-KR" altLang="en-US" sz="6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7EBD836-3E4A-4DC7-8916-D1D2D593720A}"/>
              </a:ext>
            </a:extLst>
          </p:cNvPr>
          <p:cNvCxnSpPr>
            <a:cxnSpLocks/>
          </p:cNvCxnSpPr>
          <p:nvPr/>
        </p:nvCxnSpPr>
        <p:spPr>
          <a:xfrm>
            <a:off x="8490863" y="4625753"/>
            <a:ext cx="0" cy="16813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>
            <a:extLst>
              <a:ext uri="{FF2B5EF4-FFF2-40B4-BE49-F238E27FC236}">
                <a16:creationId xmlns:a16="http://schemas.microsoft.com/office/drawing/2014/main" id="{6736CF45-2F04-4C15-8F5B-EFFBCDE11A0B}"/>
              </a:ext>
            </a:extLst>
          </p:cNvPr>
          <p:cNvCxnSpPr/>
          <p:nvPr/>
        </p:nvCxnSpPr>
        <p:spPr>
          <a:xfrm>
            <a:off x="7476917" y="4676189"/>
            <a:ext cx="0" cy="14783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525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7"/>
            <a:ext cx="8635704" cy="464743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피크 관리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05441"/>
            <a:ext cx="8646588" cy="59191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현황은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단위로 전체 화면 업데이트가 되며 데이터는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 주기로 현재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피크 전력 예상 사용량이 업데이트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목표 전력의 기준은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“6.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설정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계약 전력 표시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”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메뉴에서 설정된다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805927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375391" y="5778952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피크 전력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380269"/>
              </p:ext>
            </p:extLst>
          </p:nvPr>
        </p:nvGraphicFramePr>
        <p:xfrm>
          <a:off x="467543" y="2641523"/>
          <a:ext cx="7416928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4007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5076056" y="2472683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5652120" y="2350455"/>
            <a:ext cx="1206134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현재 부하</a:t>
            </a:r>
          </a:p>
        </p:txBody>
      </p:sp>
      <p:cxnSp>
        <p:nvCxnSpPr>
          <p:cNvPr id="47" name="직선 연결선 46"/>
          <p:cNvCxnSpPr/>
          <p:nvPr/>
        </p:nvCxnSpPr>
        <p:spPr>
          <a:xfrm>
            <a:off x="6533150" y="2472683"/>
            <a:ext cx="50405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7109214" y="235045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 부하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6082265" y="5256176"/>
            <a:ext cx="108012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전력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7163220" y="5184167"/>
            <a:ext cx="124213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250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8244408" y="5256176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279495" y="216210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4" name="직선 연결선 43"/>
          <p:cNvCxnSpPr/>
          <p:nvPr/>
        </p:nvCxnSpPr>
        <p:spPr>
          <a:xfrm>
            <a:off x="1187624" y="3023928"/>
            <a:ext cx="6660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187624" y="3794810"/>
            <a:ext cx="6660000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직선 연결선 49"/>
          <p:cNvCxnSpPr>
            <a:endCxn id="62" idx="1"/>
          </p:cNvCxnSpPr>
          <p:nvPr/>
        </p:nvCxnSpPr>
        <p:spPr>
          <a:xfrm>
            <a:off x="1187624" y="4030972"/>
            <a:ext cx="666000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7884472" y="2897914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계약 전력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7884472" y="3668796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7884472" y="3904958"/>
            <a:ext cx="936000" cy="25202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 전력</a:t>
            </a:r>
          </a:p>
        </p:txBody>
      </p:sp>
      <p:sp>
        <p:nvSpPr>
          <p:cNvPr id="12" name="자유형 11"/>
          <p:cNvSpPr/>
          <p:nvPr/>
        </p:nvSpPr>
        <p:spPr>
          <a:xfrm>
            <a:off x="1456267" y="4463757"/>
            <a:ext cx="3877733" cy="287867"/>
          </a:xfrm>
          <a:custGeom>
            <a:avLst/>
            <a:gdLst>
              <a:gd name="connsiteX0" fmla="*/ 0 w 3877733"/>
              <a:gd name="connsiteY0" fmla="*/ 287867 h 287867"/>
              <a:gd name="connsiteX1" fmla="*/ 406400 w 3877733"/>
              <a:gd name="connsiteY1" fmla="*/ 101600 h 287867"/>
              <a:gd name="connsiteX2" fmla="*/ 863600 w 3877733"/>
              <a:gd name="connsiteY2" fmla="*/ 254000 h 287867"/>
              <a:gd name="connsiteX3" fmla="*/ 1286933 w 3877733"/>
              <a:gd name="connsiteY3" fmla="*/ 0 h 287867"/>
              <a:gd name="connsiteX4" fmla="*/ 1676400 w 3877733"/>
              <a:gd name="connsiteY4" fmla="*/ 67734 h 287867"/>
              <a:gd name="connsiteX5" fmla="*/ 2150533 w 3877733"/>
              <a:gd name="connsiteY5" fmla="*/ 203200 h 287867"/>
              <a:gd name="connsiteX6" fmla="*/ 2607733 w 3877733"/>
              <a:gd name="connsiteY6" fmla="*/ 254000 h 287867"/>
              <a:gd name="connsiteX7" fmla="*/ 2997200 w 3877733"/>
              <a:gd name="connsiteY7" fmla="*/ 254000 h 287867"/>
              <a:gd name="connsiteX8" fmla="*/ 3488266 w 3877733"/>
              <a:gd name="connsiteY8" fmla="*/ 101600 h 287867"/>
              <a:gd name="connsiteX9" fmla="*/ 3877733 w 3877733"/>
              <a:gd name="connsiteY9" fmla="*/ 101600 h 287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77733" h="287867">
                <a:moveTo>
                  <a:pt x="0" y="287867"/>
                </a:moveTo>
                <a:lnTo>
                  <a:pt x="406400" y="101600"/>
                </a:lnTo>
                <a:lnTo>
                  <a:pt x="863600" y="254000"/>
                </a:lnTo>
                <a:lnTo>
                  <a:pt x="1286933" y="0"/>
                </a:lnTo>
                <a:lnTo>
                  <a:pt x="1676400" y="67734"/>
                </a:lnTo>
                <a:lnTo>
                  <a:pt x="2150533" y="203200"/>
                </a:lnTo>
                <a:lnTo>
                  <a:pt x="2607733" y="254000"/>
                </a:lnTo>
                <a:lnTo>
                  <a:pt x="2997200" y="254000"/>
                </a:lnTo>
                <a:lnTo>
                  <a:pt x="3488266" y="101600"/>
                </a:lnTo>
                <a:lnTo>
                  <a:pt x="3877733" y="101600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3" name="직선 연결선 62"/>
          <p:cNvCxnSpPr/>
          <p:nvPr/>
        </p:nvCxnSpPr>
        <p:spPr>
          <a:xfrm flipV="1">
            <a:off x="1456267" y="4030972"/>
            <a:ext cx="6284084" cy="72065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Peak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관리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3" name="직선 연결선 32"/>
          <p:cNvCxnSpPr/>
          <p:nvPr/>
        </p:nvCxnSpPr>
        <p:spPr>
          <a:xfrm>
            <a:off x="5317480" y="2641523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8BB60E-149C-4046-BB6E-BE5CFDE942C2}"/>
              </a:ext>
            </a:extLst>
          </p:cNvPr>
          <p:cNvSpPr/>
          <p:nvPr/>
        </p:nvSpPr>
        <p:spPr>
          <a:xfrm>
            <a:off x="1398391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현재 시간   ▼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2745E5-E38B-43F6-9548-0E376E5A1967}"/>
              </a:ext>
            </a:extLst>
          </p:cNvPr>
          <p:cNvGrpSpPr/>
          <p:nvPr/>
        </p:nvGrpSpPr>
        <p:grpSpPr>
          <a:xfrm>
            <a:off x="485190" y="5453773"/>
            <a:ext cx="862386" cy="211955"/>
            <a:chOff x="4861742" y="3907374"/>
            <a:chExt cx="862386" cy="211955"/>
          </a:xfrm>
        </p:grpSpPr>
        <p:pic>
          <p:nvPicPr>
            <p:cNvPr id="3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0C8E6DEC-B5D7-44F3-B449-0898AA39FD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5D68F07-B4E1-4539-87A0-56F2A4B47253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7" name="말풍선: 사각형 36">
            <a:extLst>
              <a:ext uri="{FF2B5EF4-FFF2-40B4-BE49-F238E27FC236}">
                <a16:creationId xmlns:a16="http://schemas.microsoft.com/office/drawing/2014/main" id="{48256DFE-1D5E-427A-9832-3EE622BB215F}"/>
              </a:ext>
            </a:extLst>
          </p:cNvPr>
          <p:cNvSpPr/>
          <p:nvPr/>
        </p:nvSpPr>
        <p:spPr>
          <a:xfrm>
            <a:off x="2627784" y="3833620"/>
            <a:ext cx="615731" cy="360039"/>
          </a:xfrm>
          <a:prstGeom prst="wedgeRectCallout">
            <a:avLst>
              <a:gd name="adj1" fmla="val -30620"/>
              <a:gd name="adj2" fmla="val 109426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2018.03.05</a:t>
            </a:r>
          </a:p>
          <a:p>
            <a:pPr algn="ctr"/>
            <a:r>
              <a:rPr lang="en-US" altLang="ko-KR" sz="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03:15:00</a:t>
            </a:r>
          </a:p>
          <a:p>
            <a:pPr algn="ctr"/>
            <a:r>
              <a:rPr lang="en-US" altLang="ko-KR" sz="700" b="1" dirty="0">
                <a:solidFill>
                  <a:srgbClr val="FF0000"/>
                </a:solidFill>
              </a:rPr>
              <a:t>210 kW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A8820C-B086-41B6-8A3C-575734825F04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D3D2C1-E378-48E0-A255-E441EA6AA9C5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51FCE7C-90DF-43AC-A7DE-AC80C62E35F4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A9109CA-4A61-425A-AC6D-3D5B5F3E91E6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1D97D2-1022-45D7-8B95-DF9554323A60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BC2BCDC-45AE-4BE1-A713-46F670110CFD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7AE0FAD0-AB54-4186-9D96-488130295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287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714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계획 사용량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93296"/>
            <a:ext cx="8646588" cy="60566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매일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00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시에 명일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24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시간 동안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시간별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예측 사용량에 대한 데이터가 화면에 조회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실제 사용량도 현재 시간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까지의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데이터를 예측 사용량과 같이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87417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실제</a:t>
            </a:r>
            <a:r>
              <a:rPr lang="en-US" altLang="ko-KR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 사용량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00701"/>
              </p:ext>
            </p:extLst>
          </p:nvPr>
        </p:nvGraphicFramePr>
        <p:xfrm>
          <a:off x="467544" y="2711960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5940152" y="2543116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6516216" y="24208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8" name="직선 연결선 77"/>
          <p:cNvCxnSpPr/>
          <p:nvPr/>
        </p:nvCxnSpPr>
        <p:spPr>
          <a:xfrm>
            <a:off x="7452320" y="2543116"/>
            <a:ext cx="50405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8028384" y="24208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0" name="직선 연결선 79"/>
          <p:cNvCxnSpPr/>
          <p:nvPr/>
        </p:nvCxnSpPr>
        <p:spPr>
          <a:xfrm>
            <a:off x="375391" y="584720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187624" y="3094361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882012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자유형 2047"/>
          <p:cNvSpPr/>
          <p:nvPr/>
        </p:nvSpPr>
        <p:spPr>
          <a:xfrm>
            <a:off x="1859385" y="3322365"/>
            <a:ext cx="2352576" cy="1100161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414867">
                <a:moveTo>
                  <a:pt x="0" y="389467"/>
                </a:moveTo>
                <a:lnTo>
                  <a:pt x="270933" y="321733"/>
                </a:lnTo>
                <a:lnTo>
                  <a:pt x="575733" y="414867"/>
                </a:lnTo>
                <a:lnTo>
                  <a:pt x="880533" y="355600"/>
                </a:lnTo>
                <a:lnTo>
                  <a:pt x="1134533" y="203200"/>
                </a:lnTo>
                <a:lnTo>
                  <a:pt x="1456266" y="313267"/>
                </a:lnTo>
                <a:lnTo>
                  <a:pt x="1727200" y="254000"/>
                </a:lnTo>
                <a:lnTo>
                  <a:pt x="1998133" y="135467"/>
                </a:lnTo>
                <a:lnTo>
                  <a:pt x="2353733" y="287867"/>
                </a:lnTo>
                <a:lnTo>
                  <a:pt x="2607733" y="169333"/>
                </a:lnTo>
                <a:lnTo>
                  <a:pt x="2946400" y="211667"/>
                </a:lnTo>
                <a:lnTo>
                  <a:pt x="3234266" y="203200"/>
                </a:lnTo>
                <a:lnTo>
                  <a:pt x="3505200" y="0"/>
                </a:lnTo>
                <a:lnTo>
                  <a:pt x="3810000" y="135467"/>
                </a:lnTo>
                <a:lnTo>
                  <a:pt x="4097866" y="42333"/>
                </a:lnTo>
                <a:lnTo>
                  <a:pt x="4368800" y="118533"/>
                </a:lnTo>
              </a:path>
            </a:pathLst>
          </a:cu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자유형 83"/>
          <p:cNvSpPr/>
          <p:nvPr/>
        </p:nvSpPr>
        <p:spPr>
          <a:xfrm>
            <a:off x="1883023" y="2831156"/>
            <a:ext cx="2977009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2627784" y="5254600"/>
            <a:ext cx="3634501" cy="549089"/>
            <a:chOff x="2773703" y="4725143"/>
            <a:chExt cx="3634501" cy="549089"/>
          </a:xfrm>
        </p:grpSpPr>
        <p:sp>
          <p:nvSpPr>
            <p:cNvPr id="85" name="직사각형 84"/>
            <p:cNvSpPr/>
            <p:nvPr/>
          </p:nvSpPr>
          <p:spPr>
            <a:xfrm>
              <a:off x="4427984" y="4797152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현재 사용량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5081930" y="4725143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900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604816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6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2773703" y="4797152"/>
              <a:ext cx="1510265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bg1">
                      <a:lumMod val="6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YYYY-MM-DD hh:mm</a:t>
              </a:r>
              <a:endParaRPr lang="ko-KR" altLang="en-US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계획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" name="자유형 33"/>
          <p:cNvSpPr/>
          <p:nvPr/>
        </p:nvSpPr>
        <p:spPr>
          <a:xfrm flipH="1">
            <a:off x="4815076" y="2825423"/>
            <a:ext cx="2849311" cy="1526755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5" name="직선 연결선 34"/>
          <p:cNvCxnSpPr/>
          <p:nvPr/>
        </p:nvCxnSpPr>
        <p:spPr>
          <a:xfrm>
            <a:off x="4211960" y="2711956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그룹 35"/>
          <p:cNvGrpSpPr/>
          <p:nvPr/>
        </p:nvGrpSpPr>
        <p:grpSpPr>
          <a:xfrm>
            <a:off x="6732242" y="5233050"/>
            <a:ext cx="1980220" cy="549089"/>
            <a:chOff x="4427984" y="4725143"/>
            <a:chExt cx="1980220" cy="549089"/>
          </a:xfrm>
        </p:grpSpPr>
        <p:sp>
          <p:nvSpPr>
            <p:cNvPr id="37" name="직사각형 36"/>
            <p:cNvSpPr/>
            <p:nvPr/>
          </p:nvSpPr>
          <p:spPr>
            <a:xfrm>
              <a:off x="4427984" y="4797152"/>
              <a:ext cx="612068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50000"/>
                </a:lnSpc>
              </a:pPr>
              <a:r>
                <a:rPr lang="ko-KR" altLang="en-US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계획 사용량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5081930" y="4725143"/>
              <a:ext cx="894226" cy="549089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32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950</a:t>
              </a:r>
              <a:endParaRPr lang="ko-KR" altLang="en-US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6048164" y="4797152"/>
              <a:ext cx="360040" cy="36004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 anchorCtr="0"/>
            <a:lstStyle/>
            <a:p>
              <a:pPr>
                <a:lnSpc>
                  <a:spcPct val="150000"/>
                </a:lnSpc>
              </a:pPr>
              <a:r>
                <a:rPr lang="en-US" altLang="ko-KR" sz="900" b="1" dirty="0">
                  <a:solidFill>
                    <a:schemeClr val="accent3">
                      <a:lumMod val="75000"/>
                    </a:schemeClr>
                  </a:solidFill>
                  <a:latin typeface="맑은 고딕" pitchFamily="50" charset="-127"/>
                  <a:ea typeface="맑은 고딕" pitchFamily="50" charset="-127"/>
                </a:rPr>
                <a:t>kWh</a:t>
              </a:r>
              <a:endParaRPr lang="ko-KR" altLang="en-US" sz="900" b="1" dirty="0">
                <a:solidFill>
                  <a:schemeClr val="accent3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6D655022-A41E-42EE-B2AA-6A8A9A73F907}"/>
              </a:ext>
            </a:extLst>
          </p:cNvPr>
          <p:cNvSpPr/>
          <p:nvPr/>
        </p:nvSpPr>
        <p:spPr>
          <a:xfrm>
            <a:off x="2123728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 ▼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81C13462-7306-4950-B9EE-400EA329A5C1}"/>
              </a:ext>
            </a:extLst>
          </p:cNvPr>
          <p:cNvGrpSpPr/>
          <p:nvPr/>
        </p:nvGrpSpPr>
        <p:grpSpPr>
          <a:xfrm>
            <a:off x="485190" y="5524206"/>
            <a:ext cx="862386" cy="211955"/>
            <a:chOff x="4861742" y="3907374"/>
            <a:chExt cx="862386" cy="211955"/>
          </a:xfrm>
        </p:grpSpPr>
        <p:pic>
          <p:nvPicPr>
            <p:cNvPr id="4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FE721A-92F8-4872-9588-80DF4FE827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7184F66-92B3-4BA7-815A-6DB216630D80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DB73CC0-80CB-4679-9402-B93E40FDB87B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6AC6EF-8510-4958-BA6B-5324FBBC54EA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FFD270-9DB3-4D94-B471-F0673B8C8875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9E970F3-8232-45B5-B277-FC4B5084FA1A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4B97366-7606-4A92-A1BC-8F94AA9D7EAD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3C884AE-871D-4C73-A104-02195EE34E37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E3CF2F6-C438-4760-976E-CA2A7109ABFC}"/>
              </a:ext>
            </a:extLst>
          </p:cNvPr>
          <p:cNvSpPr/>
          <p:nvPr/>
        </p:nvSpPr>
        <p:spPr>
          <a:xfrm>
            <a:off x="107504" y="0"/>
            <a:ext cx="8928991" cy="6698957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3148936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7143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ESS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충방전량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93296"/>
            <a:ext cx="8646588" cy="540381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매 시간 단위로 실제 충전 및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방전량에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조회기간 동안의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충전량과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누적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방전량을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충방전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87417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충방전량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발전량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17968"/>
              </p:ext>
            </p:extLst>
          </p:nvPr>
        </p:nvGraphicFramePr>
        <p:xfrm>
          <a:off x="467544" y="2577566"/>
          <a:ext cx="8208914" cy="2673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58281"/>
                  </a:ext>
                </a:extLst>
              </a:tr>
              <a:tr h="243026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29" name="직선 연결선 28"/>
          <p:cNvCxnSpPr/>
          <p:nvPr/>
        </p:nvCxnSpPr>
        <p:spPr>
          <a:xfrm>
            <a:off x="314888" y="5839129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187624" y="2949541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187624" y="3935861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3995936" y="5328184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충전량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796053" y="5256175"/>
            <a:ext cx="1180103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1,500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48164" y="5328184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36469" y="2157675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9" name="직선 연결선 38"/>
          <p:cNvCxnSpPr>
            <a:cxnSpLocks/>
          </p:cNvCxnSpPr>
          <p:nvPr/>
        </p:nvCxnSpPr>
        <p:spPr>
          <a:xfrm>
            <a:off x="7740352" y="2636912"/>
            <a:ext cx="0" cy="243472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/>
          <p:cNvGrpSpPr/>
          <p:nvPr/>
        </p:nvGrpSpPr>
        <p:grpSpPr>
          <a:xfrm flipH="1" flipV="1">
            <a:off x="4357435" y="3939476"/>
            <a:ext cx="2688227" cy="652703"/>
            <a:chOff x="1501760" y="2998490"/>
            <a:chExt cx="2520272" cy="1366614"/>
          </a:xfrm>
        </p:grpSpPr>
        <p:sp>
          <p:nvSpPr>
            <p:cNvPr id="41" name="직사각형 40"/>
            <p:cNvSpPr/>
            <p:nvPr/>
          </p:nvSpPr>
          <p:spPr>
            <a:xfrm>
              <a:off x="1501760" y="4217882"/>
              <a:ext cx="72000" cy="14722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3950032" y="2998490"/>
              <a:ext cx="72000" cy="13666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638317" y="3069104"/>
              <a:ext cx="72000" cy="129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3327361" y="3214514"/>
              <a:ext cx="72000" cy="115059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3013928" y="3575612"/>
              <a:ext cx="72000" cy="78949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1789792" y="4059104"/>
              <a:ext cx="72000" cy="3060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0" name="그룹 49"/>
          <p:cNvGrpSpPr/>
          <p:nvPr/>
        </p:nvGrpSpPr>
        <p:grpSpPr>
          <a:xfrm>
            <a:off x="1403648" y="3249056"/>
            <a:ext cx="2520272" cy="684000"/>
            <a:chOff x="1403648" y="2780928"/>
            <a:chExt cx="2520272" cy="1584176"/>
          </a:xfrm>
        </p:grpSpPr>
        <p:sp>
          <p:nvSpPr>
            <p:cNvPr id="51" name="직사각형 50"/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540205" y="2998490"/>
              <a:ext cx="72000" cy="136661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229249" y="3249104"/>
              <a:ext cx="72000" cy="111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2915816" y="3429104"/>
              <a:ext cx="72000" cy="936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2650736" y="3575612"/>
              <a:ext cx="72000" cy="78949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339752" y="3753104"/>
              <a:ext cx="72000" cy="61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2025811" y="3933104"/>
              <a:ext cx="72000" cy="43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851920" y="2780928"/>
              <a:ext cx="72000" cy="158417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60" name="직선 연결선 59"/>
          <p:cNvCxnSpPr/>
          <p:nvPr/>
        </p:nvCxnSpPr>
        <p:spPr>
          <a:xfrm>
            <a:off x="3923928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4499992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507605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직사각형 62"/>
          <p:cNvSpPr/>
          <p:nvPr/>
        </p:nvSpPr>
        <p:spPr>
          <a:xfrm>
            <a:off x="565212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</a:t>
            </a:r>
          </a:p>
        </p:txBody>
      </p:sp>
      <p:grpSp>
        <p:nvGrpSpPr>
          <p:cNvPr id="64" name="그룹 63"/>
          <p:cNvGrpSpPr/>
          <p:nvPr/>
        </p:nvGrpSpPr>
        <p:grpSpPr>
          <a:xfrm>
            <a:off x="7308297" y="3782267"/>
            <a:ext cx="353772" cy="155437"/>
            <a:chOff x="1403648" y="4005104"/>
            <a:chExt cx="360032" cy="360000"/>
          </a:xfrm>
        </p:grpSpPr>
        <p:sp>
          <p:nvSpPr>
            <p:cNvPr id="65" name="직사각형 64"/>
            <p:cNvSpPr/>
            <p:nvPr/>
          </p:nvSpPr>
          <p:spPr>
            <a:xfrm>
              <a:off x="1403648" y="4185104"/>
              <a:ext cx="72000" cy="18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1691680" y="4005104"/>
              <a:ext cx="72000" cy="360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7" name="직사각형 66"/>
          <p:cNvSpPr/>
          <p:nvPr/>
        </p:nvSpPr>
        <p:spPr>
          <a:xfrm>
            <a:off x="6437566" y="5309709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누적 </a:t>
            </a:r>
            <a:r>
              <a:rPr lang="ko-KR" altLang="en-US" sz="900" b="1" dirty="0" err="1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방전량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091512" y="5237700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8244408" y="5309709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257CBB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257CBB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1DCB666-6B8A-45DB-9BDE-7FDD0DFCF498}"/>
              </a:ext>
            </a:extLst>
          </p:cNvPr>
          <p:cNvSpPr/>
          <p:nvPr/>
        </p:nvSpPr>
        <p:spPr>
          <a:xfrm>
            <a:off x="1470399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</a:rPr>
              <a:t>기간 설정   ▼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0495306-191F-480E-8765-ED0683634DBC}"/>
              </a:ext>
            </a:extLst>
          </p:cNvPr>
          <p:cNvGrpSpPr/>
          <p:nvPr/>
        </p:nvGrpSpPr>
        <p:grpSpPr>
          <a:xfrm>
            <a:off x="485190" y="5525781"/>
            <a:ext cx="862386" cy="211955"/>
            <a:chOff x="4861742" y="3907374"/>
            <a:chExt cx="862386" cy="211955"/>
          </a:xfrm>
        </p:grpSpPr>
        <p:pic>
          <p:nvPicPr>
            <p:cNvPr id="7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B0914773-4DED-4C2F-BA20-14DB74B0A6B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45AB4F4-A23E-4144-A78F-11E9CD9C88E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9C4075A-BE40-4398-A5FE-0A3C0CBD8AD2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29A1956-AE71-4BB0-A381-16E5570AA5C4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08DC5F7-0737-4488-9070-6D81DD6A19D7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7A78496-FAC4-4EF3-9419-AC1777C2ABD3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F2F03BF6-C889-4146-8E74-EC8F52B2C7EF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9369C3C-553F-4D3C-965E-4F98B38580FE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F604382-27A2-41C5-B180-4EA274D6B155}"/>
              </a:ext>
            </a:extLst>
          </p:cNvPr>
          <p:cNvCxnSpPr/>
          <p:nvPr/>
        </p:nvCxnSpPr>
        <p:spPr>
          <a:xfrm>
            <a:off x="1180851" y="4410020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17227A7-9C8E-492B-912D-1EE03F12F639}"/>
              </a:ext>
            </a:extLst>
          </p:cNvPr>
          <p:cNvCxnSpPr/>
          <p:nvPr/>
        </p:nvCxnSpPr>
        <p:spPr>
          <a:xfrm>
            <a:off x="1180851" y="3429000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567EE48B-155E-4306-B792-D328580E18B1}"/>
              </a:ext>
            </a:extLst>
          </p:cNvPr>
          <p:cNvCxnSpPr/>
          <p:nvPr/>
        </p:nvCxnSpPr>
        <p:spPr>
          <a:xfrm>
            <a:off x="1180851" y="4875933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자유형 33">
            <a:extLst>
              <a:ext uri="{FF2B5EF4-FFF2-40B4-BE49-F238E27FC236}">
                <a16:creationId xmlns:a16="http://schemas.microsoft.com/office/drawing/2014/main" id="{B304737F-2A23-49A1-8C19-687DA2A9778C}"/>
              </a:ext>
            </a:extLst>
          </p:cNvPr>
          <p:cNvSpPr/>
          <p:nvPr/>
        </p:nvSpPr>
        <p:spPr>
          <a:xfrm flipH="1" flipV="1">
            <a:off x="4353593" y="3937702"/>
            <a:ext cx="2689623" cy="684001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79F430B-E5C3-4D12-AC96-959F23F509D6}"/>
              </a:ext>
            </a:extLst>
          </p:cNvPr>
          <p:cNvCxnSpPr/>
          <p:nvPr/>
        </p:nvCxnSpPr>
        <p:spPr>
          <a:xfrm>
            <a:off x="7450394" y="2392691"/>
            <a:ext cx="504056" cy="0"/>
          </a:xfrm>
          <a:prstGeom prst="line">
            <a:avLst/>
          </a:prstGeom>
          <a:ln w="12700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D81F6F3-4F0D-4E83-B79E-2CD34099FEB6}"/>
              </a:ext>
            </a:extLst>
          </p:cNvPr>
          <p:cNvSpPr/>
          <p:nvPr/>
        </p:nvSpPr>
        <p:spPr>
          <a:xfrm>
            <a:off x="8026458" y="227046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방전 계획</a:t>
            </a:r>
          </a:p>
        </p:txBody>
      </p:sp>
      <p:sp>
        <p:nvSpPr>
          <p:cNvPr id="87" name="자유형 83">
            <a:extLst>
              <a:ext uri="{FF2B5EF4-FFF2-40B4-BE49-F238E27FC236}">
                <a16:creationId xmlns:a16="http://schemas.microsoft.com/office/drawing/2014/main" id="{705F4A6F-AA69-4984-8409-0C9BE17B9DE0}"/>
              </a:ext>
            </a:extLst>
          </p:cNvPr>
          <p:cNvSpPr/>
          <p:nvPr/>
        </p:nvSpPr>
        <p:spPr>
          <a:xfrm>
            <a:off x="1397086" y="3160835"/>
            <a:ext cx="2742866" cy="770368"/>
          </a:xfrm>
          <a:custGeom>
            <a:avLst/>
            <a:gdLst>
              <a:gd name="connsiteX0" fmla="*/ 0 w 4368800"/>
              <a:gd name="connsiteY0" fmla="*/ 389467 h 414867"/>
              <a:gd name="connsiteX1" fmla="*/ 270933 w 4368800"/>
              <a:gd name="connsiteY1" fmla="*/ 321733 h 414867"/>
              <a:gd name="connsiteX2" fmla="*/ 575733 w 4368800"/>
              <a:gd name="connsiteY2" fmla="*/ 414867 h 414867"/>
              <a:gd name="connsiteX3" fmla="*/ 880533 w 4368800"/>
              <a:gd name="connsiteY3" fmla="*/ 355600 h 414867"/>
              <a:gd name="connsiteX4" fmla="*/ 1134533 w 4368800"/>
              <a:gd name="connsiteY4" fmla="*/ 203200 h 414867"/>
              <a:gd name="connsiteX5" fmla="*/ 1456266 w 4368800"/>
              <a:gd name="connsiteY5" fmla="*/ 313267 h 414867"/>
              <a:gd name="connsiteX6" fmla="*/ 1727200 w 4368800"/>
              <a:gd name="connsiteY6" fmla="*/ 254000 h 414867"/>
              <a:gd name="connsiteX7" fmla="*/ 1998133 w 4368800"/>
              <a:gd name="connsiteY7" fmla="*/ 135467 h 414867"/>
              <a:gd name="connsiteX8" fmla="*/ 2353733 w 4368800"/>
              <a:gd name="connsiteY8" fmla="*/ 287867 h 414867"/>
              <a:gd name="connsiteX9" fmla="*/ 2607733 w 4368800"/>
              <a:gd name="connsiteY9" fmla="*/ 169333 h 414867"/>
              <a:gd name="connsiteX10" fmla="*/ 2946400 w 4368800"/>
              <a:gd name="connsiteY10" fmla="*/ 211667 h 414867"/>
              <a:gd name="connsiteX11" fmla="*/ 3234266 w 4368800"/>
              <a:gd name="connsiteY11" fmla="*/ 203200 h 414867"/>
              <a:gd name="connsiteX12" fmla="*/ 3505200 w 4368800"/>
              <a:gd name="connsiteY12" fmla="*/ 0 h 414867"/>
              <a:gd name="connsiteX13" fmla="*/ 3810000 w 4368800"/>
              <a:gd name="connsiteY13" fmla="*/ 135467 h 414867"/>
              <a:gd name="connsiteX14" fmla="*/ 4097866 w 4368800"/>
              <a:gd name="connsiteY14" fmla="*/ 42333 h 414867"/>
              <a:gd name="connsiteX15" fmla="*/ 4368800 w 4368800"/>
              <a:gd name="connsiteY15" fmla="*/ 118533 h 414867"/>
              <a:gd name="connsiteX0" fmla="*/ 0 w 4368800"/>
              <a:gd name="connsiteY0" fmla="*/ 524934 h 524934"/>
              <a:gd name="connsiteX1" fmla="*/ 270933 w 4368800"/>
              <a:gd name="connsiteY1" fmla="*/ 321733 h 524934"/>
              <a:gd name="connsiteX2" fmla="*/ 575733 w 4368800"/>
              <a:gd name="connsiteY2" fmla="*/ 414867 h 524934"/>
              <a:gd name="connsiteX3" fmla="*/ 880533 w 4368800"/>
              <a:gd name="connsiteY3" fmla="*/ 355600 h 524934"/>
              <a:gd name="connsiteX4" fmla="*/ 1134533 w 4368800"/>
              <a:gd name="connsiteY4" fmla="*/ 203200 h 524934"/>
              <a:gd name="connsiteX5" fmla="*/ 1456266 w 4368800"/>
              <a:gd name="connsiteY5" fmla="*/ 313267 h 524934"/>
              <a:gd name="connsiteX6" fmla="*/ 1727200 w 4368800"/>
              <a:gd name="connsiteY6" fmla="*/ 254000 h 524934"/>
              <a:gd name="connsiteX7" fmla="*/ 1998133 w 4368800"/>
              <a:gd name="connsiteY7" fmla="*/ 135467 h 524934"/>
              <a:gd name="connsiteX8" fmla="*/ 2353733 w 4368800"/>
              <a:gd name="connsiteY8" fmla="*/ 287867 h 524934"/>
              <a:gd name="connsiteX9" fmla="*/ 2607733 w 4368800"/>
              <a:gd name="connsiteY9" fmla="*/ 169333 h 524934"/>
              <a:gd name="connsiteX10" fmla="*/ 2946400 w 4368800"/>
              <a:gd name="connsiteY10" fmla="*/ 211667 h 524934"/>
              <a:gd name="connsiteX11" fmla="*/ 3234266 w 4368800"/>
              <a:gd name="connsiteY11" fmla="*/ 203200 h 524934"/>
              <a:gd name="connsiteX12" fmla="*/ 3505200 w 4368800"/>
              <a:gd name="connsiteY12" fmla="*/ 0 h 524934"/>
              <a:gd name="connsiteX13" fmla="*/ 3810000 w 4368800"/>
              <a:gd name="connsiteY13" fmla="*/ 135467 h 524934"/>
              <a:gd name="connsiteX14" fmla="*/ 4097866 w 4368800"/>
              <a:gd name="connsiteY14" fmla="*/ 42333 h 524934"/>
              <a:gd name="connsiteX15" fmla="*/ 4368800 w 4368800"/>
              <a:gd name="connsiteY15" fmla="*/ 118533 h 524934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46400 w 4368800"/>
              <a:gd name="connsiteY10" fmla="*/ 2286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41867 h 541867"/>
              <a:gd name="connsiteX1" fmla="*/ 270933 w 4368800"/>
              <a:gd name="connsiteY1" fmla="*/ 338666 h 541867"/>
              <a:gd name="connsiteX2" fmla="*/ 575733 w 4368800"/>
              <a:gd name="connsiteY2" fmla="*/ 431800 h 541867"/>
              <a:gd name="connsiteX3" fmla="*/ 880533 w 4368800"/>
              <a:gd name="connsiteY3" fmla="*/ 372533 h 541867"/>
              <a:gd name="connsiteX4" fmla="*/ 1134533 w 4368800"/>
              <a:gd name="connsiteY4" fmla="*/ 220133 h 541867"/>
              <a:gd name="connsiteX5" fmla="*/ 1456266 w 4368800"/>
              <a:gd name="connsiteY5" fmla="*/ 330200 h 541867"/>
              <a:gd name="connsiteX6" fmla="*/ 1727200 w 4368800"/>
              <a:gd name="connsiteY6" fmla="*/ 270933 h 541867"/>
              <a:gd name="connsiteX7" fmla="*/ 2048933 w 4368800"/>
              <a:gd name="connsiteY7" fmla="*/ 0 h 541867"/>
              <a:gd name="connsiteX8" fmla="*/ 2353733 w 4368800"/>
              <a:gd name="connsiteY8" fmla="*/ 304800 h 541867"/>
              <a:gd name="connsiteX9" fmla="*/ 2607733 w 4368800"/>
              <a:gd name="connsiteY9" fmla="*/ 186266 h 541867"/>
              <a:gd name="connsiteX10" fmla="*/ 2963334 w 4368800"/>
              <a:gd name="connsiteY10" fmla="*/ 152400 h 541867"/>
              <a:gd name="connsiteX11" fmla="*/ 3234266 w 4368800"/>
              <a:gd name="connsiteY11" fmla="*/ 220133 h 541867"/>
              <a:gd name="connsiteX12" fmla="*/ 3505200 w 4368800"/>
              <a:gd name="connsiteY12" fmla="*/ 16933 h 541867"/>
              <a:gd name="connsiteX13" fmla="*/ 3810000 w 4368800"/>
              <a:gd name="connsiteY13" fmla="*/ 152400 h 541867"/>
              <a:gd name="connsiteX14" fmla="*/ 4097866 w 4368800"/>
              <a:gd name="connsiteY14" fmla="*/ 59266 h 541867"/>
              <a:gd name="connsiteX15" fmla="*/ 4368800 w 4368800"/>
              <a:gd name="connsiteY15" fmla="*/ 135466 h 541867"/>
              <a:gd name="connsiteX0" fmla="*/ 0 w 4368800"/>
              <a:gd name="connsiteY0" fmla="*/ 575734 h 575734"/>
              <a:gd name="connsiteX1" fmla="*/ 270933 w 4368800"/>
              <a:gd name="connsiteY1" fmla="*/ 372533 h 575734"/>
              <a:gd name="connsiteX2" fmla="*/ 575733 w 4368800"/>
              <a:gd name="connsiteY2" fmla="*/ 465667 h 575734"/>
              <a:gd name="connsiteX3" fmla="*/ 880533 w 4368800"/>
              <a:gd name="connsiteY3" fmla="*/ 406400 h 575734"/>
              <a:gd name="connsiteX4" fmla="*/ 1134533 w 4368800"/>
              <a:gd name="connsiteY4" fmla="*/ 254000 h 575734"/>
              <a:gd name="connsiteX5" fmla="*/ 1456266 w 4368800"/>
              <a:gd name="connsiteY5" fmla="*/ 364067 h 575734"/>
              <a:gd name="connsiteX6" fmla="*/ 1727200 w 4368800"/>
              <a:gd name="connsiteY6" fmla="*/ 304800 h 575734"/>
              <a:gd name="connsiteX7" fmla="*/ 2048933 w 4368800"/>
              <a:gd name="connsiteY7" fmla="*/ 33867 h 575734"/>
              <a:gd name="connsiteX8" fmla="*/ 2353733 w 4368800"/>
              <a:gd name="connsiteY8" fmla="*/ 338667 h 575734"/>
              <a:gd name="connsiteX9" fmla="*/ 2607733 w 4368800"/>
              <a:gd name="connsiteY9" fmla="*/ 220133 h 575734"/>
              <a:gd name="connsiteX10" fmla="*/ 2963334 w 4368800"/>
              <a:gd name="connsiteY10" fmla="*/ 186267 h 575734"/>
              <a:gd name="connsiteX11" fmla="*/ 3234266 w 4368800"/>
              <a:gd name="connsiteY11" fmla="*/ 254000 h 575734"/>
              <a:gd name="connsiteX12" fmla="*/ 3505200 w 4368800"/>
              <a:gd name="connsiteY12" fmla="*/ 0 h 575734"/>
              <a:gd name="connsiteX13" fmla="*/ 3810000 w 4368800"/>
              <a:gd name="connsiteY13" fmla="*/ 186267 h 575734"/>
              <a:gd name="connsiteX14" fmla="*/ 4097866 w 4368800"/>
              <a:gd name="connsiteY14" fmla="*/ 93133 h 575734"/>
              <a:gd name="connsiteX15" fmla="*/ 4368800 w 4368800"/>
              <a:gd name="connsiteY15" fmla="*/ 169333 h 57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68800" h="575734">
                <a:moveTo>
                  <a:pt x="0" y="575734"/>
                </a:moveTo>
                <a:lnTo>
                  <a:pt x="270933" y="372533"/>
                </a:lnTo>
                <a:lnTo>
                  <a:pt x="575733" y="465667"/>
                </a:lnTo>
                <a:lnTo>
                  <a:pt x="880533" y="406400"/>
                </a:lnTo>
                <a:lnTo>
                  <a:pt x="1134533" y="254000"/>
                </a:lnTo>
                <a:lnTo>
                  <a:pt x="1456266" y="364067"/>
                </a:lnTo>
                <a:lnTo>
                  <a:pt x="1727200" y="304800"/>
                </a:lnTo>
                <a:lnTo>
                  <a:pt x="2048933" y="33867"/>
                </a:lnTo>
                <a:lnTo>
                  <a:pt x="2353733" y="338667"/>
                </a:lnTo>
                <a:cubicBezTo>
                  <a:pt x="2438400" y="299156"/>
                  <a:pt x="2506133" y="245533"/>
                  <a:pt x="2607733" y="220133"/>
                </a:cubicBezTo>
                <a:cubicBezTo>
                  <a:pt x="2709333" y="194733"/>
                  <a:pt x="2844800" y="197556"/>
                  <a:pt x="2963334" y="186267"/>
                </a:cubicBezTo>
                <a:lnTo>
                  <a:pt x="3234266" y="254000"/>
                </a:lnTo>
                <a:lnTo>
                  <a:pt x="3505200" y="0"/>
                </a:lnTo>
                <a:lnTo>
                  <a:pt x="3810000" y="186267"/>
                </a:lnTo>
                <a:lnTo>
                  <a:pt x="4097866" y="93133"/>
                </a:lnTo>
                <a:lnTo>
                  <a:pt x="4368800" y="169333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54D3F0D-6FAD-4255-A3C5-ECEAEA6255D7}"/>
              </a:ext>
            </a:extLst>
          </p:cNvPr>
          <p:cNvCxnSpPr/>
          <p:nvPr/>
        </p:nvCxnSpPr>
        <p:spPr>
          <a:xfrm>
            <a:off x="6156176" y="2396462"/>
            <a:ext cx="504056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3F83AB37-9B3E-4FE3-A4AB-35631B3CB450}"/>
              </a:ext>
            </a:extLst>
          </p:cNvPr>
          <p:cNvSpPr/>
          <p:nvPr/>
        </p:nvSpPr>
        <p:spPr>
          <a:xfrm>
            <a:off x="6732240" y="227423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충전 계획</a:t>
            </a:r>
          </a:p>
        </p:txBody>
      </p:sp>
      <p:pic>
        <p:nvPicPr>
          <p:cNvPr id="9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5D34ED3E-4770-4F4F-8757-685748886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847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64037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발전량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6019286"/>
            <a:ext cx="8646588" cy="57806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매 시간 단위로 실제 발전량에 대한 데이터가 화면에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조회기간 동안의 누적 발전량을 발전현황으로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798622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시간대 별 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783693"/>
              </p:ext>
            </p:extLst>
          </p:nvPr>
        </p:nvGraphicFramePr>
        <p:xfrm>
          <a:off x="467543" y="2686560"/>
          <a:ext cx="8208912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86325">
                  <a:extLst>
                    <a:ext uri="{9D8B030D-6E8A-4147-A177-3AD203B41FA5}">
                      <a16:colId xmlns:a16="http://schemas.microsoft.com/office/drawing/2014/main" val="4182005389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25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80" name="직선 연결선 79"/>
          <p:cNvCxnSpPr/>
          <p:nvPr/>
        </p:nvCxnSpPr>
        <p:spPr>
          <a:xfrm>
            <a:off x="375391" y="5771648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>
            <a:cxnSpLocks/>
          </p:cNvCxnSpPr>
          <p:nvPr/>
        </p:nvCxnSpPr>
        <p:spPr>
          <a:xfrm>
            <a:off x="1187624" y="3075734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>
            <a:cxnSpLocks/>
          </p:cNvCxnSpPr>
          <p:nvPr/>
        </p:nvCxnSpPr>
        <p:spPr>
          <a:xfrm>
            <a:off x="1187624" y="3836293"/>
            <a:ext cx="712879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253423" y="2235316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발전량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5" name="직선 연결선 34"/>
          <p:cNvCxnSpPr/>
          <p:nvPr/>
        </p:nvCxnSpPr>
        <p:spPr>
          <a:xfrm>
            <a:off x="6012160" y="2686556"/>
            <a:ext cx="0" cy="254264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 flipH="1">
            <a:off x="4044013" y="4509121"/>
            <a:ext cx="1857235" cy="360038"/>
            <a:chOff x="2123923" y="3645757"/>
            <a:chExt cx="1898109" cy="719347"/>
          </a:xfrm>
          <a:solidFill>
            <a:srgbClr val="FFFF00"/>
          </a:solidFill>
        </p:grpSpPr>
        <p:sp>
          <p:nvSpPr>
            <p:cNvPr id="29" name="직사각형 28"/>
            <p:cNvSpPr/>
            <p:nvPr/>
          </p:nvSpPr>
          <p:spPr>
            <a:xfrm>
              <a:off x="3950032" y="4077364"/>
              <a:ext cx="72000" cy="2877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3638317" y="3915766"/>
              <a:ext cx="72000" cy="44933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3327361" y="3807101"/>
              <a:ext cx="72000" cy="55800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3013929" y="3645757"/>
              <a:ext cx="72000" cy="7193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748848" y="3681104"/>
              <a:ext cx="72000" cy="684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직사각형 41"/>
            <p:cNvSpPr/>
            <p:nvPr/>
          </p:nvSpPr>
          <p:spPr>
            <a:xfrm>
              <a:off x="2437864" y="3807104"/>
              <a:ext cx="72000" cy="5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2123923" y="3862586"/>
              <a:ext cx="72000" cy="50251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9" name="직선 연결선 58"/>
          <p:cNvCxnSpPr/>
          <p:nvPr/>
        </p:nvCxnSpPr>
        <p:spPr>
          <a:xfrm>
            <a:off x="4644008" y="2517716"/>
            <a:ext cx="504056" cy="0"/>
          </a:xfrm>
          <a:prstGeom prst="line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" name="직사각형 59"/>
          <p:cNvSpPr/>
          <p:nvPr/>
        </p:nvSpPr>
        <p:spPr>
          <a:xfrm>
            <a:off x="5292080" y="23954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실적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437566" y="5276091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누적 발전량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091512" y="5204082"/>
            <a:ext cx="108088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1,000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8244408" y="5276091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rgbClr val="FFFF00"/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rgbClr val="FFFF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851919" y="4025456"/>
            <a:ext cx="2952329" cy="965184"/>
            <a:chOff x="1883023" y="2295966"/>
            <a:chExt cx="5781364" cy="1532488"/>
          </a:xfrm>
        </p:grpSpPr>
        <p:sp>
          <p:nvSpPr>
            <p:cNvPr id="82" name="자유형 81"/>
            <p:cNvSpPr/>
            <p:nvPr/>
          </p:nvSpPr>
          <p:spPr>
            <a:xfrm>
              <a:off x="1883023" y="2301699"/>
              <a:ext cx="2977009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9" name="자유형 88"/>
            <p:cNvSpPr/>
            <p:nvPr/>
          </p:nvSpPr>
          <p:spPr>
            <a:xfrm flipH="1">
              <a:off x="4815076" y="2295966"/>
              <a:ext cx="2849311" cy="1526755"/>
            </a:xfrm>
            <a:custGeom>
              <a:avLst/>
              <a:gdLst>
                <a:gd name="connsiteX0" fmla="*/ 0 w 4368800"/>
                <a:gd name="connsiteY0" fmla="*/ 389467 h 414867"/>
                <a:gd name="connsiteX1" fmla="*/ 270933 w 4368800"/>
                <a:gd name="connsiteY1" fmla="*/ 321733 h 414867"/>
                <a:gd name="connsiteX2" fmla="*/ 575733 w 4368800"/>
                <a:gd name="connsiteY2" fmla="*/ 414867 h 414867"/>
                <a:gd name="connsiteX3" fmla="*/ 880533 w 4368800"/>
                <a:gd name="connsiteY3" fmla="*/ 355600 h 414867"/>
                <a:gd name="connsiteX4" fmla="*/ 1134533 w 4368800"/>
                <a:gd name="connsiteY4" fmla="*/ 203200 h 414867"/>
                <a:gd name="connsiteX5" fmla="*/ 1456266 w 4368800"/>
                <a:gd name="connsiteY5" fmla="*/ 313267 h 414867"/>
                <a:gd name="connsiteX6" fmla="*/ 1727200 w 4368800"/>
                <a:gd name="connsiteY6" fmla="*/ 254000 h 414867"/>
                <a:gd name="connsiteX7" fmla="*/ 1998133 w 4368800"/>
                <a:gd name="connsiteY7" fmla="*/ 135467 h 414867"/>
                <a:gd name="connsiteX8" fmla="*/ 2353733 w 4368800"/>
                <a:gd name="connsiteY8" fmla="*/ 287867 h 414867"/>
                <a:gd name="connsiteX9" fmla="*/ 2607733 w 4368800"/>
                <a:gd name="connsiteY9" fmla="*/ 169333 h 414867"/>
                <a:gd name="connsiteX10" fmla="*/ 2946400 w 4368800"/>
                <a:gd name="connsiteY10" fmla="*/ 211667 h 414867"/>
                <a:gd name="connsiteX11" fmla="*/ 3234266 w 4368800"/>
                <a:gd name="connsiteY11" fmla="*/ 203200 h 414867"/>
                <a:gd name="connsiteX12" fmla="*/ 3505200 w 4368800"/>
                <a:gd name="connsiteY12" fmla="*/ 0 h 414867"/>
                <a:gd name="connsiteX13" fmla="*/ 3810000 w 4368800"/>
                <a:gd name="connsiteY13" fmla="*/ 135467 h 414867"/>
                <a:gd name="connsiteX14" fmla="*/ 4097866 w 4368800"/>
                <a:gd name="connsiteY14" fmla="*/ 42333 h 414867"/>
                <a:gd name="connsiteX15" fmla="*/ 4368800 w 4368800"/>
                <a:gd name="connsiteY15" fmla="*/ 118533 h 414867"/>
                <a:gd name="connsiteX0" fmla="*/ 0 w 4368800"/>
                <a:gd name="connsiteY0" fmla="*/ 524934 h 524934"/>
                <a:gd name="connsiteX1" fmla="*/ 270933 w 4368800"/>
                <a:gd name="connsiteY1" fmla="*/ 321733 h 524934"/>
                <a:gd name="connsiteX2" fmla="*/ 575733 w 4368800"/>
                <a:gd name="connsiteY2" fmla="*/ 414867 h 524934"/>
                <a:gd name="connsiteX3" fmla="*/ 880533 w 4368800"/>
                <a:gd name="connsiteY3" fmla="*/ 355600 h 524934"/>
                <a:gd name="connsiteX4" fmla="*/ 1134533 w 4368800"/>
                <a:gd name="connsiteY4" fmla="*/ 203200 h 524934"/>
                <a:gd name="connsiteX5" fmla="*/ 1456266 w 4368800"/>
                <a:gd name="connsiteY5" fmla="*/ 313267 h 524934"/>
                <a:gd name="connsiteX6" fmla="*/ 1727200 w 4368800"/>
                <a:gd name="connsiteY6" fmla="*/ 254000 h 524934"/>
                <a:gd name="connsiteX7" fmla="*/ 1998133 w 4368800"/>
                <a:gd name="connsiteY7" fmla="*/ 135467 h 524934"/>
                <a:gd name="connsiteX8" fmla="*/ 2353733 w 4368800"/>
                <a:gd name="connsiteY8" fmla="*/ 287867 h 524934"/>
                <a:gd name="connsiteX9" fmla="*/ 2607733 w 4368800"/>
                <a:gd name="connsiteY9" fmla="*/ 169333 h 524934"/>
                <a:gd name="connsiteX10" fmla="*/ 2946400 w 4368800"/>
                <a:gd name="connsiteY10" fmla="*/ 211667 h 524934"/>
                <a:gd name="connsiteX11" fmla="*/ 3234266 w 4368800"/>
                <a:gd name="connsiteY11" fmla="*/ 203200 h 524934"/>
                <a:gd name="connsiteX12" fmla="*/ 3505200 w 4368800"/>
                <a:gd name="connsiteY12" fmla="*/ 0 h 524934"/>
                <a:gd name="connsiteX13" fmla="*/ 3810000 w 4368800"/>
                <a:gd name="connsiteY13" fmla="*/ 135467 h 524934"/>
                <a:gd name="connsiteX14" fmla="*/ 4097866 w 4368800"/>
                <a:gd name="connsiteY14" fmla="*/ 42333 h 524934"/>
                <a:gd name="connsiteX15" fmla="*/ 4368800 w 4368800"/>
                <a:gd name="connsiteY15" fmla="*/ 118533 h 524934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46400 w 4368800"/>
                <a:gd name="connsiteY10" fmla="*/ 2286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41867 h 541867"/>
                <a:gd name="connsiteX1" fmla="*/ 270933 w 4368800"/>
                <a:gd name="connsiteY1" fmla="*/ 338666 h 541867"/>
                <a:gd name="connsiteX2" fmla="*/ 575733 w 4368800"/>
                <a:gd name="connsiteY2" fmla="*/ 431800 h 541867"/>
                <a:gd name="connsiteX3" fmla="*/ 880533 w 4368800"/>
                <a:gd name="connsiteY3" fmla="*/ 372533 h 541867"/>
                <a:gd name="connsiteX4" fmla="*/ 1134533 w 4368800"/>
                <a:gd name="connsiteY4" fmla="*/ 220133 h 541867"/>
                <a:gd name="connsiteX5" fmla="*/ 1456266 w 4368800"/>
                <a:gd name="connsiteY5" fmla="*/ 330200 h 541867"/>
                <a:gd name="connsiteX6" fmla="*/ 1727200 w 4368800"/>
                <a:gd name="connsiteY6" fmla="*/ 270933 h 541867"/>
                <a:gd name="connsiteX7" fmla="*/ 2048933 w 4368800"/>
                <a:gd name="connsiteY7" fmla="*/ 0 h 541867"/>
                <a:gd name="connsiteX8" fmla="*/ 2353733 w 4368800"/>
                <a:gd name="connsiteY8" fmla="*/ 304800 h 541867"/>
                <a:gd name="connsiteX9" fmla="*/ 2607733 w 4368800"/>
                <a:gd name="connsiteY9" fmla="*/ 186266 h 541867"/>
                <a:gd name="connsiteX10" fmla="*/ 2963334 w 4368800"/>
                <a:gd name="connsiteY10" fmla="*/ 152400 h 541867"/>
                <a:gd name="connsiteX11" fmla="*/ 3234266 w 4368800"/>
                <a:gd name="connsiteY11" fmla="*/ 220133 h 541867"/>
                <a:gd name="connsiteX12" fmla="*/ 3505200 w 4368800"/>
                <a:gd name="connsiteY12" fmla="*/ 16933 h 541867"/>
                <a:gd name="connsiteX13" fmla="*/ 3810000 w 4368800"/>
                <a:gd name="connsiteY13" fmla="*/ 152400 h 541867"/>
                <a:gd name="connsiteX14" fmla="*/ 4097866 w 4368800"/>
                <a:gd name="connsiteY14" fmla="*/ 59266 h 541867"/>
                <a:gd name="connsiteX15" fmla="*/ 4368800 w 4368800"/>
                <a:gd name="connsiteY15" fmla="*/ 135466 h 541867"/>
                <a:gd name="connsiteX0" fmla="*/ 0 w 4368800"/>
                <a:gd name="connsiteY0" fmla="*/ 575734 h 575734"/>
                <a:gd name="connsiteX1" fmla="*/ 270933 w 4368800"/>
                <a:gd name="connsiteY1" fmla="*/ 372533 h 575734"/>
                <a:gd name="connsiteX2" fmla="*/ 575733 w 4368800"/>
                <a:gd name="connsiteY2" fmla="*/ 465667 h 575734"/>
                <a:gd name="connsiteX3" fmla="*/ 880533 w 4368800"/>
                <a:gd name="connsiteY3" fmla="*/ 406400 h 575734"/>
                <a:gd name="connsiteX4" fmla="*/ 1134533 w 4368800"/>
                <a:gd name="connsiteY4" fmla="*/ 254000 h 575734"/>
                <a:gd name="connsiteX5" fmla="*/ 1456266 w 4368800"/>
                <a:gd name="connsiteY5" fmla="*/ 364067 h 575734"/>
                <a:gd name="connsiteX6" fmla="*/ 1727200 w 4368800"/>
                <a:gd name="connsiteY6" fmla="*/ 304800 h 575734"/>
                <a:gd name="connsiteX7" fmla="*/ 2048933 w 4368800"/>
                <a:gd name="connsiteY7" fmla="*/ 33867 h 575734"/>
                <a:gd name="connsiteX8" fmla="*/ 2353733 w 4368800"/>
                <a:gd name="connsiteY8" fmla="*/ 338667 h 575734"/>
                <a:gd name="connsiteX9" fmla="*/ 2607733 w 4368800"/>
                <a:gd name="connsiteY9" fmla="*/ 220133 h 575734"/>
                <a:gd name="connsiteX10" fmla="*/ 2963334 w 4368800"/>
                <a:gd name="connsiteY10" fmla="*/ 186267 h 575734"/>
                <a:gd name="connsiteX11" fmla="*/ 3234266 w 4368800"/>
                <a:gd name="connsiteY11" fmla="*/ 254000 h 575734"/>
                <a:gd name="connsiteX12" fmla="*/ 3505200 w 4368800"/>
                <a:gd name="connsiteY12" fmla="*/ 0 h 575734"/>
                <a:gd name="connsiteX13" fmla="*/ 3810000 w 4368800"/>
                <a:gd name="connsiteY13" fmla="*/ 186267 h 575734"/>
                <a:gd name="connsiteX14" fmla="*/ 4097866 w 4368800"/>
                <a:gd name="connsiteY14" fmla="*/ 93133 h 575734"/>
                <a:gd name="connsiteX15" fmla="*/ 4368800 w 4368800"/>
                <a:gd name="connsiteY15" fmla="*/ 169333 h 575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68800" h="575734">
                  <a:moveTo>
                    <a:pt x="0" y="575734"/>
                  </a:moveTo>
                  <a:lnTo>
                    <a:pt x="270933" y="372533"/>
                  </a:lnTo>
                  <a:lnTo>
                    <a:pt x="575733" y="465667"/>
                  </a:lnTo>
                  <a:lnTo>
                    <a:pt x="880533" y="406400"/>
                  </a:lnTo>
                  <a:lnTo>
                    <a:pt x="1134533" y="254000"/>
                  </a:lnTo>
                  <a:lnTo>
                    <a:pt x="1456266" y="364067"/>
                  </a:lnTo>
                  <a:lnTo>
                    <a:pt x="1727200" y="304800"/>
                  </a:lnTo>
                  <a:lnTo>
                    <a:pt x="2048933" y="33867"/>
                  </a:lnTo>
                  <a:lnTo>
                    <a:pt x="2353733" y="338667"/>
                  </a:lnTo>
                  <a:cubicBezTo>
                    <a:pt x="2438400" y="299156"/>
                    <a:pt x="2506133" y="245533"/>
                    <a:pt x="2607733" y="220133"/>
                  </a:cubicBezTo>
                  <a:cubicBezTo>
                    <a:pt x="2709333" y="194733"/>
                    <a:pt x="2844800" y="197556"/>
                    <a:pt x="2963334" y="186267"/>
                  </a:cubicBezTo>
                  <a:lnTo>
                    <a:pt x="3234266" y="254000"/>
                  </a:lnTo>
                  <a:lnTo>
                    <a:pt x="3505200" y="0"/>
                  </a:lnTo>
                  <a:lnTo>
                    <a:pt x="3810000" y="186267"/>
                  </a:lnTo>
                  <a:lnTo>
                    <a:pt x="4097866" y="93133"/>
                  </a:lnTo>
                  <a:lnTo>
                    <a:pt x="4368800" y="169333"/>
                  </a:lnTo>
                </a:path>
              </a:pathLst>
            </a:custGeom>
            <a:ln>
              <a:solidFill>
                <a:schemeClr val="accent3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90" name="직선 연결선 89"/>
          <p:cNvCxnSpPr/>
          <p:nvPr/>
        </p:nvCxnSpPr>
        <p:spPr>
          <a:xfrm>
            <a:off x="6228184" y="2517716"/>
            <a:ext cx="504056" cy="0"/>
          </a:xfrm>
          <a:prstGeom prst="line">
            <a:avLst/>
          </a:prstGeom>
          <a:ln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6804248" y="2395488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발전량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예측</a:t>
            </a: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D8FB336-45E6-4A8B-9654-204B641FA235}"/>
              </a:ext>
            </a:extLst>
          </p:cNvPr>
          <p:cNvSpPr/>
          <p:nvPr/>
        </p:nvSpPr>
        <p:spPr>
          <a:xfrm>
            <a:off x="1763688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4E819B4-336C-4B30-952E-BD57ED058A12}"/>
              </a:ext>
            </a:extLst>
          </p:cNvPr>
          <p:cNvGrpSpPr/>
          <p:nvPr/>
        </p:nvGrpSpPr>
        <p:grpSpPr>
          <a:xfrm>
            <a:off x="485190" y="5492163"/>
            <a:ext cx="862386" cy="211955"/>
            <a:chOff x="4861742" y="3907374"/>
            <a:chExt cx="862386" cy="211955"/>
          </a:xfrm>
        </p:grpSpPr>
        <p:pic>
          <p:nvPicPr>
            <p:cNvPr id="4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919D0A24-4A6A-42FB-87E1-83B879763E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59EBDA-7CCA-4A6B-A55B-0AEFEE8962DD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BDEBBE3D-C285-414C-A003-48231675E429}"/>
              </a:ext>
            </a:extLst>
          </p:cNvPr>
          <p:cNvCxnSpPr/>
          <p:nvPr/>
        </p:nvCxnSpPr>
        <p:spPr>
          <a:xfrm>
            <a:off x="7740352" y="2528397"/>
            <a:ext cx="504056" cy="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E04713A-7192-4B45-8B93-C03C3336FC3B}"/>
              </a:ext>
            </a:extLst>
          </p:cNvPr>
          <p:cNvSpPr/>
          <p:nvPr/>
        </p:nvSpPr>
        <p:spPr>
          <a:xfrm>
            <a:off x="8316416" y="2385850"/>
            <a:ext cx="64807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온도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73517143-FCD2-4D72-9D91-BDDEAAC207F2}"/>
              </a:ext>
            </a:extLst>
          </p:cNvPr>
          <p:cNvCxnSpPr>
            <a:cxnSpLocks/>
          </p:cNvCxnSpPr>
          <p:nvPr/>
        </p:nvCxnSpPr>
        <p:spPr>
          <a:xfrm flipV="1">
            <a:off x="3944893" y="4074246"/>
            <a:ext cx="599995" cy="12672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4F2850EA-4617-49D0-9D3E-F8715017140E}"/>
              </a:ext>
            </a:extLst>
          </p:cNvPr>
          <p:cNvCxnSpPr>
            <a:cxnSpLocks/>
          </p:cNvCxnSpPr>
          <p:nvPr/>
        </p:nvCxnSpPr>
        <p:spPr>
          <a:xfrm flipV="1">
            <a:off x="4540169" y="3752569"/>
            <a:ext cx="714387" cy="321678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CDBDE5F2-7F1B-4281-9FC9-613A14E65A19}"/>
              </a:ext>
            </a:extLst>
          </p:cNvPr>
          <p:cNvCxnSpPr>
            <a:cxnSpLocks/>
          </p:cNvCxnSpPr>
          <p:nvPr/>
        </p:nvCxnSpPr>
        <p:spPr>
          <a:xfrm>
            <a:off x="5247783" y="3752569"/>
            <a:ext cx="695023" cy="73443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C8BC1EB-5994-4FC7-8910-3EC78FDE4E2B}"/>
              </a:ext>
            </a:extLst>
          </p:cNvPr>
          <p:cNvCxnSpPr>
            <a:cxnSpLocks/>
          </p:cNvCxnSpPr>
          <p:nvPr/>
        </p:nvCxnSpPr>
        <p:spPr>
          <a:xfrm>
            <a:off x="5925145" y="3822813"/>
            <a:ext cx="745594" cy="847620"/>
          </a:xfrm>
          <a:prstGeom prst="line">
            <a:avLst/>
          </a:prstGeom>
          <a:ln w="127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8F9494-255C-4F8F-B5F0-47339B176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직사각형 51">
            <a:extLst>
              <a:ext uri="{FF2B5EF4-FFF2-40B4-BE49-F238E27FC236}">
                <a16:creationId xmlns:a16="http://schemas.microsoft.com/office/drawing/2014/main" id="{1CFB225A-3E86-4CA3-89FB-4C43A4BF915D}"/>
              </a:ext>
            </a:extLst>
          </p:cNvPr>
          <p:cNvSpPr/>
          <p:nvPr/>
        </p:nvSpPr>
        <p:spPr>
          <a:xfrm>
            <a:off x="4594096" y="185748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993647B-670C-4EEE-8E00-91DB07FA0770}"/>
              </a:ext>
            </a:extLst>
          </p:cNvPr>
          <p:cNvSpPr/>
          <p:nvPr/>
        </p:nvSpPr>
        <p:spPr>
          <a:xfrm>
            <a:off x="53141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BF2B974-927F-415A-999A-D146A0C3BC8F}"/>
              </a:ext>
            </a:extLst>
          </p:cNvPr>
          <p:cNvSpPr/>
          <p:nvPr/>
        </p:nvSpPr>
        <p:spPr>
          <a:xfrm>
            <a:off x="65769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7271982-C9A1-44EE-AAAC-9EFF7CAA0AF4}"/>
              </a:ext>
            </a:extLst>
          </p:cNvPr>
          <p:cNvSpPr/>
          <p:nvPr/>
        </p:nvSpPr>
        <p:spPr>
          <a:xfrm>
            <a:off x="6864961" y="185748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271C03-D9E5-4139-B1DA-1B7F68356E5C}"/>
              </a:ext>
            </a:extLst>
          </p:cNvPr>
          <p:cNvSpPr/>
          <p:nvPr/>
        </p:nvSpPr>
        <p:spPr>
          <a:xfrm>
            <a:off x="7114376" y="185748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BBA869C-C57C-4865-B203-A7CD5987540A}"/>
              </a:ext>
            </a:extLst>
          </p:cNvPr>
          <p:cNvSpPr/>
          <p:nvPr/>
        </p:nvSpPr>
        <p:spPr>
          <a:xfrm>
            <a:off x="8377129" y="185748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2987395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2667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DR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실적 현황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645618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오늘의 사용량을 시간 별로 구분하여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2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차원 꺾은 선형 그래프로 표시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오늘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어제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지난 주의 기준 시간대의 사용량을 비교할 수 있도록 함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‘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기준부하 및 목표사용량 확인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’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을 클릭하면 기준부하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(CBL)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값과 목표사용량을 보여주고 그래프 하단에 감축일자 별 시간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실적을 보여준다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FontTx/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특정 위치에 마우스 오버하면 시간 정보에 대한 </a:t>
            </a:r>
            <a:r>
              <a:rPr lang="ko-KR" altLang="en-US" sz="1050" b="1" dirty="0" err="1">
                <a:solidFill>
                  <a:schemeClr val="tx1"/>
                </a:solidFill>
                <a:latin typeface="맑은 고딕" pitchFamily="50" charset="-127"/>
              </a:rPr>
              <a:t>툴팁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</a:rPr>
              <a:t> 팝업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43435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00808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5)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수요반응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(DR)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7" name="직선 연결선 36"/>
          <p:cNvCxnSpPr/>
          <p:nvPr/>
        </p:nvCxnSpPr>
        <p:spPr>
          <a:xfrm>
            <a:off x="375391" y="540738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375391" y="1772816"/>
            <a:ext cx="1820532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오늘의 사용량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355309"/>
              </p:ext>
            </p:extLst>
          </p:nvPr>
        </p:nvGraphicFramePr>
        <p:xfrm>
          <a:off x="485190" y="2564904"/>
          <a:ext cx="8191248" cy="2013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99802655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423982244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215763484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826529500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380773476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38419445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749036958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675851017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466669195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667275161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1235731143"/>
                    </a:ext>
                  </a:extLst>
                </a:gridCol>
                <a:gridCol w="315048">
                  <a:extLst>
                    <a:ext uri="{9D8B030D-6E8A-4147-A177-3AD203B41FA5}">
                      <a16:colId xmlns:a16="http://schemas.microsoft.com/office/drawing/2014/main" val="3913681239"/>
                    </a:ext>
                  </a:extLst>
                </a:gridCol>
              </a:tblGrid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649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46" name="직선 연결선 45"/>
          <p:cNvCxnSpPr>
            <a:cxnSpLocks/>
          </p:cNvCxnSpPr>
          <p:nvPr/>
        </p:nvCxnSpPr>
        <p:spPr>
          <a:xfrm>
            <a:off x="1187624" y="3595088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4605391" y="1772816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325471" y="1772816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6588224" y="1772816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876256" y="1772816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125671" y="1772816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8388424" y="1772816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3" name="직선 연결선 52"/>
          <p:cNvCxnSpPr>
            <a:cxnSpLocks/>
          </p:cNvCxnSpPr>
          <p:nvPr/>
        </p:nvCxnSpPr>
        <p:spPr>
          <a:xfrm>
            <a:off x="1187624" y="3019024"/>
            <a:ext cx="7147615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175C866-1790-46F2-ADC7-7A15DF651C34}"/>
              </a:ext>
            </a:extLst>
          </p:cNvPr>
          <p:cNvGrpSpPr/>
          <p:nvPr/>
        </p:nvGrpSpPr>
        <p:grpSpPr>
          <a:xfrm>
            <a:off x="485190" y="5130417"/>
            <a:ext cx="862386" cy="211955"/>
            <a:chOff x="4861742" y="3907374"/>
            <a:chExt cx="862386" cy="211955"/>
          </a:xfrm>
        </p:grpSpPr>
        <p:pic>
          <p:nvPicPr>
            <p:cNvPr id="3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5B689A64-1672-4ADD-8792-2FDA4961A4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37C417C-60CC-4360-99C3-8D5BC3632E3C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2A656252-0AA4-4E87-92EC-B17B61B0F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857735C3-ABC2-4015-ACDC-3910D4A61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721400"/>
              </p:ext>
            </p:extLst>
          </p:nvPr>
        </p:nvGraphicFramePr>
        <p:xfrm>
          <a:off x="485190" y="4578641"/>
          <a:ext cx="8214774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2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83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감축일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감축시간대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</a:rPr>
                        <a:t>고객기준부하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계약용량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chemeClr val="bg1"/>
                          </a:solidFill>
                        </a:rPr>
                        <a:t>목표사용량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10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kW</a:t>
                      </a:r>
                      <a:r>
                        <a:rPr lang="en-US" altLang="ko-KR" sz="100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감축량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(kW)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bg1"/>
                          </a:solidFill>
                        </a:rPr>
                        <a:t>이행률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2016-01-14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16:00~17:00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750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4,250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106.25%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2016-01-14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17:00~18:00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5,500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4,700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117.50%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CFEA8C-D46E-4688-968E-C10192D61DCA}"/>
              </a:ext>
            </a:extLst>
          </p:cNvPr>
          <p:cNvSpPr/>
          <p:nvPr/>
        </p:nvSpPr>
        <p:spPr>
          <a:xfrm>
            <a:off x="6715059" y="4962250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A12938F-6382-4B0E-9D5F-FA4A4D5F653D}"/>
              </a:ext>
            </a:extLst>
          </p:cNvPr>
          <p:cNvSpPr/>
          <p:nvPr/>
        </p:nvSpPr>
        <p:spPr>
          <a:xfrm>
            <a:off x="7369005" y="4890241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850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B616CD3-1B36-417B-A531-C75BB8182627}"/>
              </a:ext>
            </a:extLst>
          </p:cNvPr>
          <p:cNvSpPr/>
          <p:nvPr/>
        </p:nvSpPr>
        <p:spPr>
          <a:xfrm>
            <a:off x="8335239" y="4962250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EB88A33-ECBB-4769-A9F7-E6ED3D35FF4A}"/>
              </a:ext>
            </a:extLst>
          </p:cNvPr>
          <p:cNvSpPr/>
          <p:nvPr/>
        </p:nvSpPr>
        <p:spPr>
          <a:xfrm>
            <a:off x="236768" y="2098987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bg1">
                  <a:lumMod val="6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FD776AED-977B-4761-A954-962639F35354}"/>
              </a:ext>
            </a:extLst>
          </p:cNvPr>
          <p:cNvGrpSpPr/>
          <p:nvPr/>
        </p:nvGrpSpPr>
        <p:grpSpPr>
          <a:xfrm>
            <a:off x="1259632" y="3023550"/>
            <a:ext cx="2949900" cy="1248958"/>
            <a:chOff x="1413933" y="2780928"/>
            <a:chExt cx="5030275" cy="1248958"/>
          </a:xfrm>
        </p:grpSpPr>
        <p:sp>
          <p:nvSpPr>
            <p:cNvPr id="55" name="자유형 10">
              <a:extLst>
                <a:ext uri="{FF2B5EF4-FFF2-40B4-BE49-F238E27FC236}">
                  <a16:creationId xmlns:a16="http://schemas.microsoft.com/office/drawing/2014/main" id="{95FC98B7-CE3C-492E-91A3-AFB88ADADB47}"/>
                </a:ext>
              </a:extLst>
            </p:cNvPr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자유형 11">
              <a:extLst>
                <a:ext uri="{FF2B5EF4-FFF2-40B4-BE49-F238E27FC236}">
                  <a16:creationId xmlns:a16="http://schemas.microsoft.com/office/drawing/2014/main" id="{2BEDB872-23AE-4A95-AB19-F67595252D85}"/>
                </a:ext>
              </a:extLst>
            </p:cNvPr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7" name="자유형 12">
              <a:extLst>
                <a:ext uri="{FF2B5EF4-FFF2-40B4-BE49-F238E27FC236}">
                  <a16:creationId xmlns:a16="http://schemas.microsoft.com/office/drawing/2014/main" id="{B5492779-0C92-41BD-824B-77CBFCCB51B8}"/>
                </a:ext>
              </a:extLst>
            </p:cNvPr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ED0CBB2-BD14-492A-B84C-16F4FCD9C1F7}"/>
              </a:ext>
            </a:extLst>
          </p:cNvPr>
          <p:cNvCxnSpPr/>
          <p:nvPr/>
        </p:nvCxnSpPr>
        <p:spPr>
          <a:xfrm>
            <a:off x="4214376" y="2579161"/>
            <a:ext cx="0" cy="2016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701B6BC-5905-415E-9197-2B96ABF62E8A}"/>
              </a:ext>
            </a:extLst>
          </p:cNvPr>
          <p:cNvGrpSpPr/>
          <p:nvPr/>
        </p:nvGrpSpPr>
        <p:grpSpPr>
          <a:xfrm>
            <a:off x="3771418" y="3020867"/>
            <a:ext cx="1441384" cy="401643"/>
            <a:chOff x="13103405" y="3867156"/>
            <a:chExt cx="1441384" cy="401643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C16BB2E-A569-48BA-B78C-D1ABDC6E8650}"/>
                </a:ext>
              </a:extLst>
            </p:cNvPr>
            <p:cNvSpPr/>
            <p:nvPr/>
          </p:nvSpPr>
          <p:spPr>
            <a:xfrm>
              <a:off x="13103405" y="4049720"/>
              <a:ext cx="720000" cy="219079"/>
            </a:xfrm>
            <a:prstGeom prst="rect">
              <a:avLst/>
            </a:prstGeom>
            <a:solidFill>
              <a:srgbClr val="B9E3FE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1885F96-8346-4C80-844E-6FD1057E26C2}"/>
                </a:ext>
              </a:extLst>
            </p:cNvPr>
            <p:cNvSpPr/>
            <p:nvPr/>
          </p:nvSpPr>
          <p:spPr>
            <a:xfrm>
              <a:off x="13824789" y="3867156"/>
              <a:ext cx="720000" cy="401643"/>
            </a:xfrm>
            <a:prstGeom prst="rect">
              <a:avLst/>
            </a:prstGeom>
            <a:solidFill>
              <a:srgbClr val="B9E3FE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7D3E0BD-4764-4075-97FC-B9ACB89CB8D7}"/>
              </a:ext>
            </a:extLst>
          </p:cNvPr>
          <p:cNvSpPr/>
          <p:nvPr/>
        </p:nvSpPr>
        <p:spPr>
          <a:xfrm>
            <a:off x="2993325" y="2241978"/>
            <a:ext cx="1088968" cy="590204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ctr"/>
          <a:lstStyle/>
          <a:p>
            <a:r>
              <a:rPr lang="en-US" altLang="ko-KR" sz="600" dirty="0">
                <a:solidFill>
                  <a:schemeClr val="tx1"/>
                </a:solidFill>
              </a:rPr>
              <a:t>1</a:t>
            </a:r>
            <a:r>
              <a:rPr lang="ko-KR" altLang="en-US" sz="600" dirty="0">
                <a:solidFill>
                  <a:schemeClr val="tx1"/>
                </a:solidFill>
              </a:rPr>
              <a:t>월</a:t>
            </a:r>
            <a:r>
              <a:rPr lang="en-US" altLang="ko-KR" sz="600" dirty="0">
                <a:solidFill>
                  <a:schemeClr val="tx1"/>
                </a:solidFill>
              </a:rPr>
              <a:t>14</a:t>
            </a:r>
            <a:r>
              <a:rPr lang="ko-KR" altLang="en-US" sz="600" dirty="0">
                <a:solidFill>
                  <a:schemeClr val="tx1"/>
                </a:solidFill>
              </a:rPr>
              <a:t>일 목요일</a:t>
            </a:r>
            <a:r>
              <a:rPr lang="en-US" altLang="ko-KR" sz="600" dirty="0">
                <a:solidFill>
                  <a:schemeClr val="tx1"/>
                </a:solidFill>
              </a:rPr>
              <a:t>,</a:t>
            </a:r>
            <a:r>
              <a:rPr lang="ko-KR" altLang="en-US" sz="600" dirty="0">
                <a:solidFill>
                  <a:schemeClr val="tx1"/>
                </a:solidFill>
              </a:rPr>
              <a:t> </a:t>
            </a:r>
            <a:r>
              <a:rPr lang="en-US" altLang="ko-KR" sz="600" dirty="0">
                <a:solidFill>
                  <a:schemeClr val="tx1"/>
                </a:solidFill>
              </a:rPr>
              <a:t>17:42</a:t>
            </a:r>
            <a:endParaRPr lang="en-US" altLang="ko-KR" sz="600" dirty="0">
              <a:solidFill>
                <a:srgbClr val="FF0000"/>
              </a:solidFill>
            </a:endParaRPr>
          </a:p>
          <a:p>
            <a:r>
              <a:rPr lang="en-US" altLang="ko-KR" sz="600" dirty="0">
                <a:solidFill>
                  <a:srgbClr val="FF0000"/>
                </a:solidFill>
              </a:rPr>
              <a:t>- </a:t>
            </a:r>
            <a:r>
              <a:rPr lang="ko-KR" altLang="en-US" sz="600" dirty="0">
                <a:solidFill>
                  <a:srgbClr val="FF0000"/>
                </a:solidFill>
              </a:rPr>
              <a:t>기준부하</a:t>
            </a:r>
            <a:r>
              <a:rPr lang="en-US" altLang="ko-KR" sz="600" dirty="0">
                <a:solidFill>
                  <a:srgbClr val="FF0000"/>
                </a:solidFill>
              </a:rPr>
              <a:t>(CBL) 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5,500kW</a:t>
            </a:r>
          </a:p>
          <a:p>
            <a:r>
              <a:rPr lang="en-US" altLang="ko-KR" sz="600" dirty="0">
                <a:solidFill>
                  <a:schemeClr val="accent6">
                    <a:lumMod val="75000"/>
                  </a:schemeClr>
                </a:solidFill>
              </a:rPr>
              <a:t>- </a:t>
            </a:r>
            <a:r>
              <a:rPr lang="ko-KR" altLang="en-US" sz="600" dirty="0">
                <a:solidFill>
                  <a:schemeClr val="accent6">
                    <a:lumMod val="75000"/>
                  </a:schemeClr>
                </a:solidFill>
              </a:rPr>
              <a:t>현재 사용량 </a:t>
            </a:r>
            <a:r>
              <a:rPr lang="en-US" altLang="ko-KR" sz="600" dirty="0">
                <a:solidFill>
                  <a:schemeClr val="accent6">
                    <a:lumMod val="75000"/>
                  </a:schemeClr>
                </a:solidFill>
              </a:rPr>
              <a:t>: </a:t>
            </a:r>
            <a:r>
              <a:rPr lang="en-US" altLang="ko-KR" sz="600" b="1" dirty="0">
                <a:solidFill>
                  <a:schemeClr val="tx1"/>
                </a:solidFill>
              </a:rPr>
              <a:t>800kW</a:t>
            </a:r>
          </a:p>
          <a:p>
            <a:r>
              <a:rPr lang="en-US" altLang="ko-KR" sz="600" dirty="0">
                <a:solidFill>
                  <a:srgbClr val="0070C0"/>
                </a:solidFill>
              </a:rPr>
              <a:t>- </a:t>
            </a:r>
            <a:r>
              <a:rPr lang="ko-KR" altLang="en-US" sz="600" dirty="0" err="1">
                <a:solidFill>
                  <a:srgbClr val="0070C0"/>
                </a:solidFill>
              </a:rPr>
              <a:t>감축량</a:t>
            </a:r>
            <a:r>
              <a:rPr lang="ko-KR" altLang="en-US" sz="600" dirty="0">
                <a:solidFill>
                  <a:srgbClr val="0070C0"/>
                </a:solidFill>
              </a:rPr>
              <a:t> </a:t>
            </a:r>
            <a:r>
              <a:rPr lang="en-US" altLang="ko-KR" sz="600" dirty="0">
                <a:solidFill>
                  <a:srgbClr val="0070C0"/>
                </a:solidFill>
              </a:rPr>
              <a:t>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4,700kW</a:t>
            </a:r>
          </a:p>
          <a:p>
            <a:r>
              <a:rPr lang="en-US" altLang="ko-KR" sz="600" dirty="0">
                <a:solidFill>
                  <a:srgbClr val="A3CFE5"/>
                </a:solidFill>
              </a:rPr>
              <a:t>- </a:t>
            </a:r>
            <a:r>
              <a:rPr lang="ko-KR" altLang="en-US" sz="600" dirty="0">
                <a:solidFill>
                  <a:srgbClr val="A3CFE5"/>
                </a:solidFill>
              </a:rPr>
              <a:t>목표사용량</a:t>
            </a:r>
            <a:r>
              <a:rPr lang="en-US" altLang="ko-KR" sz="600" dirty="0">
                <a:solidFill>
                  <a:srgbClr val="A3CFE5"/>
                </a:solidFill>
              </a:rPr>
              <a:t> :</a:t>
            </a:r>
            <a:r>
              <a:rPr lang="en-US" altLang="ko-KR" sz="600" dirty="0">
                <a:solidFill>
                  <a:schemeClr val="tx1"/>
                </a:solidFill>
              </a:rPr>
              <a:t> </a:t>
            </a:r>
            <a:r>
              <a:rPr lang="en-US" altLang="ko-KR" sz="600" b="1" dirty="0">
                <a:solidFill>
                  <a:schemeClr val="tx1"/>
                </a:solidFill>
              </a:rPr>
              <a:t>1,500kW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3AFE6F5-B39E-4C7E-B5D1-C7B09686E70C}"/>
              </a:ext>
            </a:extLst>
          </p:cNvPr>
          <p:cNvGrpSpPr/>
          <p:nvPr/>
        </p:nvGrpSpPr>
        <p:grpSpPr>
          <a:xfrm>
            <a:off x="3784893" y="2820303"/>
            <a:ext cx="1433726" cy="147054"/>
            <a:chOff x="3784893" y="2295519"/>
            <a:chExt cx="1433726" cy="147054"/>
          </a:xfrm>
        </p:grpSpPr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11AE1830-F8AB-444E-93D8-E7B6005A78D0}"/>
                </a:ext>
              </a:extLst>
            </p:cNvPr>
            <p:cNvCxnSpPr/>
            <p:nvPr/>
          </p:nvCxnSpPr>
          <p:spPr>
            <a:xfrm>
              <a:off x="3784893" y="2405058"/>
              <a:ext cx="720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F6D9AE13-65CB-48C1-9790-F46E1CE3E60C}"/>
                </a:ext>
              </a:extLst>
            </p:cNvPr>
            <p:cNvCxnSpPr/>
            <p:nvPr/>
          </p:nvCxnSpPr>
          <p:spPr>
            <a:xfrm>
              <a:off x="4498619" y="2295519"/>
              <a:ext cx="720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1E5910F-DAAE-4872-9F3F-FC90EA5DA938}"/>
                </a:ext>
              </a:extLst>
            </p:cNvPr>
            <p:cNvCxnSpPr/>
            <p:nvPr/>
          </p:nvCxnSpPr>
          <p:spPr>
            <a:xfrm rot="5400000">
              <a:off x="4443826" y="2350264"/>
              <a:ext cx="108000" cy="1588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E1CFA752-70D4-42E0-994B-22C5BCFAD330}"/>
                </a:ext>
              </a:extLst>
            </p:cNvPr>
            <p:cNvSpPr/>
            <p:nvPr/>
          </p:nvSpPr>
          <p:spPr>
            <a:xfrm>
              <a:off x="4185188" y="2370573"/>
              <a:ext cx="72000" cy="72000"/>
            </a:xfrm>
            <a:prstGeom prst="ellipse">
              <a:avLst/>
            </a:prstGeom>
            <a:solidFill>
              <a:srgbClr val="FF99C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0" name="타원 69">
            <a:extLst>
              <a:ext uri="{FF2B5EF4-FFF2-40B4-BE49-F238E27FC236}">
                <a16:creationId xmlns:a16="http://schemas.microsoft.com/office/drawing/2014/main" id="{EBBF22FE-E9F7-4C17-BAD0-FF70374CA847}"/>
              </a:ext>
            </a:extLst>
          </p:cNvPr>
          <p:cNvSpPr/>
          <p:nvPr/>
        </p:nvSpPr>
        <p:spPr>
          <a:xfrm>
            <a:off x="4185188" y="2991976"/>
            <a:ext cx="72000" cy="72000"/>
          </a:xfrm>
          <a:prstGeom prst="ellipse">
            <a:avLst/>
          </a:prstGeom>
          <a:solidFill>
            <a:srgbClr val="FF99CC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DE35BFDD-FBA2-4179-AB38-193643CA0F8C}"/>
              </a:ext>
            </a:extLst>
          </p:cNvPr>
          <p:cNvSpPr/>
          <p:nvPr/>
        </p:nvSpPr>
        <p:spPr>
          <a:xfrm>
            <a:off x="1259632" y="1812571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E6D1367-2F24-48E0-BCE8-DED1DFCE2B0B}"/>
              </a:ext>
            </a:extLst>
          </p:cNvPr>
          <p:cNvSpPr txBox="1"/>
          <p:nvPr/>
        </p:nvSpPr>
        <p:spPr>
          <a:xfrm>
            <a:off x="1472556" y="5137065"/>
            <a:ext cx="129924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기준부하 및 목표사용량 확인</a:t>
            </a:r>
          </a:p>
        </p:txBody>
      </p:sp>
      <p:pic>
        <p:nvPicPr>
          <p:cNvPr id="1026" name="Picture 2" descr="standardì ëí ì´ë¯¸ì§ ê²ìê²°ê³¼">
            <a:extLst>
              <a:ext uri="{FF2B5EF4-FFF2-40B4-BE49-F238E27FC236}">
                <a16:creationId xmlns:a16="http://schemas.microsoft.com/office/drawing/2014/main" id="{999E2272-260A-4590-8D42-D19FA5CE1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629" y="5146149"/>
            <a:ext cx="170228" cy="170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9ACADC7-FC69-49A9-9678-91462664E9B5}"/>
              </a:ext>
            </a:extLst>
          </p:cNvPr>
          <p:cNvCxnSpPr/>
          <p:nvPr/>
        </p:nvCxnSpPr>
        <p:spPr>
          <a:xfrm>
            <a:off x="3419872" y="2399100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6BD2137-8CAF-492D-AD29-9ACF73FF54A6}"/>
              </a:ext>
            </a:extLst>
          </p:cNvPr>
          <p:cNvSpPr/>
          <p:nvPr/>
        </p:nvSpPr>
        <p:spPr>
          <a:xfrm>
            <a:off x="3995936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318B528-EB1D-4DED-8303-7F8FC3C5026B}"/>
              </a:ext>
            </a:extLst>
          </p:cNvPr>
          <p:cNvCxnSpPr/>
          <p:nvPr/>
        </p:nvCxnSpPr>
        <p:spPr>
          <a:xfrm>
            <a:off x="4716016" y="2399100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A1D395E-4E9F-4E13-8B2A-EF520FB474F9}"/>
              </a:ext>
            </a:extLst>
          </p:cNvPr>
          <p:cNvSpPr/>
          <p:nvPr/>
        </p:nvSpPr>
        <p:spPr>
          <a:xfrm>
            <a:off x="5292080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7B870A2-D045-4096-9044-C30F4DE2001E}"/>
              </a:ext>
            </a:extLst>
          </p:cNvPr>
          <p:cNvCxnSpPr/>
          <p:nvPr/>
        </p:nvCxnSpPr>
        <p:spPr>
          <a:xfrm>
            <a:off x="6012160" y="2399100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5B84184-BF59-4825-911C-87FFD2AD1BAB}"/>
              </a:ext>
            </a:extLst>
          </p:cNvPr>
          <p:cNvSpPr/>
          <p:nvPr/>
        </p:nvSpPr>
        <p:spPr>
          <a:xfrm>
            <a:off x="6588224" y="2276872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지난 주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0D5B945-0E29-4B47-B3E1-0107BC84F969}"/>
              </a:ext>
            </a:extLst>
          </p:cNvPr>
          <p:cNvCxnSpPr/>
          <p:nvPr/>
        </p:nvCxnSpPr>
        <p:spPr>
          <a:xfrm>
            <a:off x="7308304" y="2398531"/>
            <a:ext cx="504056" cy="0"/>
          </a:xfrm>
          <a:prstGeom prst="line">
            <a:avLst/>
          </a:prstGeom>
          <a:ln w="9525">
            <a:solidFill>
              <a:schemeClr val="accent3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03FCDE5-DA5A-4A6D-AB48-E4F964323201}"/>
              </a:ext>
            </a:extLst>
          </p:cNvPr>
          <p:cNvSpPr/>
          <p:nvPr/>
        </p:nvSpPr>
        <p:spPr>
          <a:xfrm>
            <a:off x="7884368" y="2276303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계획 사용량</a:t>
            </a:r>
          </a:p>
        </p:txBody>
      </p:sp>
    </p:spTree>
    <p:extLst>
      <p:ext uri="{BB962C8B-B14F-4D97-AF65-F5344CB8AC3E}">
        <p14:creationId xmlns:p14="http://schemas.microsoft.com/office/powerpoint/2010/main" val="932586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52010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6" name="자유형 5"/>
          <p:cNvSpPr/>
          <p:nvPr/>
        </p:nvSpPr>
        <p:spPr>
          <a:xfrm>
            <a:off x="2286000" y="3993893"/>
            <a:ext cx="1733550" cy="453390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사용량 구성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(DER)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0226" y="5877272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현재 사용량에서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인한 사용량의 효율을 나타낸다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실제 사용량 기준으로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또는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사용량의 데이터가 업데이트 되면 해당 영역만큼의 효율성을 나타낼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예를 들어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03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~ 08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 사용될 때 실제 사용량은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사용량을 포함하는 만큼의 사용이 되지만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사용으로 인해 주황색 영역과 같이 실제 사용량은 줄어 들게 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648656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074797"/>
              </p:ext>
            </p:extLst>
          </p:nvPr>
        </p:nvGraphicFramePr>
        <p:xfrm>
          <a:off x="467544" y="2495936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4283968" y="2327092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4860032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5796136" y="2327092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6372200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375391" y="5587665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187624" y="2878337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665988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6840252" y="5110585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494198" y="5038576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8460432" y="5110585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79495" y="2060848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/>
        </p:nvSpPr>
        <p:spPr>
          <a:xfrm rot="10615747">
            <a:off x="2260737" y="4041166"/>
            <a:ext cx="1757659" cy="90164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4023360" y="4012943"/>
            <a:ext cx="2049780" cy="567690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자유형 1"/>
          <p:cNvSpPr/>
          <p:nvPr/>
        </p:nvSpPr>
        <p:spPr>
          <a:xfrm>
            <a:off x="1354667" y="3996433"/>
            <a:ext cx="4732866" cy="584200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직선 연결선 28"/>
          <p:cNvCxnSpPr/>
          <p:nvPr/>
        </p:nvCxnSpPr>
        <p:spPr>
          <a:xfrm>
            <a:off x="7230793" y="2327092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7806857" y="2204864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699792" y="5038576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60790" y="5038576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959932" y="5038576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4926" y="5038576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98007" y="5038576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한전 사용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892638" y="5038576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81%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6) ESS/PV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 구성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4719462-0A2F-4E3A-A1F1-ECC933A6E225}"/>
              </a:ext>
            </a:extLst>
          </p:cNvPr>
          <p:cNvSpPr/>
          <p:nvPr/>
        </p:nvSpPr>
        <p:spPr>
          <a:xfrm>
            <a:off x="1475656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2E11A6D-4131-4854-AC12-3D5FCCF5743B}"/>
              </a:ext>
            </a:extLst>
          </p:cNvPr>
          <p:cNvGrpSpPr/>
          <p:nvPr/>
        </p:nvGrpSpPr>
        <p:grpSpPr>
          <a:xfrm>
            <a:off x="485190" y="5308182"/>
            <a:ext cx="862386" cy="211955"/>
            <a:chOff x="4861742" y="3907374"/>
            <a:chExt cx="862386" cy="211955"/>
          </a:xfrm>
        </p:grpSpPr>
        <p:pic>
          <p:nvPicPr>
            <p:cNvPr id="4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A85297F3-62DD-421D-AA73-0CED84A52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B52FDF-85A2-48AA-84C4-F6DE4BA1A8B8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4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40170933-7C13-47C7-BC16-FF7DEB480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36A9BD-2BCC-48F5-8196-F8932209D0BC}"/>
              </a:ext>
            </a:extLst>
          </p:cNvPr>
          <p:cNvSpPr/>
          <p:nvPr/>
        </p:nvSpPr>
        <p:spPr>
          <a:xfrm>
            <a:off x="4605391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B31CEDF-CA58-4107-88E2-A3DEC3C86D62}"/>
              </a:ext>
            </a:extLst>
          </p:cNvPr>
          <p:cNvSpPr/>
          <p:nvPr/>
        </p:nvSpPr>
        <p:spPr>
          <a:xfrm>
            <a:off x="53254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9C7AA25-1A17-4E81-AED4-28C59460C16A}"/>
              </a:ext>
            </a:extLst>
          </p:cNvPr>
          <p:cNvSpPr/>
          <p:nvPr/>
        </p:nvSpPr>
        <p:spPr>
          <a:xfrm>
            <a:off x="65882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9F9E22-3A1E-4379-BDCC-2BED9213D01F}"/>
              </a:ext>
            </a:extLst>
          </p:cNvPr>
          <p:cNvSpPr/>
          <p:nvPr/>
        </p:nvSpPr>
        <p:spPr>
          <a:xfrm>
            <a:off x="6876256" y="184482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482BC16-6949-4A5B-A58C-014865B73C4F}"/>
              </a:ext>
            </a:extLst>
          </p:cNvPr>
          <p:cNvSpPr/>
          <p:nvPr/>
        </p:nvSpPr>
        <p:spPr>
          <a:xfrm>
            <a:off x="71256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CF4320F-ABF6-44EA-B8E7-4586B629836F}"/>
              </a:ext>
            </a:extLst>
          </p:cNvPr>
          <p:cNvSpPr/>
          <p:nvPr/>
        </p:nvSpPr>
        <p:spPr>
          <a:xfrm>
            <a:off x="83884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2052787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6" name="자유형 5"/>
          <p:cNvSpPr/>
          <p:nvPr/>
        </p:nvSpPr>
        <p:spPr>
          <a:xfrm>
            <a:off x="2286000" y="3680460"/>
            <a:ext cx="1733550" cy="453390"/>
          </a:xfrm>
          <a:custGeom>
            <a:avLst/>
            <a:gdLst>
              <a:gd name="connsiteX0" fmla="*/ 0 w 1733550"/>
              <a:gd name="connsiteY0" fmla="*/ 171450 h 453390"/>
              <a:gd name="connsiteX1" fmla="*/ 582930 w 1733550"/>
              <a:gd name="connsiteY1" fmla="*/ 430530 h 453390"/>
              <a:gd name="connsiteX2" fmla="*/ 864870 w 1733550"/>
              <a:gd name="connsiteY2" fmla="*/ 453390 h 453390"/>
              <a:gd name="connsiteX3" fmla="*/ 1165860 w 1733550"/>
              <a:gd name="connsiteY3" fmla="*/ 419100 h 453390"/>
              <a:gd name="connsiteX4" fmla="*/ 1482090 w 1733550"/>
              <a:gd name="connsiteY4" fmla="*/ 106680 h 453390"/>
              <a:gd name="connsiteX5" fmla="*/ 1733550 w 1733550"/>
              <a:gd name="connsiteY5" fmla="*/ 0 h 453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3550" h="453390">
                <a:moveTo>
                  <a:pt x="0" y="171450"/>
                </a:moveTo>
                <a:lnTo>
                  <a:pt x="582930" y="430530"/>
                </a:lnTo>
                <a:lnTo>
                  <a:pt x="864870" y="453390"/>
                </a:lnTo>
                <a:lnTo>
                  <a:pt x="1165860" y="419100"/>
                </a:lnTo>
                <a:lnTo>
                  <a:pt x="1482090" y="106680"/>
                </a:lnTo>
                <a:lnTo>
                  <a:pt x="1733550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5756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각 에너지 모니터링 화면에 해당 되는 데이터를 저장한다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3325570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 구성 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(DER)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467544" y="2182503"/>
          <a:ext cx="8208914" cy="254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96673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cxnSp>
        <p:nvCxnSpPr>
          <p:cNvPr id="76" name="직선 연결선 75"/>
          <p:cNvCxnSpPr/>
          <p:nvPr/>
        </p:nvCxnSpPr>
        <p:spPr>
          <a:xfrm>
            <a:off x="4283968" y="2013659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4860032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실제 사용량</a:t>
            </a:r>
          </a:p>
        </p:txBody>
      </p:sp>
      <p:cxnSp>
        <p:nvCxnSpPr>
          <p:cNvPr id="78" name="직선 연결선 77"/>
          <p:cNvCxnSpPr/>
          <p:nvPr/>
        </p:nvCxnSpPr>
        <p:spPr>
          <a:xfrm>
            <a:off x="5796136" y="2013659"/>
            <a:ext cx="504056" cy="0"/>
          </a:xfrm>
          <a:prstGeom prst="lin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9" name="직사각형 78"/>
          <p:cNvSpPr/>
          <p:nvPr/>
        </p:nvSpPr>
        <p:spPr>
          <a:xfrm>
            <a:off x="6372200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cxnSp>
        <p:nvCxnSpPr>
          <p:cNvPr id="80" name="직선 연결선 79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1187624" y="2564904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1187624" y="3352555"/>
            <a:ext cx="7488832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6840252" y="4797152"/>
            <a:ext cx="612068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현재 사용량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494198" y="4725143"/>
            <a:ext cx="894226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900</a:t>
            </a:r>
            <a:endParaRPr lang="ko-KR" altLang="en-US" sz="32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8460432" y="4797152"/>
            <a:ext cx="360040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kWh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256076" y="4797152"/>
            <a:ext cx="1510265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6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  <a:t>YYYY-MM-DD hh:mm</a:t>
            </a:r>
            <a:endParaRPr lang="ko-KR" altLang="en-US" sz="900" b="1" dirty="0">
              <a:solidFill>
                <a:schemeClr val="accent6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자유형 4"/>
          <p:cNvSpPr/>
          <p:nvPr/>
        </p:nvSpPr>
        <p:spPr>
          <a:xfrm rot="10615747">
            <a:off x="2260737" y="3727733"/>
            <a:ext cx="1757659" cy="90164"/>
          </a:xfrm>
          <a:custGeom>
            <a:avLst/>
            <a:gdLst>
              <a:gd name="connsiteX0" fmla="*/ 0 w 1761066"/>
              <a:gd name="connsiteY0" fmla="*/ 177800 h 228600"/>
              <a:gd name="connsiteX1" fmla="*/ 601133 w 1761066"/>
              <a:gd name="connsiteY1" fmla="*/ 228600 h 228600"/>
              <a:gd name="connsiteX2" fmla="*/ 905933 w 1761066"/>
              <a:gd name="connsiteY2" fmla="*/ 177800 h 228600"/>
              <a:gd name="connsiteX3" fmla="*/ 1159933 w 1761066"/>
              <a:gd name="connsiteY3" fmla="*/ 127000 h 228600"/>
              <a:gd name="connsiteX4" fmla="*/ 1498600 w 1761066"/>
              <a:gd name="connsiteY4" fmla="*/ 59267 h 228600"/>
              <a:gd name="connsiteX5" fmla="*/ 1761066 w 1761066"/>
              <a:gd name="connsiteY5" fmla="*/ 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61066" h="228600">
                <a:moveTo>
                  <a:pt x="0" y="177800"/>
                </a:moveTo>
                <a:lnTo>
                  <a:pt x="601133" y="228600"/>
                </a:lnTo>
                <a:lnTo>
                  <a:pt x="905933" y="177800"/>
                </a:lnTo>
                <a:lnTo>
                  <a:pt x="1159933" y="127000"/>
                </a:lnTo>
                <a:lnTo>
                  <a:pt x="1498600" y="59267"/>
                </a:lnTo>
                <a:lnTo>
                  <a:pt x="1761066" y="0"/>
                </a:lnTo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자유형 7"/>
          <p:cNvSpPr/>
          <p:nvPr/>
        </p:nvSpPr>
        <p:spPr>
          <a:xfrm>
            <a:off x="4023360" y="3699510"/>
            <a:ext cx="2049780" cy="567690"/>
          </a:xfrm>
          <a:custGeom>
            <a:avLst/>
            <a:gdLst>
              <a:gd name="connsiteX0" fmla="*/ 0 w 2049780"/>
              <a:gd name="connsiteY0" fmla="*/ 0 h 567690"/>
              <a:gd name="connsiteX1" fmla="*/ 331470 w 2049780"/>
              <a:gd name="connsiteY1" fmla="*/ 60960 h 567690"/>
              <a:gd name="connsiteX2" fmla="*/ 640080 w 2049780"/>
              <a:gd name="connsiteY2" fmla="*/ 220980 h 567690"/>
              <a:gd name="connsiteX3" fmla="*/ 1242060 w 2049780"/>
              <a:gd name="connsiteY3" fmla="*/ 236220 h 567690"/>
              <a:gd name="connsiteX4" fmla="*/ 1684020 w 2049780"/>
              <a:gd name="connsiteY4" fmla="*/ 144780 h 567690"/>
              <a:gd name="connsiteX5" fmla="*/ 2049780 w 2049780"/>
              <a:gd name="connsiteY5" fmla="*/ 19050 h 567690"/>
              <a:gd name="connsiteX6" fmla="*/ 1779270 w 2049780"/>
              <a:gd name="connsiteY6" fmla="*/ 346710 h 567690"/>
              <a:gd name="connsiteX7" fmla="*/ 1249680 w 2049780"/>
              <a:gd name="connsiteY7" fmla="*/ 567690 h 567690"/>
              <a:gd name="connsiteX8" fmla="*/ 621030 w 2049780"/>
              <a:gd name="connsiteY8" fmla="*/ 563880 h 567690"/>
              <a:gd name="connsiteX9" fmla="*/ 308610 w 2049780"/>
              <a:gd name="connsiteY9" fmla="*/ 419100 h 567690"/>
              <a:gd name="connsiteX10" fmla="*/ 0 w 2049780"/>
              <a:gd name="connsiteY10" fmla="*/ 0 h 567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49780" h="567690">
                <a:moveTo>
                  <a:pt x="0" y="0"/>
                </a:moveTo>
                <a:lnTo>
                  <a:pt x="331470" y="60960"/>
                </a:lnTo>
                <a:lnTo>
                  <a:pt x="640080" y="220980"/>
                </a:lnTo>
                <a:lnTo>
                  <a:pt x="1242060" y="236220"/>
                </a:lnTo>
                <a:lnTo>
                  <a:pt x="1684020" y="144780"/>
                </a:lnTo>
                <a:lnTo>
                  <a:pt x="2049780" y="19050"/>
                </a:lnTo>
                <a:lnTo>
                  <a:pt x="1779270" y="346710"/>
                </a:lnTo>
                <a:lnTo>
                  <a:pt x="1249680" y="567690"/>
                </a:lnTo>
                <a:lnTo>
                  <a:pt x="621030" y="563880"/>
                </a:lnTo>
                <a:lnTo>
                  <a:pt x="308610" y="4191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자유형 1"/>
          <p:cNvSpPr/>
          <p:nvPr/>
        </p:nvSpPr>
        <p:spPr>
          <a:xfrm>
            <a:off x="1354667" y="3683000"/>
            <a:ext cx="4732866" cy="584200"/>
          </a:xfrm>
          <a:custGeom>
            <a:avLst/>
            <a:gdLst>
              <a:gd name="connsiteX0" fmla="*/ 0 w 4732866"/>
              <a:gd name="connsiteY0" fmla="*/ 330200 h 584200"/>
              <a:gd name="connsiteX1" fmla="*/ 262466 w 4732866"/>
              <a:gd name="connsiteY1" fmla="*/ 169333 h 584200"/>
              <a:gd name="connsiteX2" fmla="*/ 575733 w 4732866"/>
              <a:gd name="connsiteY2" fmla="*/ 279400 h 584200"/>
              <a:gd name="connsiteX3" fmla="*/ 905933 w 4732866"/>
              <a:gd name="connsiteY3" fmla="*/ 169333 h 584200"/>
              <a:gd name="connsiteX4" fmla="*/ 1193800 w 4732866"/>
              <a:gd name="connsiteY4" fmla="*/ 296333 h 584200"/>
              <a:gd name="connsiteX5" fmla="*/ 1507066 w 4732866"/>
              <a:gd name="connsiteY5" fmla="*/ 431800 h 584200"/>
              <a:gd name="connsiteX6" fmla="*/ 1794933 w 4732866"/>
              <a:gd name="connsiteY6" fmla="*/ 457200 h 584200"/>
              <a:gd name="connsiteX7" fmla="*/ 2091266 w 4732866"/>
              <a:gd name="connsiteY7" fmla="*/ 423333 h 584200"/>
              <a:gd name="connsiteX8" fmla="*/ 2413000 w 4732866"/>
              <a:gd name="connsiteY8" fmla="*/ 101600 h 584200"/>
              <a:gd name="connsiteX9" fmla="*/ 2667000 w 4732866"/>
              <a:gd name="connsiteY9" fmla="*/ 0 h 584200"/>
              <a:gd name="connsiteX10" fmla="*/ 2971800 w 4732866"/>
              <a:gd name="connsiteY10" fmla="*/ 431800 h 584200"/>
              <a:gd name="connsiteX11" fmla="*/ 3293533 w 4732866"/>
              <a:gd name="connsiteY11" fmla="*/ 567267 h 584200"/>
              <a:gd name="connsiteX12" fmla="*/ 3615266 w 4732866"/>
              <a:gd name="connsiteY12" fmla="*/ 558800 h 584200"/>
              <a:gd name="connsiteX13" fmla="*/ 3911600 w 4732866"/>
              <a:gd name="connsiteY13" fmla="*/ 584200 h 584200"/>
              <a:gd name="connsiteX14" fmla="*/ 4199466 w 4732866"/>
              <a:gd name="connsiteY14" fmla="*/ 440267 h 584200"/>
              <a:gd name="connsiteX15" fmla="*/ 4453466 w 4732866"/>
              <a:gd name="connsiteY15" fmla="*/ 364067 h 584200"/>
              <a:gd name="connsiteX16" fmla="*/ 4732866 w 4732866"/>
              <a:gd name="connsiteY16" fmla="*/ 16933 h 58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732866" h="584200">
                <a:moveTo>
                  <a:pt x="0" y="330200"/>
                </a:moveTo>
                <a:lnTo>
                  <a:pt x="262466" y="169333"/>
                </a:lnTo>
                <a:lnTo>
                  <a:pt x="575733" y="279400"/>
                </a:lnTo>
                <a:lnTo>
                  <a:pt x="905933" y="169333"/>
                </a:lnTo>
                <a:lnTo>
                  <a:pt x="1193800" y="296333"/>
                </a:lnTo>
                <a:lnTo>
                  <a:pt x="1507066" y="431800"/>
                </a:lnTo>
                <a:lnTo>
                  <a:pt x="1794933" y="457200"/>
                </a:lnTo>
                <a:lnTo>
                  <a:pt x="2091266" y="423333"/>
                </a:lnTo>
                <a:lnTo>
                  <a:pt x="2413000" y="101600"/>
                </a:lnTo>
                <a:lnTo>
                  <a:pt x="2667000" y="0"/>
                </a:lnTo>
                <a:lnTo>
                  <a:pt x="2971800" y="431800"/>
                </a:lnTo>
                <a:lnTo>
                  <a:pt x="3293533" y="567267"/>
                </a:lnTo>
                <a:lnTo>
                  <a:pt x="3615266" y="558800"/>
                </a:lnTo>
                <a:lnTo>
                  <a:pt x="3911600" y="584200"/>
                </a:lnTo>
                <a:lnTo>
                  <a:pt x="4199466" y="440267"/>
                </a:lnTo>
                <a:lnTo>
                  <a:pt x="4453466" y="364067"/>
                </a:lnTo>
                <a:lnTo>
                  <a:pt x="4732866" y="16933"/>
                </a:lnTo>
              </a:path>
            </a:pathLst>
          </a:cu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직선 연결선 28"/>
          <p:cNvCxnSpPr/>
          <p:nvPr/>
        </p:nvCxnSpPr>
        <p:spPr>
          <a:xfrm>
            <a:off x="7230793" y="2013659"/>
            <a:ext cx="504056" cy="0"/>
          </a:xfrm>
          <a:prstGeom prst="lin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0" name="직사각형 29"/>
          <p:cNvSpPr/>
          <p:nvPr/>
        </p:nvSpPr>
        <p:spPr>
          <a:xfrm>
            <a:off x="7806857" y="1891431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69979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260790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10%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3959932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PV </a:t>
            </a:r>
            <a:r>
              <a:rPr lang="ko-KR" altLang="en-US" sz="9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맑은 고딕" pitchFamily="50" charset="-127"/>
                <a:ea typeface="맑은 고딕" pitchFamily="50" charset="-127"/>
              </a:rPr>
              <a:t>사용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484926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9%</a:t>
            </a:r>
            <a:endParaRPr lang="ko-KR" altLang="en-US" sz="20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1298007" y="4725143"/>
            <a:ext cx="612068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9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맑은 고딕" pitchFamily="50" charset="-127"/>
                <a:ea typeface="맑은 고딕" pitchFamily="50" charset="-127"/>
              </a:rPr>
              <a:t>한전 사용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1892638" y="4725143"/>
            <a:ext cx="807154" cy="5490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0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81%</a:t>
            </a:r>
            <a:endParaRPr lang="ko-KR" altLang="en-US" sz="20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68611" y="188640"/>
            <a:ext cx="3254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에너지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 저장하기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C4719462-0A2F-4E3A-A1F1-ECC933A6E225}"/>
              </a:ext>
            </a:extLst>
          </p:cNvPr>
          <p:cNvSpPr/>
          <p:nvPr/>
        </p:nvSpPr>
        <p:spPr>
          <a:xfrm>
            <a:off x="1475656" y="18845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일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오늘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2E11A6D-4131-4854-AC12-3D5FCCF5743B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42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A85297F3-62DD-421D-AA73-0CED84A52B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B52FDF-85A2-48AA-84C4-F6DE4BA1A8B8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44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98D26457-FB49-4D54-83A0-CEF240DDF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68FD42D9-2798-4EE8-8AAF-C2F503514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5469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11" y="1297543"/>
            <a:ext cx="8635704" cy="421063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IOE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통신상태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Meter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 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525543"/>
              </p:ext>
            </p:extLst>
          </p:nvPr>
        </p:nvGraphicFramePr>
        <p:xfrm>
          <a:off x="755576" y="2515908"/>
          <a:ext cx="7776864" cy="1129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1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IOE(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총량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ESS(</a:t>
                      </a: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충방전</a:t>
                      </a: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소내전력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DISCONNECTED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직사각형 33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D9E6F799-42AB-46BB-BA51-8EF5CEAD5B56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5E55E36-DABA-4D6B-A080-59D4BBE2A6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811B015-87EE-4216-8E76-FD4D2D8A4D35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2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ED0A2A96-A5A1-4587-9B6D-850D352F6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441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PCS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PCS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25298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</a:t>
                      </a:r>
                      <a:r>
                        <a:rPr lang="ko-KR" altLang="en-US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Staus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PCS 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PCS_02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41332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STOP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over current </a:t>
                      </a:r>
                    </a:p>
                    <a:p>
                      <a:pPr algn="ctr" latinLnBrk="1"/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R-Phase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ACEDA02-978A-43F6-AB55-428EDA30056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1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2FAE8784-6F18-40BF-B01A-46F90CCCEA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28A6DE0-F30C-4F6C-89D8-E767DF02570B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1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9C076B0B-C13D-4D97-B5B8-F14F0BEA5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5746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BMS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운전상태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BMS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028110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C/D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baseline="0" dirty="0" err="1">
                          <a:solidFill>
                            <a:schemeClr val="bg1"/>
                          </a:solidFill>
                        </a:rPr>
                        <a:t>Satus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BMS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Charge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BMS_02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Over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cell Voltage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7866745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30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66D4F635-0EA7-45AE-AF11-F97AF6864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04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6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발전상태 모니터링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모니터링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244885"/>
              </p:ext>
            </p:extLst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6F8EFCF-15F1-4417-B90B-008393014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262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268611" y="188640"/>
            <a:ext cx="289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장치 모니터링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연결선 5"/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데이터 저장하기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/>
          </p:nvPr>
        </p:nvGraphicFramePr>
        <p:xfrm>
          <a:off x="611559" y="2515908"/>
          <a:ext cx="7992888" cy="141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823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807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NO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Site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Name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Device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ID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Status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Temperature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PV</a:t>
                      </a:r>
                      <a:r>
                        <a:rPr lang="en-US" altLang="ko-KR" sz="1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Message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Status Time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60001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RUN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51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제일화성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10037202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PV_02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60002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FAULT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Bulk UV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2018-06-15  2:39:01 PM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26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/>
          <p:cNvSpPr/>
          <p:nvPr/>
        </p:nvSpPr>
        <p:spPr>
          <a:xfrm>
            <a:off x="491052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IOE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989290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PCS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7020272" y="1935882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BMS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8048707" y="1935515"/>
            <a:ext cx="67364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PV</a:t>
            </a:r>
            <a:endParaRPr lang="ko-KR" altLang="en-US" sz="8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778893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5845366" y="2024309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6852035" y="2030997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6852404" y="2030997"/>
            <a:ext cx="131472" cy="1227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D977F4-B330-460C-8626-80B88060A287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2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83EF2986-3A02-4914-AE20-AA7D737C3A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3D63C6-4D27-4940-BAB9-93C34602413F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31" name="타원 30">
            <a:extLst>
              <a:ext uri="{FF2B5EF4-FFF2-40B4-BE49-F238E27FC236}">
                <a16:creationId xmlns:a16="http://schemas.microsoft.com/office/drawing/2014/main" id="{BC968406-343E-4098-8C25-60792562EC59}"/>
              </a:ext>
            </a:extLst>
          </p:cNvPr>
          <p:cNvSpPr/>
          <p:nvPr/>
        </p:nvSpPr>
        <p:spPr>
          <a:xfrm>
            <a:off x="7855861" y="2023530"/>
            <a:ext cx="131472" cy="12271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Picture 2" descr="ììë¡ ì ì¥íê¸° íìì ëí ì´ë¯¸ì§ ê²ìê²°ê³¼">
            <a:extLst>
              <a:ext uri="{FF2B5EF4-FFF2-40B4-BE49-F238E27FC236}">
                <a16:creationId xmlns:a16="http://schemas.microsoft.com/office/drawing/2014/main" id="{3382E72E-3E05-4CE8-AB49-084226037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685" y="1982879"/>
            <a:ext cx="499110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AE168206-8495-4919-9026-707F9731FF0B}"/>
              </a:ext>
            </a:extLst>
          </p:cNvPr>
          <p:cNvSpPr/>
          <p:nvPr/>
        </p:nvSpPr>
        <p:spPr>
          <a:xfrm>
            <a:off x="268611" y="5521504"/>
            <a:ext cx="8646588" cy="5756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전체 장비의 모니터링 정보를 한번에 저장한다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- IOE, PCS, BMS, PV</a:t>
            </a:r>
          </a:p>
        </p:txBody>
      </p:sp>
      <p:pic>
        <p:nvPicPr>
          <p:cNvPr id="34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9A5BCFC-D6C6-4047-9E46-B67185996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080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15" name="TextBox 14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사용량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요금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요금 조회는 시간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기간 별 조회가 가능하다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번 조건에 따라 기간 설정은 일별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기간 별로 세부 조회가 가능하다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하단 영역을 통해 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사용요금에 대한 예측과 실적 확인이 가능하다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44824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조회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67899"/>
              </p:ext>
            </p:extLst>
          </p:nvPr>
        </p:nvGraphicFramePr>
        <p:xfrm>
          <a:off x="467544" y="2197864"/>
          <a:ext cx="8275642" cy="177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70782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753004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kWh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12,000 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3" name="직선 연결선 82"/>
          <p:cNvCxnSpPr/>
          <p:nvPr/>
        </p:nvCxnSpPr>
        <p:spPr>
          <a:xfrm>
            <a:off x="1187624" y="3084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605391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YYYY-MM-DD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44823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44823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YYYY-MM-DD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1835696" y="1844823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조회 조건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2555776" y="1844823"/>
            <a:ext cx="1695460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시간대</a:t>
            </a: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일별</a:t>
            </a: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월별</a:t>
            </a: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기간별</a:t>
            </a:r>
          </a:p>
        </p:txBody>
      </p:sp>
      <p:sp>
        <p:nvSpPr>
          <p:cNvPr id="49" name="직사각형 48"/>
          <p:cNvSpPr/>
          <p:nvPr/>
        </p:nvSpPr>
        <p:spPr>
          <a:xfrm>
            <a:off x="4251236" y="1844823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1187624" y="2580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545318"/>
              </p:ext>
            </p:extLst>
          </p:nvPr>
        </p:nvGraphicFramePr>
        <p:xfrm>
          <a:off x="467544" y="4038718"/>
          <a:ext cx="8275646" cy="785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19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(kWh)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실제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사용량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(kWh)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차이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en-US" altLang="ko-KR" sz="900" dirty="0" err="1">
                          <a:solidFill>
                            <a:schemeClr val="bg1"/>
                          </a:solidFill>
                        </a:rPr>
                        <a:t>kHh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),%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예측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 요금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실제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사용 요금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차이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원</a:t>
                      </a:r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),%</a:t>
                      </a:r>
                      <a:endParaRPr lang="ko-KR" alt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95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-5(5%)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9,500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-500(5%)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98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+10(10%)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10,000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11,000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+1,000(10%)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0" name="직선 연결선 59"/>
          <p:cNvCxnSpPr/>
          <p:nvPr/>
        </p:nvCxnSpPr>
        <p:spPr>
          <a:xfrm>
            <a:off x="375391" y="5231899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1329359" y="3552400"/>
            <a:ext cx="36000" cy="25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직사각형 69"/>
          <p:cNvSpPr/>
          <p:nvPr/>
        </p:nvSpPr>
        <p:spPr>
          <a:xfrm>
            <a:off x="1585767" y="3444360"/>
            <a:ext cx="36000" cy="36004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1" name="직사각형 70"/>
          <p:cNvSpPr/>
          <p:nvPr/>
        </p:nvSpPr>
        <p:spPr>
          <a:xfrm>
            <a:off x="1835695" y="3516368"/>
            <a:ext cx="36000" cy="288032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2" name="직사각형 71"/>
          <p:cNvSpPr/>
          <p:nvPr/>
        </p:nvSpPr>
        <p:spPr>
          <a:xfrm>
            <a:off x="2123726" y="3389284"/>
            <a:ext cx="36000" cy="4151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3" name="직사각형 72"/>
          <p:cNvSpPr/>
          <p:nvPr/>
        </p:nvSpPr>
        <p:spPr>
          <a:xfrm>
            <a:off x="2393932" y="3321552"/>
            <a:ext cx="36000" cy="48284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4" name="직사각형 73"/>
          <p:cNvSpPr/>
          <p:nvPr/>
        </p:nvSpPr>
        <p:spPr>
          <a:xfrm>
            <a:off x="2667385" y="3373410"/>
            <a:ext cx="36000" cy="4309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직사각형 74"/>
          <p:cNvSpPr/>
          <p:nvPr/>
        </p:nvSpPr>
        <p:spPr>
          <a:xfrm>
            <a:off x="2915815" y="3373410"/>
            <a:ext cx="36000" cy="4309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직사각형 81"/>
          <p:cNvSpPr/>
          <p:nvPr/>
        </p:nvSpPr>
        <p:spPr>
          <a:xfrm>
            <a:off x="3194129" y="3228419"/>
            <a:ext cx="36000" cy="57598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9" name="직사각형 88"/>
          <p:cNvSpPr/>
          <p:nvPr/>
        </p:nvSpPr>
        <p:spPr>
          <a:xfrm>
            <a:off x="3477666" y="3321552"/>
            <a:ext cx="36000" cy="48284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사용량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요금 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46" name="그룹 45"/>
          <p:cNvGrpSpPr/>
          <p:nvPr/>
        </p:nvGrpSpPr>
        <p:grpSpPr>
          <a:xfrm>
            <a:off x="1187624" y="2496810"/>
            <a:ext cx="2687266" cy="1248958"/>
            <a:chOff x="1413933" y="2780928"/>
            <a:chExt cx="5030275" cy="1248958"/>
          </a:xfrm>
        </p:grpSpPr>
        <p:sp>
          <p:nvSpPr>
            <p:cNvPr id="50" name="자유형 49"/>
            <p:cNvSpPr/>
            <p:nvPr/>
          </p:nvSpPr>
          <p:spPr>
            <a:xfrm>
              <a:off x="1413933" y="2780928"/>
              <a:ext cx="5030275" cy="1208046"/>
            </a:xfrm>
            <a:custGeom>
              <a:avLst/>
              <a:gdLst>
                <a:gd name="connsiteX0" fmla="*/ 0 w 6477000"/>
                <a:gd name="connsiteY0" fmla="*/ 1208046 h 1208046"/>
                <a:gd name="connsiteX1" fmla="*/ 33867 w 6477000"/>
                <a:gd name="connsiteY1" fmla="*/ 1157246 h 1208046"/>
                <a:gd name="connsiteX2" fmla="*/ 67734 w 6477000"/>
                <a:gd name="connsiteY2" fmla="*/ 1140313 h 1208046"/>
                <a:gd name="connsiteX3" fmla="*/ 101600 w 6477000"/>
                <a:gd name="connsiteY3" fmla="*/ 1072580 h 1208046"/>
                <a:gd name="connsiteX4" fmla="*/ 118534 w 6477000"/>
                <a:gd name="connsiteY4" fmla="*/ 1055646 h 1208046"/>
                <a:gd name="connsiteX5" fmla="*/ 152400 w 6477000"/>
                <a:gd name="connsiteY5" fmla="*/ 937113 h 1208046"/>
                <a:gd name="connsiteX6" fmla="*/ 169334 w 6477000"/>
                <a:gd name="connsiteY6" fmla="*/ 903246 h 1208046"/>
                <a:gd name="connsiteX7" fmla="*/ 203200 w 6477000"/>
                <a:gd name="connsiteY7" fmla="*/ 818580 h 1208046"/>
                <a:gd name="connsiteX8" fmla="*/ 220134 w 6477000"/>
                <a:gd name="connsiteY8" fmla="*/ 801646 h 1208046"/>
                <a:gd name="connsiteX9" fmla="*/ 237067 w 6477000"/>
                <a:gd name="connsiteY9" fmla="*/ 750846 h 1208046"/>
                <a:gd name="connsiteX10" fmla="*/ 304800 w 6477000"/>
                <a:gd name="connsiteY10" fmla="*/ 750846 h 1208046"/>
                <a:gd name="connsiteX11" fmla="*/ 321734 w 6477000"/>
                <a:gd name="connsiteY11" fmla="*/ 767780 h 1208046"/>
                <a:gd name="connsiteX12" fmla="*/ 355600 w 6477000"/>
                <a:gd name="connsiteY12" fmla="*/ 784713 h 1208046"/>
                <a:gd name="connsiteX13" fmla="*/ 508000 w 6477000"/>
                <a:gd name="connsiteY13" fmla="*/ 750846 h 1208046"/>
                <a:gd name="connsiteX14" fmla="*/ 575734 w 6477000"/>
                <a:gd name="connsiteY14" fmla="*/ 716980 h 1208046"/>
                <a:gd name="connsiteX15" fmla="*/ 643467 w 6477000"/>
                <a:gd name="connsiteY15" fmla="*/ 683113 h 1208046"/>
                <a:gd name="connsiteX16" fmla="*/ 677334 w 6477000"/>
                <a:gd name="connsiteY16" fmla="*/ 666180 h 1208046"/>
                <a:gd name="connsiteX17" fmla="*/ 762000 w 6477000"/>
                <a:gd name="connsiteY17" fmla="*/ 615380 h 1208046"/>
                <a:gd name="connsiteX18" fmla="*/ 778934 w 6477000"/>
                <a:gd name="connsiteY18" fmla="*/ 598446 h 1208046"/>
                <a:gd name="connsiteX19" fmla="*/ 812800 w 6477000"/>
                <a:gd name="connsiteY19" fmla="*/ 581513 h 1208046"/>
                <a:gd name="connsiteX20" fmla="*/ 965200 w 6477000"/>
                <a:gd name="connsiteY20" fmla="*/ 598446 h 1208046"/>
                <a:gd name="connsiteX21" fmla="*/ 1032934 w 6477000"/>
                <a:gd name="connsiteY21" fmla="*/ 615380 h 1208046"/>
                <a:gd name="connsiteX22" fmla="*/ 1202267 w 6477000"/>
                <a:gd name="connsiteY22" fmla="*/ 598446 h 1208046"/>
                <a:gd name="connsiteX23" fmla="*/ 1270000 w 6477000"/>
                <a:gd name="connsiteY23" fmla="*/ 564580 h 1208046"/>
                <a:gd name="connsiteX24" fmla="*/ 1303867 w 6477000"/>
                <a:gd name="connsiteY24" fmla="*/ 547646 h 1208046"/>
                <a:gd name="connsiteX25" fmla="*/ 1354667 w 6477000"/>
                <a:gd name="connsiteY25" fmla="*/ 530713 h 1208046"/>
                <a:gd name="connsiteX26" fmla="*/ 1388534 w 6477000"/>
                <a:gd name="connsiteY26" fmla="*/ 513780 h 1208046"/>
                <a:gd name="connsiteX27" fmla="*/ 1557867 w 6477000"/>
                <a:gd name="connsiteY27" fmla="*/ 496846 h 1208046"/>
                <a:gd name="connsiteX28" fmla="*/ 1964267 w 6477000"/>
                <a:gd name="connsiteY28" fmla="*/ 462980 h 1208046"/>
                <a:gd name="connsiteX29" fmla="*/ 2082800 w 6477000"/>
                <a:gd name="connsiteY29" fmla="*/ 412180 h 1208046"/>
                <a:gd name="connsiteX30" fmla="*/ 2133600 w 6477000"/>
                <a:gd name="connsiteY30" fmla="*/ 361380 h 1208046"/>
                <a:gd name="connsiteX31" fmla="*/ 2150534 w 6477000"/>
                <a:gd name="connsiteY31" fmla="*/ 344446 h 1208046"/>
                <a:gd name="connsiteX32" fmla="*/ 2201334 w 6477000"/>
                <a:gd name="connsiteY32" fmla="*/ 310580 h 1208046"/>
                <a:gd name="connsiteX33" fmla="*/ 2455334 w 6477000"/>
                <a:gd name="connsiteY33" fmla="*/ 327513 h 1208046"/>
                <a:gd name="connsiteX34" fmla="*/ 2489200 w 6477000"/>
                <a:gd name="connsiteY34" fmla="*/ 361380 h 1208046"/>
                <a:gd name="connsiteX35" fmla="*/ 2624667 w 6477000"/>
                <a:gd name="connsiteY35" fmla="*/ 378313 h 1208046"/>
                <a:gd name="connsiteX36" fmla="*/ 2726267 w 6477000"/>
                <a:gd name="connsiteY36" fmla="*/ 395246 h 1208046"/>
                <a:gd name="connsiteX37" fmla="*/ 2980267 w 6477000"/>
                <a:gd name="connsiteY37" fmla="*/ 378313 h 1208046"/>
                <a:gd name="connsiteX38" fmla="*/ 3149600 w 6477000"/>
                <a:gd name="connsiteY38" fmla="*/ 344446 h 1208046"/>
                <a:gd name="connsiteX39" fmla="*/ 3183467 w 6477000"/>
                <a:gd name="connsiteY39" fmla="*/ 327513 h 1208046"/>
                <a:gd name="connsiteX40" fmla="*/ 3420534 w 6477000"/>
                <a:gd name="connsiteY40" fmla="*/ 344446 h 1208046"/>
                <a:gd name="connsiteX41" fmla="*/ 3589867 w 6477000"/>
                <a:gd name="connsiteY41" fmla="*/ 378313 h 1208046"/>
                <a:gd name="connsiteX42" fmla="*/ 3674534 w 6477000"/>
                <a:gd name="connsiteY42" fmla="*/ 395246 h 1208046"/>
                <a:gd name="connsiteX43" fmla="*/ 3877734 w 6477000"/>
                <a:gd name="connsiteY43" fmla="*/ 429113 h 1208046"/>
                <a:gd name="connsiteX44" fmla="*/ 4047067 w 6477000"/>
                <a:gd name="connsiteY44" fmla="*/ 462980 h 1208046"/>
                <a:gd name="connsiteX45" fmla="*/ 4284134 w 6477000"/>
                <a:gd name="connsiteY45" fmla="*/ 446046 h 1208046"/>
                <a:gd name="connsiteX46" fmla="*/ 4402667 w 6477000"/>
                <a:gd name="connsiteY46" fmla="*/ 412180 h 1208046"/>
                <a:gd name="connsiteX47" fmla="*/ 4436534 w 6477000"/>
                <a:gd name="connsiteY47" fmla="*/ 395246 h 1208046"/>
                <a:gd name="connsiteX48" fmla="*/ 4521200 w 6477000"/>
                <a:gd name="connsiteY48" fmla="*/ 378313 h 1208046"/>
                <a:gd name="connsiteX49" fmla="*/ 4605867 w 6477000"/>
                <a:gd name="connsiteY49" fmla="*/ 395246 h 1208046"/>
                <a:gd name="connsiteX50" fmla="*/ 4673600 w 6477000"/>
                <a:gd name="connsiteY50" fmla="*/ 412180 h 1208046"/>
                <a:gd name="connsiteX51" fmla="*/ 4859867 w 6477000"/>
                <a:gd name="connsiteY51" fmla="*/ 395246 h 1208046"/>
                <a:gd name="connsiteX52" fmla="*/ 4978400 w 6477000"/>
                <a:gd name="connsiteY52" fmla="*/ 361380 h 1208046"/>
                <a:gd name="connsiteX53" fmla="*/ 5080000 w 6477000"/>
                <a:gd name="connsiteY53" fmla="*/ 310580 h 1208046"/>
                <a:gd name="connsiteX54" fmla="*/ 5096934 w 6477000"/>
                <a:gd name="connsiteY54" fmla="*/ 293646 h 1208046"/>
                <a:gd name="connsiteX55" fmla="*/ 5130800 w 6477000"/>
                <a:gd name="connsiteY55" fmla="*/ 276713 h 1208046"/>
                <a:gd name="connsiteX56" fmla="*/ 5164667 w 6477000"/>
                <a:gd name="connsiteY56" fmla="*/ 242846 h 1208046"/>
                <a:gd name="connsiteX57" fmla="*/ 5181600 w 6477000"/>
                <a:gd name="connsiteY57" fmla="*/ 208980 h 1208046"/>
                <a:gd name="connsiteX58" fmla="*/ 5232400 w 6477000"/>
                <a:gd name="connsiteY58" fmla="*/ 192046 h 1208046"/>
                <a:gd name="connsiteX59" fmla="*/ 5401734 w 6477000"/>
                <a:gd name="connsiteY59" fmla="*/ 141246 h 1208046"/>
                <a:gd name="connsiteX60" fmla="*/ 5486400 w 6477000"/>
                <a:gd name="connsiteY60" fmla="*/ 107380 h 1208046"/>
                <a:gd name="connsiteX61" fmla="*/ 5537200 w 6477000"/>
                <a:gd name="connsiteY61" fmla="*/ 90446 h 1208046"/>
                <a:gd name="connsiteX62" fmla="*/ 5638800 w 6477000"/>
                <a:gd name="connsiteY62" fmla="*/ 107380 h 1208046"/>
                <a:gd name="connsiteX63" fmla="*/ 5672667 w 6477000"/>
                <a:gd name="connsiteY63" fmla="*/ 124313 h 1208046"/>
                <a:gd name="connsiteX64" fmla="*/ 5723467 w 6477000"/>
                <a:gd name="connsiteY64" fmla="*/ 141246 h 1208046"/>
                <a:gd name="connsiteX65" fmla="*/ 5757334 w 6477000"/>
                <a:gd name="connsiteY65" fmla="*/ 158180 h 1208046"/>
                <a:gd name="connsiteX66" fmla="*/ 5926667 w 6477000"/>
                <a:gd name="connsiteY66" fmla="*/ 175113 h 1208046"/>
                <a:gd name="connsiteX67" fmla="*/ 5994400 w 6477000"/>
                <a:gd name="connsiteY67" fmla="*/ 141246 h 1208046"/>
                <a:gd name="connsiteX68" fmla="*/ 6011334 w 6477000"/>
                <a:gd name="connsiteY68" fmla="*/ 124313 h 1208046"/>
                <a:gd name="connsiteX69" fmla="*/ 6079067 w 6477000"/>
                <a:gd name="connsiteY69" fmla="*/ 90446 h 1208046"/>
                <a:gd name="connsiteX70" fmla="*/ 6180667 w 6477000"/>
                <a:gd name="connsiteY70" fmla="*/ 39646 h 1208046"/>
                <a:gd name="connsiteX71" fmla="*/ 6316134 w 6477000"/>
                <a:gd name="connsiteY71" fmla="*/ 5780 h 1208046"/>
                <a:gd name="connsiteX72" fmla="*/ 6477000 w 6477000"/>
                <a:gd name="connsiteY72" fmla="*/ 5780 h 120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6477000" h="1208046">
                  <a:moveTo>
                    <a:pt x="0" y="1208046"/>
                  </a:moveTo>
                  <a:cubicBezTo>
                    <a:pt x="11289" y="1191113"/>
                    <a:pt x="19476" y="1171637"/>
                    <a:pt x="33867" y="1157246"/>
                  </a:cubicBezTo>
                  <a:cubicBezTo>
                    <a:pt x="42792" y="1148321"/>
                    <a:pt x="59849" y="1150169"/>
                    <a:pt x="67734" y="1140313"/>
                  </a:cubicBezTo>
                  <a:cubicBezTo>
                    <a:pt x="83503" y="1120602"/>
                    <a:pt x="83751" y="1090429"/>
                    <a:pt x="101600" y="1072580"/>
                  </a:cubicBezTo>
                  <a:lnTo>
                    <a:pt x="118534" y="1055646"/>
                  </a:lnTo>
                  <a:cubicBezTo>
                    <a:pt x="129237" y="1012832"/>
                    <a:pt x="136206" y="977598"/>
                    <a:pt x="152400" y="937113"/>
                  </a:cubicBezTo>
                  <a:cubicBezTo>
                    <a:pt x="157088" y="925394"/>
                    <a:pt x="164646" y="914965"/>
                    <a:pt x="169334" y="903246"/>
                  </a:cubicBezTo>
                  <a:cubicBezTo>
                    <a:pt x="183103" y="868824"/>
                    <a:pt x="183344" y="848364"/>
                    <a:pt x="203200" y="818580"/>
                  </a:cubicBezTo>
                  <a:cubicBezTo>
                    <a:pt x="207628" y="811938"/>
                    <a:pt x="214489" y="807291"/>
                    <a:pt x="220134" y="801646"/>
                  </a:cubicBezTo>
                  <a:cubicBezTo>
                    <a:pt x="225778" y="784713"/>
                    <a:pt x="226357" y="765125"/>
                    <a:pt x="237067" y="750846"/>
                  </a:cubicBezTo>
                  <a:cubicBezTo>
                    <a:pt x="259645" y="720743"/>
                    <a:pt x="282223" y="735794"/>
                    <a:pt x="304800" y="750846"/>
                  </a:cubicBezTo>
                  <a:cubicBezTo>
                    <a:pt x="311442" y="755274"/>
                    <a:pt x="315092" y="763352"/>
                    <a:pt x="321734" y="767780"/>
                  </a:cubicBezTo>
                  <a:cubicBezTo>
                    <a:pt x="332235" y="774781"/>
                    <a:pt x="344311" y="779069"/>
                    <a:pt x="355600" y="784713"/>
                  </a:cubicBezTo>
                  <a:cubicBezTo>
                    <a:pt x="378600" y="780113"/>
                    <a:pt x="480662" y="761098"/>
                    <a:pt x="508000" y="750846"/>
                  </a:cubicBezTo>
                  <a:cubicBezTo>
                    <a:pt x="531636" y="741983"/>
                    <a:pt x="553156" y="728269"/>
                    <a:pt x="575734" y="716980"/>
                  </a:cubicBezTo>
                  <a:lnTo>
                    <a:pt x="643467" y="683113"/>
                  </a:lnTo>
                  <a:lnTo>
                    <a:pt x="677334" y="666180"/>
                  </a:lnTo>
                  <a:cubicBezTo>
                    <a:pt x="712116" y="631396"/>
                    <a:pt x="687127" y="652816"/>
                    <a:pt x="762000" y="615380"/>
                  </a:cubicBezTo>
                  <a:cubicBezTo>
                    <a:pt x="769140" y="611810"/>
                    <a:pt x="772292" y="602874"/>
                    <a:pt x="778934" y="598446"/>
                  </a:cubicBezTo>
                  <a:cubicBezTo>
                    <a:pt x="789435" y="591445"/>
                    <a:pt x="801511" y="587157"/>
                    <a:pt x="812800" y="581513"/>
                  </a:cubicBezTo>
                  <a:cubicBezTo>
                    <a:pt x="863600" y="587157"/>
                    <a:pt x="914682" y="590674"/>
                    <a:pt x="965200" y="598446"/>
                  </a:cubicBezTo>
                  <a:cubicBezTo>
                    <a:pt x="988202" y="601985"/>
                    <a:pt x="1009661" y="615380"/>
                    <a:pt x="1032934" y="615380"/>
                  </a:cubicBezTo>
                  <a:cubicBezTo>
                    <a:pt x="1089660" y="615380"/>
                    <a:pt x="1145823" y="604091"/>
                    <a:pt x="1202267" y="598446"/>
                  </a:cubicBezTo>
                  <a:lnTo>
                    <a:pt x="1270000" y="564580"/>
                  </a:lnTo>
                  <a:cubicBezTo>
                    <a:pt x="1281289" y="558935"/>
                    <a:pt x="1291893" y="551637"/>
                    <a:pt x="1303867" y="547646"/>
                  </a:cubicBezTo>
                  <a:cubicBezTo>
                    <a:pt x="1320800" y="542002"/>
                    <a:pt x="1338094" y="537342"/>
                    <a:pt x="1354667" y="530713"/>
                  </a:cubicBezTo>
                  <a:cubicBezTo>
                    <a:pt x="1366386" y="526026"/>
                    <a:pt x="1376084" y="515855"/>
                    <a:pt x="1388534" y="513780"/>
                  </a:cubicBezTo>
                  <a:cubicBezTo>
                    <a:pt x="1444488" y="504454"/>
                    <a:pt x="1501488" y="503110"/>
                    <a:pt x="1557867" y="496846"/>
                  </a:cubicBezTo>
                  <a:cubicBezTo>
                    <a:pt x="1847460" y="464669"/>
                    <a:pt x="1519985" y="490747"/>
                    <a:pt x="1964267" y="462980"/>
                  </a:cubicBezTo>
                  <a:cubicBezTo>
                    <a:pt x="1994624" y="452860"/>
                    <a:pt x="2061878" y="433102"/>
                    <a:pt x="2082800" y="412180"/>
                  </a:cubicBezTo>
                  <a:lnTo>
                    <a:pt x="2133600" y="361380"/>
                  </a:lnTo>
                  <a:cubicBezTo>
                    <a:pt x="2139245" y="355735"/>
                    <a:pt x="2143394" y="348016"/>
                    <a:pt x="2150534" y="344446"/>
                  </a:cubicBezTo>
                  <a:cubicBezTo>
                    <a:pt x="2191540" y="323943"/>
                    <a:pt x="2175475" y="336437"/>
                    <a:pt x="2201334" y="310580"/>
                  </a:cubicBezTo>
                  <a:cubicBezTo>
                    <a:pt x="2286001" y="316224"/>
                    <a:pt x="2371771" y="312766"/>
                    <a:pt x="2455334" y="327513"/>
                  </a:cubicBezTo>
                  <a:cubicBezTo>
                    <a:pt x="2471056" y="330287"/>
                    <a:pt x="2473908" y="356793"/>
                    <a:pt x="2489200" y="361380"/>
                  </a:cubicBezTo>
                  <a:cubicBezTo>
                    <a:pt x="2532788" y="374456"/>
                    <a:pt x="2579617" y="371877"/>
                    <a:pt x="2624667" y="378313"/>
                  </a:cubicBezTo>
                  <a:cubicBezTo>
                    <a:pt x="2658656" y="383168"/>
                    <a:pt x="2692400" y="389602"/>
                    <a:pt x="2726267" y="395246"/>
                  </a:cubicBezTo>
                  <a:cubicBezTo>
                    <a:pt x="2810934" y="389602"/>
                    <a:pt x="2895761" y="385995"/>
                    <a:pt x="2980267" y="378313"/>
                  </a:cubicBezTo>
                  <a:cubicBezTo>
                    <a:pt x="3050826" y="371899"/>
                    <a:pt x="3090293" y="368169"/>
                    <a:pt x="3149600" y="344446"/>
                  </a:cubicBezTo>
                  <a:cubicBezTo>
                    <a:pt x="3161319" y="339759"/>
                    <a:pt x="3172178" y="333157"/>
                    <a:pt x="3183467" y="327513"/>
                  </a:cubicBezTo>
                  <a:cubicBezTo>
                    <a:pt x="3262489" y="333157"/>
                    <a:pt x="3341922" y="334620"/>
                    <a:pt x="3420534" y="344446"/>
                  </a:cubicBezTo>
                  <a:cubicBezTo>
                    <a:pt x="3477652" y="351586"/>
                    <a:pt x="3533423" y="367024"/>
                    <a:pt x="3589867" y="378313"/>
                  </a:cubicBezTo>
                  <a:lnTo>
                    <a:pt x="3674534" y="395246"/>
                  </a:lnTo>
                  <a:cubicBezTo>
                    <a:pt x="3741868" y="408713"/>
                    <a:pt x="3812590" y="407399"/>
                    <a:pt x="3877734" y="429113"/>
                  </a:cubicBezTo>
                  <a:cubicBezTo>
                    <a:pt x="3966398" y="458667"/>
                    <a:pt x="3910864" y="443522"/>
                    <a:pt x="4047067" y="462980"/>
                  </a:cubicBezTo>
                  <a:cubicBezTo>
                    <a:pt x="4126089" y="457335"/>
                    <a:pt x="4205395" y="454795"/>
                    <a:pt x="4284134" y="446046"/>
                  </a:cubicBezTo>
                  <a:cubicBezTo>
                    <a:pt x="4306365" y="443576"/>
                    <a:pt x="4377968" y="422060"/>
                    <a:pt x="4402667" y="412180"/>
                  </a:cubicBezTo>
                  <a:cubicBezTo>
                    <a:pt x="4414386" y="407492"/>
                    <a:pt x="4424398" y="398713"/>
                    <a:pt x="4436534" y="395246"/>
                  </a:cubicBezTo>
                  <a:cubicBezTo>
                    <a:pt x="4464207" y="387339"/>
                    <a:pt x="4492978" y="383957"/>
                    <a:pt x="4521200" y="378313"/>
                  </a:cubicBezTo>
                  <a:cubicBezTo>
                    <a:pt x="4549422" y="383957"/>
                    <a:pt x="4577771" y="389002"/>
                    <a:pt x="4605867" y="395246"/>
                  </a:cubicBezTo>
                  <a:cubicBezTo>
                    <a:pt x="4628585" y="400295"/>
                    <a:pt x="4650327" y="412180"/>
                    <a:pt x="4673600" y="412180"/>
                  </a:cubicBezTo>
                  <a:cubicBezTo>
                    <a:pt x="4735945" y="412180"/>
                    <a:pt x="4797778" y="400891"/>
                    <a:pt x="4859867" y="395246"/>
                  </a:cubicBezTo>
                  <a:cubicBezTo>
                    <a:pt x="4894236" y="386654"/>
                    <a:pt x="4944392" y="375955"/>
                    <a:pt x="4978400" y="361380"/>
                  </a:cubicBezTo>
                  <a:lnTo>
                    <a:pt x="5080000" y="310580"/>
                  </a:lnTo>
                  <a:cubicBezTo>
                    <a:pt x="5087140" y="307010"/>
                    <a:pt x="5090292" y="298074"/>
                    <a:pt x="5096934" y="293646"/>
                  </a:cubicBezTo>
                  <a:cubicBezTo>
                    <a:pt x="5107435" y="286645"/>
                    <a:pt x="5120703" y="284286"/>
                    <a:pt x="5130800" y="276713"/>
                  </a:cubicBezTo>
                  <a:cubicBezTo>
                    <a:pt x="5143572" y="267134"/>
                    <a:pt x="5157527" y="257126"/>
                    <a:pt x="5164667" y="242846"/>
                  </a:cubicBezTo>
                  <a:cubicBezTo>
                    <a:pt x="5170311" y="231557"/>
                    <a:pt x="5171503" y="216553"/>
                    <a:pt x="5181600" y="208980"/>
                  </a:cubicBezTo>
                  <a:cubicBezTo>
                    <a:pt x="5195879" y="198270"/>
                    <a:pt x="5215994" y="199077"/>
                    <a:pt x="5232400" y="192046"/>
                  </a:cubicBezTo>
                  <a:cubicBezTo>
                    <a:pt x="5389953" y="124524"/>
                    <a:pt x="5194837" y="187224"/>
                    <a:pt x="5401734" y="141246"/>
                  </a:cubicBezTo>
                  <a:cubicBezTo>
                    <a:pt x="5464915" y="127206"/>
                    <a:pt x="5436281" y="127428"/>
                    <a:pt x="5486400" y="107380"/>
                  </a:cubicBezTo>
                  <a:cubicBezTo>
                    <a:pt x="5502973" y="100751"/>
                    <a:pt x="5520267" y="96091"/>
                    <a:pt x="5537200" y="90446"/>
                  </a:cubicBezTo>
                  <a:cubicBezTo>
                    <a:pt x="5571067" y="96091"/>
                    <a:pt x="5605491" y="99053"/>
                    <a:pt x="5638800" y="107380"/>
                  </a:cubicBezTo>
                  <a:cubicBezTo>
                    <a:pt x="5651045" y="110441"/>
                    <a:pt x="5660948" y="119626"/>
                    <a:pt x="5672667" y="124313"/>
                  </a:cubicBezTo>
                  <a:cubicBezTo>
                    <a:pt x="5689240" y="130942"/>
                    <a:pt x="5706894" y="134617"/>
                    <a:pt x="5723467" y="141246"/>
                  </a:cubicBezTo>
                  <a:cubicBezTo>
                    <a:pt x="5735186" y="145934"/>
                    <a:pt x="5744884" y="156105"/>
                    <a:pt x="5757334" y="158180"/>
                  </a:cubicBezTo>
                  <a:cubicBezTo>
                    <a:pt x="5813288" y="167506"/>
                    <a:pt x="5870223" y="169469"/>
                    <a:pt x="5926667" y="175113"/>
                  </a:cubicBezTo>
                  <a:cubicBezTo>
                    <a:pt x="5949245" y="163824"/>
                    <a:pt x="5976550" y="159095"/>
                    <a:pt x="5994400" y="141246"/>
                  </a:cubicBezTo>
                  <a:cubicBezTo>
                    <a:pt x="6000045" y="135602"/>
                    <a:pt x="6004489" y="128420"/>
                    <a:pt x="6011334" y="124313"/>
                  </a:cubicBezTo>
                  <a:cubicBezTo>
                    <a:pt x="6032979" y="111326"/>
                    <a:pt x="6056489" y="101735"/>
                    <a:pt x="6079067" y="90446"/>
                  </a:cubicBezTo>
                  <a:lnTo>
                    <a:pt x="6180667" y="39646"/>
                  </a:lnTo>
                  <a:cubicBezTo>
                    <a:pt x="6222298" y="18830"/>
                    <a:pt x="6270978" y="17069"/>
                    <a:pt x="6316134" y="5780"/>
                  </a:cubicBezTo>
                  <a:cubicBezTo>
                    <a:pt x="6368155" y="-7225"/>
                    <a:pt x="6423378" y="5780"/>
                    <a:pt x="6477000" y="5780"/>
                  </a:cubicBezTo>
                </a:path>
              </a:pathLst>
            </a:cu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자유형 51"/>
            <p:cNvSpPr/>
            <p:nvPr/>
          </p:nvSpPr>
          <p:spPr>
            <a:xfrm>
              <a:off x="1413933" y="2996952"/>
              <a:ext cx="5030275" cy="1032934"/>
            </a:xfrm>
            <a:custGeom>
              <a:avLst/>
              <a:gdLst>
                <a:gd name="connsiteX0" fmla="*/ 0 w 6502400"/>
                <a:gd name="connsiteY0" fmla="*/ 1032934 h 1032934"/>
                <a:gd name="connsiteX1" fmla="*/ 50800 w 6502400"/>
                <a:gd name="connsiteY1" fmla="*/ 999067 h 1032934"/>
                <a:gd name="connsiteX2" fmla="*/ 84667 w 6502400"/>
                <a:gd name="connsiteY2" fmla="*/ 931334 h 1032934"/>
                <a:gd name="connsiteX3" fmla="*/ 101600 w 6502400"/>
                <a:gd name="connsiteY3" fmla="*/ 914400 h 1032934"/>
                <a:gd name="connsiteX4" fmla="*/ 152400 w 6502400"/>
                <a:gd name="connsiteY4" fmla="*/ 812800 h 1032934"/>
                <a:gd name="connsiteX5" fmla="*/ 186267 w 6502400"/>
                <a:gd name="connsiteY5" fmla="*/ 728134 h 1032934"/>
                <a:gd name="connsiteX6" fmla="*/ 203200 w 6502400"/>
                <a:gd name="connsiteY6" fmla="*/ 711200 h 1032934"/>
                <a:gd name="connsiteX7" fmla="*/ 237067 w 6502400"/>
                <a:gd name="connsiteY7" fmla="*/ 609600 h 1032934"/>
                <a:gd name="connsiteX8" fmla="*/ 287867 w 6502400"/>
                <a:gd name="connsiteY8" fmla="*/ 372534 h 1032934"/>
                <a:gd name="connsiteX9" fmla="*/ 355600 w 6502400"/>
                <a:gd name="connsiteY9" fmla="*/ 406400 h 1032934"/>
                <a:gd name="connsiteX10" fmla="*/ 372534 w 6502400"/>
                <a:gd name="connsiteY10" fmla="*/ 423334 h 1032934"/>
                <a:gd name="connsiteX11" fmla="*/ 406400 w 6502400"/>
                <a:gd name="connsiteY11" fmla="*/ 440267 h 1032934"/>
                <a:gd name="connsiteX12" fmla="*/ 457200 w 6502400"/>
                <a:gd name="connsiteY12" fmla="*/ 474134 h 1032934"/>
                <a:gd name="connsiteX13" fmla="*/ 558800 w 6502400"/>
                <a:gd name="connsiteY13" fmla="*/ 491067 h 1032934"/>
                <a:gd name="connsiteX14" fmla="*/ 592667 w 6502400"/>
                <a:gd name="connsiteY14" fmla="*/ 508000 h 1032934"/>
                <a:gd name="connsiteX15" fmla="*/ 609600 w 6502400"/>
                <a:gd name="connsiteY15" fmla="*/ 524934 h 1032934"/>
                <a:gd name="connsiteX16" fmla="*/ 643467 w 6502400"/>
                <a:gd name="connsiteY16" fmla="*/ 541867 h 1032934"/>
                <a:gd name="connsiteX17" fmla="*/ 660400 w 6502400"/>
                <a:gd name="connsiteY17" fmla="*/ 575734 h 1032934"/>
                <a:gd name="connsiteX18" fmla="*/ 711200 w 6502400"/>
                <a:gd name="connsiteY18" fmla="*/ 609600 h 1032934"/>
                <a:gd name="connsiteX19" fmla="*/ 880534 w 6502400"/>
                <a:gd name="connsiteY19" fmla="*/ 575734 h 1032934"/>
                <a:gd name="connsiteX20" fmla="*/ 897467 w 6502400"/>
                <a:gd name="connsiteY20" fmla="*/ 558800 h 1032934"/>
                <a:gd name="connsiteX21" fmla="*/ 982134 w 6502400"/>
                <a:gd name="connsiteY21" fmla="*/ 508000 h 1032934"/>
                <a:gd name="connsiteX22" fmla="*/ 999067 w 6502400"/>
                <a:gd name="connsiteY22" fmla="*/ 474134 h 1032934"/>
                <a:gd name="connsiteX23" fmla="*/ 1151467 w 6502400"/>
                <a:gd name="connsiteY23" fmla="*/ 457200 h 1032934"/>
                <a:gd name="connsiteX24" fmla="*/ 1405467 w 6502400"/>
                <a:gd name="connsiteY24" fmla="*/ 457200 h 1032934"/>
                <a:gd name="connsiteX25" fmla="*/ 1490134 w 6502400"/>
                <a:gd name="connsiteY25" fmla="*/ 406400 h 1032934"/>
                <a:gd name="connsiteX26" fmla="*/ 1507067 w 6502400"/>
                <a:gd name="connsiteY26" fmla="*/ 372534 h 1032934"/>
                <a:gd name="connsiteX27" fmla="*/ 1540934 w 6502400"/>
                <a:gd name="connsiteY27" fmla="*/ 338667 h 1032934"/>
                <a:gd name="connsiteX28" fmla="*/ 1625600 w 6502400"/>
                <a:gd name="connsiteY28" fmla="*/ 220134 h 1032934"/>
                <a:gd name="connsiteX29" fmla="*/ 1642534 w 6502400"/>
                <a:gd name="connsiteY29" fmla="*/ 203200 h 1032934"/>
                <a:gd name="connsiteX30" fmla="*/ 1693334 w 6502400"/>
                <a:gd name="connsiteY30" fmla="*/ 186267 h 1032934"/>
                <a:gd name="connsiteX31" fmla="*/ 1947334 w 6502400"/>
                <a:gd name="connsiteY31" fmla="*/ 203200 h 1032934"/>
                <a:gd name="connsiteX32" fmla="*/ 1964267 w 6502400"/>
                <a:gd name="connsiteY32" fmla="*/ 220134 h 1032934"/>
                <a:gd name="connsiteX33" fmla="*/ 1981200 w 6502400"/>
                <a:gd name="connsiteY33" fmla="*/ 254000 h 1032934"/>
                <a:gd name="connsiteX34" fmla="*/ 1998134 w 6502400"/>
                <a:gd name="connsiteY34" fmla="*/ 270934 h 1032934"/>
                <a:gd name="connsiteX35" fmla="*/ 2015067 w 6502400"/>
                <a:gd name="connsiteY35" fmla="*/ 304800 h 1032934"/>
                <a:gd name="connsiteX36" fmla="*/ 2032000 w 6502400"/>
                <a:gd name="connsiteY36" fmla="*/ 321734 h 1032934"/>
                <a:gd name="connsiteX37" fmla="*/ 2099734 w 6502400"/>
                <a:gd name="connsiteY37" fmla="*/ 355600 h 1032934"/>
                <a:gd name="connsiteX38" fmla="*/ 2116667 w 6502400"/>
                <a:gd name="connsiteY38" fmla="*/ 372534 h 1032934"/>
                <a:gd name="connsiteX39" fmla="*/ 2184400 w 6502400"/>
                <a:gd name="connsiteY39" fmla="*/ 355600 h 1032934"/>
                <a:gd name="connsiteX40" fmla="*/ 2269067 w 6502400"/>
                <a:gd name="connsiteY40" fmla="*/ 321734 h 1032934"/>
                <a:gd name="connsiteX41" fmla="*/ 2319867 w 6502400"/>
                <a:gd name="connsiteY41" fmla="*/ 304800 h 1032934"/>
                <a:gd name="connsiteX42" fmla="*/ 2387600 w 6502400"/>
                <a:gd name="connsiteY42" fmla="*/ 270934 h 1032934"/>
                <a:gd name="connsiteX43" fmla="*/ 2489200 w 6502400"/>
                <a:gd name="connsiteY43" fmla="*/ 220134 h 1032934"/>
                <a:gd name="connsiteX44" fmla="*/ 2506134 w 6502400"/>
                <a:gd name="connsiteY44" fmla="*/ 203200 h 1032934"/>
                <a:gd name="connsiteX45" fmla="*/ 2540000 w 6502400"/>
                <a:gd name="connsiteY45" fmla="*/ 186267 h 1032934"/>
                <a:gd name="connsiteX46" fmla="*/ 2573867 w 6502400"/>
                <a:gd name="connsiteY46" fmla="*/ 152400 h 1032934"/>
                <a:gd name="connsiteX47" fmla="*/ 2641600 w 6502400"/>
                <a:gd name="connsiteY47" fmla="*/ 118534 h 1032934"/>
                <a:gd name="connsiteX48" fmla="*/ 2658534 w 6502400"/>
                <a:gd name="connsiteY48" fmla="*/ 101600 h 1032934"/>
                <a:gd name="connsiteX49" fmla="*/ 2777067 w 6502400"/>
                <a:gd name="connsiteY49" fmla="*/ 84667 h 1032934"/>
                <a:gd name="connsiteX50" fmla="*/ 2844800 w 6502400"/>
                <a:gd name="connsiteY50" fmla="*/ 101600 h 1032934"/>
                <a:gd name="connsiteX51" fmla="*/ 2861734 w 6502400"/>
                <a:gd name="connsiteY51" fmla="*/ 118534 h 1032934"/>
                <a:gd name="connsiteX52" fmla="*/ 2929467 w 6502400"/>
                <a:gd name="connsiteY52" fmla="*/ 152400 h 1032934"/>
                <a:gd name="connsiteX53" fmla="*/ 2963334 w 6502400"/>
                <a:gd name="connsiteY53" fmla="*/ 169334 h 1032934"/>
                <a:gd name="connsiteX54" fmla="*/ 2997200 w 6502400"/>
                <a:gd name="connsiteY54" fmla="*/ 186267 h 1032934"/>
                <a:gd name="connsiteX55" fmla="*/ 3014134 w 6502400"/>
                <a:gd name="connsiteY55" fmla="*/ 203200 h 1032934"/>
                <a:gd name="connsiteX56" fmla="*/ 3081867 w 6502400"/>
                <a:gd name="connsiteY56" fmla="*/ 220134 h 1032934"/>
                <a:gd name="connsiteX57" fmla="*/ 3437467 w 6502400"/>
                <a:gd name="connsiteY57" fmla="*/ 203200 h 1032934"/>
                <a:gd name="connsiteX58" fmla="*/ 3539067 w 6502400"/>
                <a:gd name="connsiteY58" fmla="*/ 169334 h 1032934"/>
                <a:gd name="connsiteX59" fmla="*/ 3606800 w 6502400"/>
                <a:gd name="connsiteY59" fmla="*/ 152400 h 1032934"/>
                <a:gd name="connsiteX60" fmla="*/ 3725334 w 6502400"/>
                <a:gd name="connsiteY60" fmla="*/ 118534 h 1032934"/>
                <a:gd name="connsiteX61" fmla="*/ 3860800 w 6502400"/>
                <a:gd name="connsiteY61" fmla="*/ 101600 h 1032934"/>
                <a:gd name="connsiteX62" fmla="*/ 3962400 w 6502400"/>
                <a:gd name="connsiteY62" fmla="*/ 118534 h 1032934"/>
                <a:gd name="connsiteX63" fmla="*/ 4148667 w 6502400"/>
                <a:gd name="connsiteY63" fmla="*/ 152400 h 1032934"/>
                <a:gd name="connsiteX64" fmla="*/ 4216400 w 6502400"/>
                <a:gd name="connsiteY64" fmla="*/ 203200 h 1032934"/>
                <a:gd name="connsiteX65" fmla="*/ 4233334 w 6502400"/>
                <a:gd name="connsiteY65" fmla="*/ 220134 h 1032934"/>
                <a:gd name="connsiteX66" fmla="*/ 4267200 w 6502400"/>
                <a:gd name="connsiteY66" fmla="*/ 237067 h 1032934"/>
                <a:gd name="connsiteX67" fmla="*/ 4334934 w 6502400"/>
                <a:gd name="connsiteY67" fmla="*/ 270934 h 1032934"/>
                <a:gd name="connsiteX68" fmla="*/ 4470400 w 6502400"/>
                <a:gd name="connsiteY68" fmla="*/ 304800 h 1032934"/>
                <a:gd name="connsiteX69" fmla="*/ 4605867 w 6502400"/>
                <a:gd name="connsiteY69" fmla="*/ 270934 h 1032934"/>
                <a:gd name="connsiteX70" fmla="*/ 4673600 w 6502400"/>
                <a:gd name="connsiteY70" fmla="*/ 237067 h 1032934"/>
                <a:gd name="connsiteX71" fmla="*/ 4690534 w 6502400"/>
                <a:gd name="connsiteY71" fmla="*/ 220134 h 1032934"/>
                <a:gd name="connsiteX72" fmla="*/ 4724400 w 6502400"/>
                <a:gd name="connsiteY72" fmla="*/ 203200 h 1032934"/>
                <a:gd name="connsiteX73" fmla="*/ 4741334 w 6502400"/>
                <a:gd name="connsiteY73" fmla="*/ 186267 h 1032934"/>
                <a:gd name="connsiteX74" fmla="*/ 4809067 w 6502400"/>
                <a:gd name="connsiteY74" fmla="*/ 152400 h 1032934"/>
                <a:gd name="connsiteX75" fmla="*/ 4876800 w 6502400"/>
                <a:gd name="connsiteY75" fmla="*/ 118534 h 1032934"/>
                <a:gd name="connsiteX76" fmla="*/ 4893734 w 6502400"/>
                <a:gd name="connsiteY76" fmla="*/ 101600 h 1032934"/>
                <a:gd name="connsiteX77" fmla="*/ 4927600 w 6502400"/>
                <a:gd name="connsiteY77" fmla="*/ 84667 h 1032934"/>
                <a:gd name="connsiteX78" fmla="*/ 4961467 w 6502400"/>
                <a:gd name="connsiteY78" fmla="*/ 50800 h 1032934"/>
                <a:gd name="connsiteX79" fmla="*/ 5029200 w 6502400"/>
                <a:gd name="connsiteY79" fmla="*/ 16934 h 1032934"/>
                <a:gd name="connsiteX80" fmla="*/ 5063067 w 6502400"/>
                <a:gd name="connsiteY80" fmla="*/ 0 h 1032934"/>
                <a:gd name="connsiteX81" fmla="*/ 5096934 w 6502400"/>
                <a:gd name="connsiteY81" fmla="*/ 16934 h 1032934"/>
                <a:gd name="connsiteX82" fmla="*/ 5198534 w 6502400"/>
                <a:gd name="connsiteY82" fmla="*/ 50800 h 1032934"/>
                <a:gd name="connsiteX83" fmla="*/ 5215467 w 6502400"/>
                <a:gd name="connsiteY83" fmla="*/ 67734 h 1032934"/>
                <a:gd name="connsiteX84" fmla="*/ 5249334 w 6502400"/>
                <a:gd name="connsiteY84" fmla="*/ 118534 h 1032934"/>
                <a:gd name="connsiteX85" fmla="*/ 5283200 w 6502400"/>
                <a:gd name="connsiteY85" fmla="*/ 135467 h 1032934"/>
                <a:gd name="connsiteX86" fmla="*/ 5334000 w 6502400"/>
                <a:gd name="connsiteY86" fmla="*/ 169334 h 1032934"/>
                <a:gd name="connsiteX87" fmla="*/ 5469467 w 6502400"/>
                <a:gd name="connsiteY87" fmla="*/ 203200 h 1032934"/>
                <a:gd name="connsiteX88" fmla="*/ 5520267 w 6502400"/>
                <a:gd name="connsiteY88" fmla="*/ 220134 h 1032934"/>
                <a:gd name="connsiteX89" fmla="*/ 5875867 w 6502400"/>
                <a:gd name="connsiteY89" fmla="*/ 203200 h 1032934"/>
                <a:gd name="connsiteX90" fmla="*/ 5960534 w 6502400"/>
                <a:gd name="connsiteY90" fmla="*/ 152400 h 1032934"/>
                <a:gd name="connsiteX91" fmla="*/ 5994400 w 6502400"/>
                <a:gd name="connsiteY91" fmla="*/ 135467 h 1032934"/>
                <a:gd name="connsiteX92" fmla="*/ 6096000 w 6502400"/>
                <a:gd name="connsiteY92" fmla="*/ 67734 h 1032934"/>
                <a:gd name="connsiteX93" fmla="*/ 6163734 w 6502400"/>
                <a:gd name="connsiteY93" fmla="*/ 50800 h 1032934"/>
                <a:gd name="connsiteX94" fmla="*/ 6214534 w 6502400"/>
                <a:gd name="connsiteY94" fmla="*/ 33867 h 1032934"/>
                <a:gd name="connsiteX95" fmla="*/ 6502400 w 6502400"/>
                <a:gd name="connsiteY95" fmla="*/ 16934 h 103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6502400" h="1032934">
                  <a:moveTo>
                    <a:pt x="0" y="1032934"/>
                  </a:moveTo>
                  <a:cubicBezTo>
                    <a:pt x="16933" y="1021645"/>
                    <a:pt x="37771" y="1014701"/>
                    <a:pt x="50800" y="999067"/>
                  </a:cubicBezTo>
                  <a:cubicBezTo>
                    <a:pt x="66960" y="979675"/>
                    <a:pt x="73378" y="953912"/>
                    <a:pt x="84667" y="931334"/>
                  </a:cubicBezTo>
                  <a:cubicBezTo>
                    <a:pt x="88237" y="924194"/>
                    <a:pt x="97493" y="921245"/>
                    <a:pt x="101600" y="914400"/>
                  </a:cubicBezTo>
                  <a:cubicBezTo>
                    <a:pt x="101610" y="914383"/>
                    <a:pt x="143929" y="829742"/>
                    <a:pt x="152400" y="812800"/>
                  </a:cubicBezTo>
                  <a:cubicBezTo>
                    <a:pt x="179933" y="757731"/>
                    <a:pt x="156679" y="772517"/>
                    <a:pt x="186267" y="728134"/>
                  </a:cubicBezTo>
                  <a:cubicBezTo>
                    <a:pt x="190695" y="721492"/>
                    <a:pt x="197556" y="716845"/>
                    <a:pt x="203200" y="711200"/>
                  </a:cubicBezTo>
                  <a:cubicBezTo>
                    <a:pt x="214489" y="677333"/>
                    <a:pt x="231198" y="644813"/>
                    <a:pt x="237067" y="609600"/>
                  </a:cubicBezTo>
                  <a:cubicBezTo>
                    <a:pt x="273009" y="393951"/>
                    <a:pt x="240225" y="467818"/>
                    <a:pt x="287867" y="372534"/>
                  </a:cubicBezTo>
                  <a:cubicBezTo>
                    <a:pt x="310445" y="383823"/>
                    <a:pt x="337751" y="388551"/>
                    <a:pt x="355600" y="406400"/>
                  </a:cubicBezTo>
                  <a:cubicBezTo>
                    <a:pt x="361245" y="412045"/>
                    <a:pt x="365892" y="418906"/>
                    <a:pt x="372534" y="423334"/>
                  </a:cubicBezTo>
                  <a:cubicBezTo>
                    <a:pt x="383035" y="430335"/>
                    <a:pt x="395899" y="433266"/>
                    <a:pt x="406400" y="440267"/>
                  </a:cubicBezTo>
                  <a:cubicBezTo>
                    <a:pt x="437381" y="460920"/>
                    <a:pt x="408096" y="461858"/>
                    <a:pt x="457200" y="474134"/>
                  </a:cubicBezTo>
                  <a:cubicBezTo>
                    <a:pt x="490509" y="482461"/>
                    <a:pt x="524933" y="485423"/>
                    <a:pt x="558800" y="491067"/>
                  </a:cubicBezTo>
                  <a:cubicBezTo>
                    <a:pt x="570089" y="496711"/>
                    <a:pt x="582165" y="500999"/>
                    <a:pt x="592667" y="508000"/>
                  </a:cubicBezTo>
                  <a:cubicBezTo>
                    <a:pt x="599309" y="512428"/>
                    <a:pt x="602958" y="520506"/>
                    <a:pt x="609600" y="524934"/>
                  </a:cubicBezTo>
                  <a:cubicBezTo>
                    <a:pt x="620102" y="531935"/>
                    <a:pt x="632178" y="536223"/>
                    <a:pt x="643467" y="541867"/>
                  </a:cubicBezTo>
                  <a:cubicBezTo>
                    <a:pt x="649111" y="553156"/>
                    <a:pt x="653399" y="565232"/>
                    <a:pt x="660400" y="575734"/>
                  </a:cubicBezTo>
                  <a:cubicBezTo>
                    <a:pt x="673328" y="595126"/>
                    <a:pt x="690639" y="599319"/>
                    <a:pt x="711200" y="609600"/>
                  </a:cubicBezTo>
                  <a:cubicBezTo>
                    <a:pt x="754877" y="603361"/>
                    <a:pt x="833249" y="599377"/>
                    <a:pt x="880534" y="575734"/>
                  </a:cubicBezTo>
                  <a:cubicBezTo>
                    <a:pt x="887674" y="572164"/>
                    <a:pt x="890622" y="562907"/>
                    <a:pt x="897467" y="558800"/>
                  </a:cubicBezTo>
                  <a:cubicBezTo>
                    <a:pt x="919556" y="545546"/>
                    <a:pt x="964043" y="535136"/>
                    <a:pt x="982134" y="508000"/>
                  </a:cubicBezTo>
                  <a:cubicBezTo>
                    <a:pt x="989135" y="497499"/>
                    <a:pt x="986978" y="477761"/>
                    <a:pt x="999067" y="474134"/>
                  </a:cubicBezTo>
                  <a:cubicBezTo>
                    <a:pt x="1048024" y="459447"/>
                    <a:pt x="1100667" y="462845"/>
                    <a:pt x="1151467" y="457200"/>
                  </a:cubicBezTo>
                  <a:cubicBezTo>
                    <a:pt x="1264050" y="479717"/>
                    <a:pt x="1262106" y="487920"/>
                    <a:pt x="1405467" y="457200"/>
                  </a:cubicBezTo>
                  <a:cubicBezTo>
                    <a:pt x="1420929" y="453887"/>
                    <a:pt x="1474139" y="430392"/>
                    <a:pt x="1490134" y="406400"/>
                  </a:cubicBezTo>
                  <a:cubicBezTo>
                    <a:pt x="1497135" y="395899"/>
                    <a:pt x="1499494" y="382631"/>
                    <a:pt x="1507067" y="372534"/>
                  </a:cubicBezTo>
                  <a:cubicBezTo>
                    <a:pt x="1516646" y="359762"/>
                    <a:pt x="1540934" y="338667"/>
                    <a:pt x="1540934" y="338667"/>
                  </a:cubicBezTo>
                  <a:cubicBezTo>
                    <a:pt x="1585509" y="249515"/>
                    <a:pt x="1556951" y="288783"/>
                    <a:pt x="1625600" y="220134"/>
                  </a:cubicBezTo>
                  <a:cubicBezTo>
                    <a:pt x="1631245" y="214489"/>
                    <a:pt x="1634961" y="205724"/>
                    <a:pt x="1642534" y="203200"/>
                  </a:cubicBezTo>
                  <a:lnTo>
                    <a:pt x="1693334" y="186267"/>
                  </a:lnTo>
                  <a:cubicBezTo>
                    <a:pt x="1778001" y="191911"/>
                    <a:pt x="1863135" y="192675"/>
                    <a:pt x="1947334" y="203200"/>
                  </a:cubicBezTo>
                  <a:cubicBezTo>
                    <a:pt x="1955255" y="204190"/>
                    <a:pt x="1959839" y="213492"/>
                    <a:pt x="1964267" y="220134"/>
                  </a:cubicBezTo>
                  <a:cubicBezTo>
                    <a:pt x="1971268" y="230635"/>
                    <a:pt x="1974199" y="243499"/>
                    <a:pt x="1981200" y="254000"/>
                  </a:cubicBezTo>
                  <a:cubicBezTo>
                    <a:pt x="1985628" y="260642"/>
                    <a:pt x="1993706" y="264292"/>
                    <a:pt x="1998134" y="270934"/>
                  </a:cubicBezTo>
                  <a:cubicBezTo>
                    <a:pt x="2005135" y="281435"/>
                    <a:pt x="2008066" y="294299"/>
                    <a:pt x="2015067" y="304800"/>
                  </a:cubicBezTo>
                  <a:cubicBezTo>
                    <a:pt x="2019495" y="311442"/>
                    <a:pt x="2025155" y="317627"/>
                    <a:pt x="2032000" y="321734"/>
                  </a:cubicBezTo>
                  <a:cubicBezTo>
                    <a:pt x="2053646" y="334721"/>
                    <a:pt x="2099734" y="355600"/>
                    <a:pt x="2099734" y="355600"/>
                  </a:cubicBezTo>
                  <a:cubicBezTo>
                    <a:pt x="2105378" y="361245"/>
                    <a:pt x="2108684" y="372534"/>
                    <a:pt x="2116667" y="372534"/>
                  </a:cubicBezTo>
                  <a:cubicBezTo>
                    <a:pt x="2139940" y="372534"/>
                    <a:pt x="2162023" y="361994"/>
                    <a:pt x="2184400" y="355600"/>
                  </a:cubicBezTo>
                  <a:cubicBezTo>
                    <a:pt x="2282677" y="327521"/>
                    <a:pt x="2194130" y="351709"/>
                    <a:pt x="2269067" y="321734"/>
                  </a:cubicBezTo>
                  <a:cubicBezTo>
                    <a:pt x="2285640" y="315105"/>
                    <a:pt x="2303461" y="311831"/>
                    <a:pt x="2319867" y="304800"/>
                  </a:cubicBezTo>
                  <a:cubicBezTo>
                    <a:pt x="2343069" y="294856"/>
                    <a:pt x="2365022" y="282223"/>
                    <a:pt x="2387600" y="270934"/>
                  </a:cubicBezTo>
                  <a:lnTo>
                    <a:pt x="2489200" y="220134"/>
                  </a:lnTo>
                  <a:cubicBezTo>
                    <a:pt x="2496340" y="216564"/>
                    <a:pt x="2499492" y="207628"/>
                    <a:pt x="2506134" y="203200"/>
                  </a:cubicBezTo>
                  <a:cubicBezTo>
                    <a:pt x="2516635" y="196199"/>
                    <a:pt x="2529903" y="193840"/>
                    <a:pt x="2540000" y="186267"/>
                  </a:cubicBezTo>
                  <a:cubicBezTo>
                    <a:pt x="2552772" y="176688"/>
                    <a:pt x="2559587" y="159540"/>
                    <a:pt x="2573867" y="152400"/>
                  </a:cubicBezTo>
                  <a:cubicBezTo>
                    <a:pt x="2596445" y="141111"/>
                    <a:pt x="2623751" y="136383"/>
                    <a:pt x="2641600" y="118534"/>
                  </a:cubicBezTo>
                  <a:cubicBezTo>
                    <a:pt x="2647245" y="112889"/>
                    <a:pt x="2650790" y="103536"/>
                    <a:pt x="2658534" y="101600"/>
                  </a:cubicBezTo>
                  <a:cubicBezTo>
                    <a:pt x="2697254" y="91920"/>
                    <a:pt x="2737556" y="90311"/>
                    <a:pt x="2777067" y="84667"/>
                  </a:cubicBezTo>
                  <a:cubicBezTo>
                    <a:pt x="2799645" y="90311"/>
                    <a:pt x="2823192" y="92957"/>
                    <a:pt x="2844800" y="101600"/>
                  </a:cubicBezTo>
                  <a:cubicBezTo>
                    <a:pt x="2852212" y="104565"/>
                    <a:pt x="2854889" y="114427"/>
                    <a:pt x="2861734" y="118534"/>
                  </a:cubicBezTo>
                  <a:cubicBezTo>
                    <a:pt x="2883379" y="131521"/>
                    <a:pt x="2906889" y="141111"/>
                    <a:pt x="2929467" y="152400"/>
                  </a:cubicBezTo>
                  <a:lnTo>
                    <a:pt x="2963334" y="169334"/>
                  </a:lnTo>
                  <a:cubicBezTo>
                    <a:pt x="2974623" y="174978"/>
                    <a:pt x="2988275" y="177343"/>
                    <a:pt x="2997200" y="186267"/>
                  </a:cubicBezTo>
                  <a:cubicBezTo>
                    <a:pt x="3002845" y="191911"/>
                    <a:pt x="3006722" y="200235"/>
                    <a:pt x="3014134" y="203200"/>
                  </a:cubicBezTo>
                  <a:cubicBezTo>
                    <a:pt x="3035742" y="211843"/>
                    <a:pt x="3059289" y="214489"/>
                    <a:pt x="3081867" y="220134"/>
                  </a:cubicBezTo>
                  <a:cubicBezTo>
                    <a:pt x="3200400" y="214489"/>
                    <a:pt x="3319525" y="216305"/>
                    <a:pt x="3437467" y="203200"/>
                  </a:cubicBezTo>
                  <a:cubicBezTo>
                    <a:pt x="3472947" y="199258"/>
                    <a:pt x="3505200" y="180623"/>
                    <a:pt x="3539067" y="169334"/>
                  </a:cubicBezTo>
                  <a:cubicBezTo>
                    <a:pt x="3561145" y="161975"/>
                    <a:pt x="3584423" y="158794"/>
                    <a:pt x="3606800" y="152400"/>
                  </a:cubicBezTo>
                  <a:cubicBezTo>
                    <a:pt x="3663168" y="136295"/>
                    <a:pt x="3661811" y="129121"/>
                    <a:pt x="3725334" y="118534"/>
                  </a:cubicBezTo>
                  <a:cubicBezTo>
                    <a:pt x="3770222" y="111053"/>
                    <a:pt x="3815645" y="107245"/>
                    <a:pt x="3860800" y="101600"/>
                  </a:cubicBezTo>
                  <a:cubicBezTo>
                    <a:pt x="3894667" y="107245"/>
                    <a:pt x="3928411" y="113678"/>
                    <a:pt x="3962400" y="118534"/>
                  </a:cubicBezTo>
                  <a:cubicBezTo>
                    <a:pt x="4129943" y="142469"/>
                    <a:pt x="4049061" y="119199"/>
                    <a:pt x="4148667" y="152400"/>
                  </a:cubicBezTo>
                  <a:cubicBezTo>
                    <a:pt x="4221911" y="225644"/>
                    <a:pt x="4144180" y="155053"/>
                    <a:pt x="4216400" y="203200"/>
                  </a:cubicBezTo>
                  <a:cubicBezTo>
                    <a:pt x="4223042" y="207628"/>
                    <a:pt x="4226692" y="215706"/>
                    <a:pt x="4233334" y="220134"/>
                  </a:cubicBezTo>
                  <a:cubicBezTo>
                    <a:pt x="4243835" y="227135"/>
                    <a:pt x="4256699" y="230066"/>
                    <a:pt x="4267200" y="237067"/>
                  </a:cubicBezTo>
                  <a:cubicBezTo>
                    <a:pt x="4317745" y="270763"/>
                    <a:pt x="4229628" y="242214"/>
                    <a:pt x="4334934" y="270934"/>
                  </a:cubicBezTo>
                  <a:cubicBezTo>
                    <a:pt x="4379839" y="283181"/>
                    <a:pt x="4470400" y="304800"/>
                    <a:pt x="4470400" y="304800"/>
                  </a:cubicBezTo>
                  <a:cubicBezTo>
                    <a:pt x="4520092" y="294862"/>
                    <a:pt x="4560308" y="290459"/>
                    <a:pt x="4605867" y="270934"/>
                  </a:cubicBezTo>
                  <a:cubicBezTo>
                    <a:pt x="4629069" y="260990"/>
                    <a:pt x="4655750" y="254916"/>
                    <a:pt x="4673600" y="237067"/>
                  </a:cubicBezTo>
                  <a:cubicBezTo>
                    <a:pt x="4679245" y="231423"/>
                    <a:pt x="4683892" y="224562"/>
                    <a:pt x="4690534" y="220134"/>
                  </a:cubicBezTo>
                  <a:cubicBezTo>
                    <a:pt x="4701035" y="213133"/>
                    <a:pt x="4713899" y="210201"/>
                    <a:pt x="4724400" y="203200"/>
                  </a:cubicBezTo>
                  <a:cubicBezTo>
                    <a:pt x="4731042" y="198772"/>
                    <a:pt x="4734489" y="190374"/>
                    <a:pt x="4741334" y="186267"/>
                  </a:cubicBezTo>
                  <a:cubicBezTo>
                    <a:pt x="4762979" y="173280"/>
                    <a:pt x="4786489" y="163689"/>
                    <a:pt x="4809067" y="152400"/>
                  </a:cubicBezTo>
                  <a:lnTo>
                    <a:pt x="4876800" y="118534"/>
                  </a:lnTo>
                  <a:cubicBezTo>
                    <a:pt x="4883940" y="114964"/>
                    <a:pt x="4887092" y="106028"/>
                    <a:pt x="4893734" y="101600"/>
                  </a:cubicBezTo>
                  <a:cubicBezTo>
                    <a:pt x="4904235" y="94599"/>
                    <a:pt x="4917503" y="92240"/>
                    <a:pt x="4927600" y="84667"/>
                  </a:cubicBezTo>
                  <a:cubicBezTo>
                    <a:pt x="4940372" y="75088"/>
                    <a:pt x="4947187" y="57940"/>
                    <a:pt x="4961467" y="50800"/>
                  </a:cubicBezTo>
                  <a:lnTo>
                    <a:pt x="5029200" y="16934"/>
                  </a:lnTo>
                  <a:lnTo>
                    <a:pt x="5063067" y="0"/>
                  </a:lnTo>
                  <a:cubicBezTo>
                    <a:pt x="5074356" y="5645"/>
                    <a:pt x="5084960" y="12943"/>
                    <a:pt x="5096934" y="16934"/>
                  </a:cubicBezTo>
                  <a:cubicBezTo>
                    <a:pt x="5216908" y="56926"/>
                    <a:pt x="5122160" y="12614"/>
                    <a:pt x="5198534" y="50800"/>
                  </a:cubicBezTo>
                  <a:cubicBezTo>
                    <a:pt x="5204178" y="56445"/>
                    <a:pt x="5211039" y="61092"/>
                    <a:pt x="5215467" y="67734"/>
                  </a:cubicBezTo>
                  <a:cubicBezTo>
                    <a:pt x="5231918" y="92411"/>
                    <a:pt x="5226038" y="103003"/>
                    <a:pt x="5249334" y="118534"/>
                  </a:cubicBezTo>
                  <a:cubicBezTo>
                    <a:pt x="5259835" y="125535"/>
                    <a:pt x="5272699" y="128466"/>
                    <a:pt x="5283200" y="135467"/>
                  </a:cubicBezTo>
                  <a:cubicBezTo>
                    <a:pt x="5318416" y="158944"/>
                    <a:pt x="5278200" y="152594"/>
                    <a:pt x="5334000" y="169334"/>
                  </a:cubicBezTo>
                  <a:cubicBezTo>
                    <a:pt x="5378582" y="182709"/>
                    <a:pt x="5425310" y="188481"/>
                    <a:pt x="5469467" y="203200"/>
                  </a:cubicBezTo>
                  <a:lnTo>
                    <a:pt x="5520267" y="220134"/>
                  </a:lnTo>
                  <a:cubicBezTo>
                    <a:pt x="5638800" y="214489"/>
                    <a:pt x="5758045" y="217339"/>
                    <a:pt x="5875867" y="203200"/>
                  </a:cubicBezTo>
                  <a:cubicBezTo>
                    <a:pt x="5965760" y="192413"/>
                    <a:pt x="5921001" y="178756"/>
                    <a:pt x="5960534" y="152400"/>
                  </a:cubicBezTo>
                  <a:cubicBezTo>
                    <a:pt x="5971035" y="145399"/>
                    <a:pt x="5984303" y="143040"/>
                    <a:pt x="5994400" y="135467"/>
                  </a:cubicBezTo>
                  <a:cubicBezTo>
                    <a:pt x="6046040" y="96737"/>
                    <a:pt x="6014107" y="88208"/>
                    <a:pt x="6096000" y="67734"/>
                  </a:cubicBezTo>
                  <a:cubicBezTo>
                    <a:pt x="6118578" y="62089"/>
                    <a:pt x="6141357" y="57194"/>
                    <a:pt x="6163734" y="50800"/>
                  </a:cubicBezTo>
                  <a:cubicBezTo>
                    <a:pt x="6180896" y="45896"/>
                    <a:pt x="6196928" y="36801"/>
                    <a:pt x="6214534" y="33867"/>
                  </a:cubicBezTo>
                  <a:cubicBezTo>
                    <a:pt x="6346053" y="11948"/>
                    <a:pt x="6373917" y="16934"/>
                    <a:pt x="6502400" y="16934"/>
                  </a:cubicBezTo>
                </a:path>
              </a:pathLst>
            </a:custGeom>
            <a:noFill/>
            <a:ln w="19050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자유형 60"/>
            <p:cNvSpPr/>
            <p:nvPr/>
          </p:nvSpPr>
          <p:spPr>
            <a:xfrm>
              <a:off x="1430867" y="3068960"/>
              <a:ext cx="5013341" cy="660400"/>
            </a:xfrm>
            <a:custGeom>
              <a:avLst/>
              <a:gdLst>
                <a:gd name="connsiteX0" fmla="*/ 0 w 6502400"/>
                <a:gd name="connsiteY0" fmla="*/ 660400 h 660400"/>
                <a:gd name="connsiteX1" fmla="*/ 50800 w 6502400"/>
                <a:gd name="connsiteY1" fmla="*/ 643466 h 660400"/>
                <a:gd name="connsiteX2" fmla="*/ 84666 w 6502400"/>
                <a:gd name="connsiteY2" fmla="*/ 626533 h 660400"/>
                <a:gd name="connsiteX3" fmla="*/ 237066 w 6502400"/>
                <a:gd name="connsiteY3" fmla="*/ 643466 h 660400"/>
                <a:gd name="connsiteX4" fmla="*/ 287866 w 6502400"/>
                <a:gd name="connsiteY4" fmla="*/ 660400 h 660400"/>
                <a:gd name="connsiteX5" fmla="*/ 491066 w 6502400"/>
                <a:gd name="connsiteY5" fmla="*/ 626533 h 660400"/>
                <a:gd name="connsiteX6" fmla="*/ 541866 w 6502400"/>
                <a:gd name="connsiteY6" fmla="*/ 592666 h 660400"/>
                <a:gd name="connsiteX7" fmla="*/ 558800 w 6502400"/>
                <a:gd name="connsiteY7" fmla="*/ 575733 h 660400"/>
                <a:gd name="connsiteX8" fmla="*/ 592666 w 6502400"/>
                <a:gd name="connsiteY8" fmla="*/ 558800 h 660400"/>
                <a:gd name="connsiteX9" fmla="*/ 609600 w 6502400"/>
                <a:gd name="connsiteY9" fmla="*/ 541866 h 660400"/>
                <a:gd name="connsiteX10" fmla="*/ 643466 w 6502400"/>
                <a:gd name="connsiteY10" fmla="*/ 524933 h 660400"/>
                <a:gd name="connsiteX11" fmla="*/ 677333 w 6502400"/>
                <a:gd name="connsiteY11" fmla="*/ 491066 h 660400"/>
                <a:gd name="connsiteX12" fmla="*/ 745066 w 6502400"/>
                <a:gd name="connsiteY12" fmla="*/ 457200 h 660400"/>
                <a:gd name="connsiteX13" fmla="*/ 762000 w 6502400"/>
                <a:gd name="connsiteY13" fmla="*/ 440266 h 660400"/>
                <a:gd name="connsiteX14" fmla="*/ 795866 w 6502400"/>
                <a:gd name="connsiteY14" fmla="*/ 423333 h 660400"/>
                <a:gd name="connsiteX15" fmla="*/ 812800 w 6502400"/>
                <a:gd name="connsiteY15" fmla="*/ 406400 h 660400"/>
                <a:gd name="connsiteX16" fmla="*/ 846666 w 6502400"/>
                <a:gd name="connsiteY16" fmla="*/ 389466 h 660400"/>
                <a:gd name="connsiteX17" fmla="*/ 863600 w 6502400"/>
                <a:gd name="connsiteY17" fmla="*/ 372533 h 660400"/>
                <a:gd name="connsiteX18" fmla="*/ 931333 w 6502400"/>
                <a:gd name="connsiteY18" fmla="*/ 338666 h 660400"/>
                <a:gd name="connsiteX19" fmla="*/ 965200 w 6502400"/>
                <a:gd name="connsiteY19" fmla="*/ 321733 h 660400"/>
                <a:gd name="connsiteX20" fmla="*/ 999066 w 6502400"/>
                <a:gd name="connsiteY20" fmla="*/ 304800 h 660400"/>
                <a:gd name="connsiteX21" fmla="*/ 1066800 w 6502400"/>
                <a:gd name="connsiteY21" fmla="*/ 321733 h 660400"/>
                <a:gd name="connsiteX22" fmla="*/ 1253066 w 6502400"/>
                <a:gd name="connsiteY22" fmla="*/ 355600 h 660400"/>
                <a:gd name="connsiteX23" fmla="*/ 1320800 w 6502400"/>
                <a:gd name="connsiteY23" fmla="*/ 389466 h 660400"/>
                <a:gd name="connsiteX24" fmla="*/ 1337733 w 6502400"/>
                <a:gd name="connsiteY24" fmla="*/ 406400 h 660400"/>
                <a:gd name="connsiteX25" fmla="*/ 1405466 w 6502400"/>
                <a:gd name="connsiteY25" fmla="*/ 440266 h 660400"/>
                <a:gd name="connsiteX26" fmla="*/ 1794933 w 6502400"/>
                <a:gd name="connsiteY26" fmla="*/ 440266 h 660400"/>
                <a:gd name="connsiteX27" fmla="*/ 1828800 w 6502400"/>
                <a:gd name="connsiteY27" fmla="*/ 474133 h 660400"/>
                <a:gd name="connsiteX28" fmla="*/ 1964266 w 6502400"/>
                <a:gd name="connsiteY28" fmla="*/ 524933 h 660400"/>
                <a:gd name="connsiteX29" fmla="*/ 2048933 w 6502400"/>
                <a:gd name="connsiteY29" fmla="*/ 508000 h 660400"/>
                <a:gd name="connsiteX30" fmla="*/ 2133600 w 6502400"/>
                <a:gd name="connsiteY30" fmla="*/ 474133 h 660400"/>
                <a:gd name="connsiteX31" fmla="*/ 2201333 w 6502400"/>
                <a:gd name="connsiteY31" fmla="*/ 491066 h 660400"/>
                <a:gd name="connsiteX32" fmla="*/ 2218266 w 6502400"/>
                <a:gd name="connsiteY32" fmla="*/ 508000 h 660400"/>
                <a:gd name="connsiteX33" fmla="*/ 2269066 w 6502400"/>
                <a:gd name="connsiteY33" fmla="*/ 524933 h 660400"/>
                <a:gd name="connsiteX34" fmla="*/ 2336800 w 6502400"/>
                <a:gd name="connsiteY34" fmla="*/ 508000 h 660400"/>
                <a:gd name="connsiteX35" fmla="*/ 2421466 w 6502400"/>
                <a:gd name="connsiteY35" fmla="*/ 491066 h 660400"/>
                <a:gd name="connsiteX36" fmla="*/ 2455333 w 6502400"/>
                <a:gd name="connsiteY36" fmla="*/ 474133 h 660400"/>
                <a:gd name="connsiteX37" fmla="*/ 2624666 w 6502400"/>
                <a:gd name="connsiteY37" fmla="*/ 457200 h 660400"/>
                <a:gd name="connsiteX38" fmla="*/ 2997200 w 6502400"/>
                <a:gd name="connsiteY38" fmla="*/ 457200 h 660400"/>
                <a:gd name="connsiteX39" fmla="*/ 3064933 w 6502400"/>
                <a:gd name="connsiteY39" fmla="*/ 423333 h 660400"/>
                <a:gd name="connsiteX40" fmla="*/ 3098800 w 6502400"/>
                <a:gd name="connsiteY40" fmla="*/ 406400 h 660400"/>
                <a:gd name="connsiteX41" fmla="*/ 3149600 w 6502400"/>
                <a:gd name="connsiteY41" fmla="*/ 389466 h 660400"/>
                <a:gd name="connsiteX42" fmla="*/ 3217333 w 6502400"/>
                <a:gd name="connsiteY42" fmla="*/ 355600 h 660400"/>
                <a:gd name="connsiteX43" fmla="*/ 3234266 w 6502400"/>
                <a:gd name="connsiteY43" fmla="*/ 304800 h 660400"/>
                <a:gd name="connsiteX44" fmla="*/ 3251200 w 6502400"/>
                <a:gd name="connsiteY44" fmla="*/ 220133 h 660400"/>
                <a:gd name="connsiteX45" fmla="*/ 3268133 w 6502400"/>
                <a:gd name="connsiteY45" fmla="*/ 186266 h 660400"/>
                <a:gd name="connsiteX46" fmla="*/ 3335866 w 6502400"/>
                <a:gd name="connsiteY46" fmla="*/ 152400 h 660400"/>
                <a:gd name="connsiteX47" fmla="*/ 3386666 w 6502400"/>
                <a:gd name="connsiteY47" fmla="*/ 118533 h 660400"/>
                <a:gd name="connsiteX48" fmla="*/ 3420533 w 6502400"/>
                <a:gd name="connsiteY48" fmla="*/ 84666 h 660400"/>
                <a:gd name="connsiteX49" fmla="*/ 3505200 w 6502400"/>
                <a:gd name="connsiteY49" fmla="*/ 33866 h 660400"/>
                <a:gd name="connsiteX50" fmla="*/ 3522133 w 6502400"/>
                <a:gd name="connsiteY50" fmla="*/ 0 h 660400"/>
                <a:gd name="connsiteX51" fmla="*/ 3945466 w 6502400"/>
                <a:gd name="connsiteY51" fmla="*/ 16933 h 660400"/>
                <a:gd name="connsiteX52" fmla="*/ 3962400 w 6502400"/>
                <a:gd name="connsiteY52" fmla="*/ 50800 h 660400"/>
                <a:gd name="connsiteX53" fmla="*/ 3979333 w 6502400"/>
                <a:gd name="connsiteY53" fmla="*/ 101600 h 660400"/>
                <a:gd name="connsiteX54" fmla="*/ 4013200 w 6502400"/>
                <a:gd name="connsiteY54" fmla="*/ 169333 h 660400"/>
                <a:gd name="connsiteX55" fmla="*/ 4047066 w 6502400"/>
                <a:gd name="connsiteY55" fmla="*/ 237066 h 660400"/>
                <a:gd name="connsiteX56" fmla="*/ 4064000 w 6502400"/>
                <a:gd name="connsiteY56" fmla="*/ 254000 h 660400"/>
                <a:gd name="connsiteX57" fmla="*/ 4080933 w 6502400"/>
                <a:gd name="connsiteY57" fmla="*/ 287866 h 660400"/>
                <a:gd name="connsiteX58" fmla="*/ 4148666 w 6502400"/>
                <a:gd name="connsiteY58" fmla="*/ 338666 h 660400"/>
                <a:gd name="connsiteX59" fmla="*/ 4165600 w 6502400"/>
                <a:gd name="connsiteY59" fmla="*/ 355600 h 660400"/>
                <a:gd name="connsiteX60" fmla="*/ 4250266 w 6502400"/>
                <a:gd name="connsiteY60" fmla="*/ 389466 h 660400"/>
                <a:gd name="connsiteX61" fmla="*/ 4284133 w 6502400"/>
                <a:gd name="connsiteY61" fmla="*/ 406400 h 660400"/>
                <a:gd name="connsiteX62" fmla="*/ 4351866 w 6502400"/>
                <a:gd name="connsiteY62" fmla="*/ 423333 h 660400"/>
                <a:gd name="connsiteX63" fmla="*/ 4453466 w 6502400"/>
                <a:gd name="connsiteY63" fmla="*/ 474133 h 660400"/>
                <a:gd name="connsiteX64" fmla="*/ 4504266 w 6502400"/>
                <a:gd name="connsiteY64" fmla="*/ 491066 h 660400"/>
                <a:gd name="connsiteX65" fmla="*/ 4605866 w 6502400"/>
                <a:gd name="connsiteY65" fmla="*/ 474133 h 660400"/>
                <a:gd name="connsiteX66" fmla="*/ 4724400 w 6502400"/>
                <a:gd name="connsiteY66" fmla="*/ 457200 h 660400"/>
                <a:gd name="connsiteX67" fmla="*/ 4775200 w 6502400"/>
                <a:gd name="connsiteY67" fmla="*/ 406400 h 660400"/>
                <a:gd name="connsiteX68" fmla="*/ 4809066 w 6502400"/>
                <a:gd name="connsiteY68" fmla="*/ 389466 h 660400"/>
                <a:gd name="connsiteX69" fmla="*/ 5283200 w 6502400"/>
                <a:gd name="connsiteY69" fmla="*/ 440266 h 660400"/>
                <a:gd name="connsiteX70" fmla="*/ 5300133 w 6502400"/>
                <a:gd name="connsiteY70" fmla="*/ 457200 h 660400"/>
                <a:gd name="connsiteX71" fmla="*/ 5571066 w 6502400"/>
                <a:gd name="connsiteY71" fmla="*/ 457200 h 660400"/>
                <a:gd name="connsiteX72" fmla="*/ 6045200 w 6502400"/>
                <a:gd name="connsiteY72" fmla="*/ 440266 h 660400"/>
                <a:gd name="connsiteX73" fmla="*/ 6180666 w 6502400"/>
                <a:gd name="connsiteY73" fmla="*/ 423333 h 660400"/>
                <a:gd name="connsiteX74" fmla="*/ 6214533 w 6502400"/>
                <a:gd name="connsiteY74" fmla="*/ 389466 h 660400"/>
                <a:gd name="connsiteX75" fmla="*/ 6282266 w 6502400"/>
                <a:gd name="connsiteY75" fmla="*/ 355600 h 660400"/>
                <a:gd name="connsiteX76" fmla="*/ 6299200 w 6502400"/>
                <a:gd name="connsiteY76" fmla="*/ 338666 h 660400"/>
                <a:gd name="connsiteX77" fmla="*/ 6333066 w 6502400"/>
                <a:gd name="connsiteY77" fmla="*/ 321733 h 660400"/>
                <a:gd name="connsiteX78" fmla="*/ 6366933 w 6502400"/>
                <a:gd name="connsiteY78" fmla="*/ 287866 h 660400"/>
                <a:gd name="connsiteX79" fmla="*/ 6434666 w 6502400"/>
                <a:gd name="connsiteY79" fmla="*/ 254000 h 660400"/>
                <a:gd name="connsiteX80" fmla="*/ 6451600 w 6502400"/>
                <a:gd name="connsiteY80" fmla="*/ 203200 h 660400"/>
                <a:gd name="connsiteX81" fmla="*/ 6468533 w 6502400"/>
                <a:gd name="connsiteY81" fmla="*/ 186266 h 660400"/>
                <a:gd name="connsiteX82" fmla="*/ 6502400 w 6502400"/>
                <a:gd name="connsiteY82" fmla="*/ 67733 h 660400"/>
                <a:gd name="connsiteX83" fmla="*/ 6493933 w 6502400"/>
                <a:gd name="connsiteY83" fmla="*/ 33866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502400" h="660400">
                  <a:moveTo>
                    <a:pt x="0" y="660400"/>
                  </a:moveTo>
                  <a:cubicBezTo>
                    <a:pt x="16933" y="654755"/>
                    <a:pt x="34227" y="650095"/>
                    <a:pt x="50800" y="643466"/>
                  </a:cubicBezTo>
                  <a:cubicBezTo>
                    <a:pt x="62518" y="638779"/>
                    <a:pt x="72045" y="626533"/>
                    <a:pt x="84666" y="626533"/>
                  </a:cubicBezTo>
                  <a:cubicBezTo>
                    <a:pt x="135779" y="626533"/>
                    <a:pt x="186266" y="637822"/>
                    <a:pt x="237066" y="643466"/>
                  </a:cubicBezTo>
                  <a:cubicBezTo>
                    <a:pt x="253999" y="649111"/>
                    <a:pt x="270017" y="660400"/>
                    <a:pt x="287866" y="660400"/>
                  </a:cubicBezTo>
                  <a:cubicBezTo>
                    <a:pt x="401289" y="660400"/>
                    <a:pt x="411582" y="653027"/>
                    <a:pt x="491066" y="626533"/>
                  </a:cubicBezTo>
                  <a:cubicBezTo>
                    <a:pt x="529893" y="587708"/>
                    <a:pt x="480356" y="633673"/>
                    <a:pt x="541866" y="592666"/>
                  </a:cubicBezTo>
                  <a:cubicBezTo>
                    <a:pt x="548508" y="588238"/>
                    <a:pt x="552158" y="580161"/>
                    <a:pt x="558800" y="575733"/>
                  </a:cubicBezTo>
                  <a:cubicBezTo>
                    <a:pt x="569301" y="568732"/>
                    <a:pt x="582165" y="565801"/>
                    <a:pt x="592666" y="558800"/>
                  </a:cubicBezTo>
                  <a:cubicBezTo>
                    <a:pt x="599308" y="554372"/>
                    <a:pt x="602958" y="546294"/>
                    <a:pt x="609600" y="541866"/>
                  </a:cubicBezTo>
                  <a:cubicBezTo>
                    <a:pt x="620101" y="534865"/>
                    <a:pt x="633369" y="532506"/>
                    <a:pt x="643466" y="524933"/>
                  </a:cubicBezTo>
                  <a:cubicBezTo>
                    <a:pt x="656238" y="515354"/>
                    <a:pt x="663053" y="498206"/>
                    <a:pt x="677333" y="491066"/>
                  </a:cubicBezTo>
                  <a:cubicBezTo>
                    <a:pt x="699911" y="479777"/>
                    <a:pt x="727217" y="475049"/>
                    <a:pt x="745066" y="457200"/>
                  </a:cubicBezTo>
                  <a:cubicBezTo>
                    <a:pt x="750711" y="451555"/>
                    <a:pt x="755358" y="444694"/>
                    <a:pt x="762000" y="440266"/>
                  </a:cubicBezTo>
                  <a:cubicBezTo>
                    <a:pt x="772501" y="433265"/>
                    <a:pt x="785365" y="430334"/>
                    <a:pt x="795866" y="423333"/>
                  </a:cubicBezTo>
                  <a:cubicBezTo>
                    <a:pt x="802508" y="418905"/>
                    <a:pt x="806158" y="410828"/>
                    <a:pt x="812800" y="406400"/>
                  </a:cubicBezTo>
                  <a:cubicBezTo>
                    <a:pt x="823301" y="399399"/>
                    <a:pt x="836165" y="396467"/>
                    <a:pt x="846666" y="389466"/>
                  </a:cubicBezTo>
                  <a:cubicBezTo>
                    <a:pt x="853308" y="385038"/>
                    <a:pt x="856755" y="376640"/>
                    <a:pt x="863600" y="372533"/>
                  </a:cubicBezTo>
                  <a:cubicBezTo>
                    <a:pt x="885245" y="359546"/>
                    <a:pt x="908755" y="349955"/>
                    <a:pt x="931333" y="338666"/>
                  </a:cubicBezTo>
                  <a:lnTo>
                    <a:pt x="965200" y="321733"/>
                  </a:lnTo>
                  <a:lnTo>
                    <a:pt x="999066" y="304800"/>
                  </a:lnTo>
                  <a:cubicBezTo>
                    <a:pt x="1021644" y="310444"/>
                    <a:pt x="1043844" y="317907"/>
                    <a:pt x="1066800" y="321733"/>
                  </a:cubicBezTo>
                  <a:cubicBezTo>
                    <a:pt x="1258267" y="353644"/>
                    <a:pt x="1144076" y="319269"/>
                    <a:pt x="1253066" y="355600"/>
                  </a:cubicBezTo>
                  <a:cubicBezTo>
                    <a:pt x="1291325" y="393857"/>
                    <a:pt x="1242965" y="350548"/>
                    <a:pt x="1320800" y="389466"/>
                  </a:cubicBezTo>
                  <a:cubicBezTo>
                    <a:pt x="1327940" y="393036"/>
                    <a:pt x="1330888" y="402293"/>
                    <a:pt x="1337733" y="406400"/>
                  </a:cubicBezTo>
                  <a:cubicBezTo>
                    <a:pt x="1359378" y="419387"/>
                    <a:pt x="1405466" y="440266"/>
                    <a:pt x="1405466" y="440266"/>
                  </a:cubicBezTo>
                  <a:cubicBezTo>
                    <a:pt x="1564457" y="408469"/>
                    <a:pt x="1551400" y="403736"/>
                    <a:pt x="1794933" y="440266"/>
                  </a:cubicBezTo>
                  <a:cubicBezTo>
                    <a:pt x="1810721" y="442634"/>
                    <a:pt x="1814520" y="466993"/>
                    <a:pt x="1828800" y="474133"/>
                  </a:cubicBezTo>
                  <a:cubicBezTo>
                    <a:pt x="1917349" y="518408"/>
                    <a:pt x="1872044" y="501878"/>
                    <a:pt x="1964266" y="524933"/>
                  </a:cubicBezTo>
                  <a:cubicBezTo>
                    <a:pt x="1992488" y="519289"/>
                    <a:pt x="2021011" y="514981"/>
                    <a:pt x="2048933" y="508000"/>
                  </a:cubicBezTo>
                  <a:cubicBezTo>
                    <a:pt x="2090778" y="497539"/>
                    <a:pt x="2098567" y="491649"/>
                    <a:pt x="2133600" y="474133"/>
                  </a:cubicBezTo>
                  <a:cubicBezTo>
                    <a:pt x="2156178" y="479777"/>
                    <a:pt x="2179725" y="482423"/>
                    <a:pt x="2201333" y="491066"/>
                  </a:cubicBezTo>
                  <a:cubicBezTo>
                    <a:pt x="2208745" y="494031"/>
                    <a:pt x="2211126" y="504430"/>
                    <a:pt x="2218266" y="508000"/>
                  </a:cubicBezTo>
                  <a:cubicBezTo>
                    <a:pt x="2234231" y="515983"/>
                    <a:pt x="2252133" y="519289"/>
                    <a:pt x="2269066" y="524933"/>
                  </a:cubicBezTo>
                  <a:cubicBezTo>
                    <a:pt x="2291644" y="519289"/>
                    <a:pt x="2314081" y="513049"/>
                    <a:pt x="2336800" y="508000"/>
                  </a:cubicBezTo>
                  <a:cubicBezTo>
                    <a:pt x="2364896" y="501756"/>
                    <a:pt x="2393792" y="498973"/>
                    <a:pt x="2421466" y="491066"/>
                  </a:cubicBezTo>
                  <a:cubicBezTo>
                    <a:pt x="2433602" y="487599"/>
                    <a:pt x="2442883" y="476208"/>
                    <a:pt x="2455333" y="474133"/>
                  </a:cubicBezTo>
                  <a:cubicBezTo>
                    <a:pt x="2511287" y="464808"/>
                    <a:pt x="2568222" y="462844"/>
                    <a:pt x="2624666" y="457200"/>
                  </a:cubicBezTo>
                  <a:cubicBezTo>
                    <a:pt x="2738089" y="463872"/>
                    <a:pt x="2879114" y="496562"/>
                    <a:pt x="2997200" y="457200"/>
                  </a:cubicBezTo>
                  <a:cubicBezTo>
                    <a:pt x="3021147" y="449218"/>
                    <a:pt x="3042355" y="434622"/>
                    <a:pt x="3064933" y="423333"/>
                  </a:cubicBezTo>
                  <a:lnTo>
                    <a:pt x="3098800" y="406400"/>
                  </a:lnTo>
                  <a:cubicBezTo>
                    <a:pt x="3114765" y="398418"/>
                    <a:pt x="3133194" y="396497"/>
                    <a:pt x="3149600" y="389466"/>
                  </a:cubicBezTo>
                  <a:cubicBezTo>
                    <a:pt x="3172802" y="379522"/>
                    <a:pt x="3217333" y="355600"/>
                    <a:pt x="3217333" y="355600"/>
                  </a:cubicBezTo>
                  <a:cubicBezTo>
                    <a:pt x="3222977" y="338667"/>
                    <a:pt x="3229937" y="322116"/>
                    <a:pt x="3234266" y="304800"/>
                  </a:cubicBezTo>
                  <a:cubicBezTo>
                    <a:pt x="3241247" y="276878"/>
                    <a:pt x="3243293" y="247807"/>
                    <a:pt x="3251200" y="220133"/>
                  </a:cubicBezTo>
                  <a:cubicBezTo>
                    <a:pt x="3254667" y="207997"/>
                    <a:pt x="3258277" y="194151"/>
                    <a:pt x="3268133" y="186266"/>
                  </a:cubicBezTo>
                  <a:cubicBezTo>
                    <a:pt x="3287844" y="170497"/>
                    <a:pt x="3318017" y="170249"/>
                    <a:pt x="3335866" y="152400"/>
                  </a:cubicBezTo>
                  <a:cubicBezTo>
                    <a:pt x="3387661" y="100605"/>
                    <a:pt x="3304653" y="180043"/>
                    <a:pt x="3386666" y="118533"/>
                  </a:cubicBezTo>
                  <a:cubicBezTo>
                    <a:pt x="3399438" y="108954"/>
                    <a:pt x="3409244" y="95955"/>
                    <a:pt x="3420533" y="84666"/>
                  </a:cubicBezTo>
                  <a:cubicBezTo>
                    <a:pt x="3460294" y="44905"/>
                    <a:pt x="3481521" y="69384"/>
                    <a:pt x="3505200" y="33866"/>
                  </a:cubicBezTo>
                  <a:cubicBezTo>
                    <a:pt x="3512201" y="23365"/>
                    <a:pt x="3516489" y="11289"/>
                    <a:pt x="3522133" y="0"/>
                  </a:cubicBezTo>
                  <a:cubicBezTo>
                    <a:pt x="3663244" y="5644"/>
                    <a:pt x="3805173" y="745"/>
                    <a:pt x="3945466" y="16933"/>
                  </a:cubicBezTo>
                  <a:cubicBezTo>
                    <a:pt x="3958004" y="18380"/>
                    <a:pt x="3957712" y="39081"/>
                    <a:pt x="3962400" y="50800"/>
                  </a:cubicBezTo>
                  <a:cubicBezTo>
                    <a:pt x="3969029" y="67373"/>
                    <a:pt x="3972302" y="85194"/>
                    <a:pt x="3979333" y="101600"/>
                  </a:cubicBezTo>
                  <a:cubicBezTo>
                    <a:pt x="3989277" y="124802"/>
                    <a:pt x="4001911" y="146755"/>
                    <a:pt x="4013200" y="169333"/>
                  </a:cubicBezTo>
                  <a:lnTo>
                    <a:pt x="4047066" y="237066"/>
                  </a:lnTo>
                  <a:cubicBezTo>
                    <a:pt x="4050636" y="244206"/>
                    <a:pt x="4059572" y="247358"/>
                    <a:pt x="4064000" y="254000"/>
                  </a:cubicBezTo>
                  <a:cubicBezTo>
                    <a:pt x="4071001" y="264501"/>
                    <a:pt x="4073360" y="277769"/>
                    <a:pt x="4080933" y="287866"/>
                  </a:cubicBezTo>
                  <a:cubicBezTo>
                    <a:pt x="4117555" y="336695"/>
                    <a:pt x="4105398" y="309820"/>
                    <a:pt x="4148666" y="338666"/>
                  </a:cubicBezTo>
                  <a:cubicBezTo>
                    <a:pt x="4155308" y="343094"/>
                    <a:pt x="4158958" y="351172"/>
                    <a:pt x="4165600" y="355600"/>
                  </a:cubicBezTo>
                  <a:cubicBezTo>
                    <a:pt x="4195384" y="375456"/>
                    <a:pt x="4215844" y="375697"/>
                    <a:pt x="4250266" y="389466"/>
                  </a:cubicBezTo>
                  <a:cubicBezTo>
                    <a:pt x="4261985" y="394154"/>
                    <a:pt x="4272159" y="402409"/>
                    <a:pt x="4284133" y="406400"/>
                  </a:cubicBezTo>
                  <a:cubicBezTo>
                    <a:pt x="4306211" y="413759"/>
                    <a:pt x="4330075" y="415161"/>
                    <a:pt x="4351866" y="423333"/>
                  </a:cubicBezTo>
                  <a:lnTo>
                    <a:pt x="4453466" y="474133"/>
                  </a:lnTo>
                  <a:cubicBezTo>
                    <a:pt x="4469431" y="482115"/>
                    <a:pt x="4487333" y="485422"/>
                    <a:pt x="4504266" y="491066"/>
                  </a:cubicBezTo>
                  <a:lnTo>
                    <a:pt x="4605866" y="474133"/>
                  </a:lnTo>
                  <a:cubicBezTo>
                    <a:pt x="4645314" y="468064"/>
                    <a:pt x="4687342" y="472023"/>
                    <a:pt x="4724400" y="457200"/>
                  </a:cubicBezTo>
                  <a:cubicBezTo>
                    <a:pt x="4746635" y="448306"/>
                    <a:pt x="4753781" y="417110"/>
                    <a:pt x="4775200" y="406400"/>
                  </a:cubicBezTo>
                  <a:lnTo>
                    <a:pt x="4809066" y="389466"/>
                  </a:lnTo>
                  <a:cubicBezTo>
                    <a:pt x="5261917" y="424301"/>
                    <a:pt x="5117682" y="357510"/>
                    <a:pt x="5283200" y="440266"/>
                  </a:cubicBezTo>
                  <a:cubicBezTo>
                    <a:pt x="5288844" y="445911"/>
                    <a:pt x="5293491" y="452772"/>
                    <a:pt x="5300133" y="457200"/>
                  </a:cubicBezTo>
                  <a:cubicBezTo>
                    <a:pt x="5381209" y="511251"/>
                    <a:pt x="5469865" y="464429"/>
                    <a:pt x="5571066" y="457200"/>
                  </a:cubicBezTo>
                  <a:cubicBezTo>
                    <a:pt x="5863522" y="408457"/>
                    <a:pt x="5705732" y="419050"/>
                    <a:pt x="6045200" y="440266"/>
                  </a:cubicBezTo>
                  <a:cubicBezTo>
                    <a:pt x="6090355" y="434622"/>
                    <a:pt x="6137078" y="436409"/>
                    <a:pt x="6180666" y="423333"/>
                  </a:cubicBezTo>
                  <a:cubicBezTo>
                    <a:pt x="6195958" y="418745"/>
                    <a:pt x="6203244" y="400755"/>
                    <a:pt x="6214533" y="389466"/>
                  </a:cubicBezTo>
                  <a:cubicBezTo>
                    <a:pt x="6232382" y="371617"/>
                    <a:pt x="6259688" y="366889"/>
                    <a:pt x="6282266" y="355600"/>
                  </a:cubicBezTo>
                  <a:cubicBezTo>
                    <a:pt x="6289406" y="352030"/>
                    <a:pt x="6292558" y="343094"/>
                    <a:pt x="6299200" y="338666"/>
                  </a:cubicBezTo>
                  <a:cubicBezTo>
                    <a:pt x="6309701" y="331665"/>
                    <a:pt x="6322969" y="329306"/>
                    <a:pt x="6333066" y="321733"/>
                  </a:cubicBezTo>
                  <a:cubicBezTo>
                    <a:pt x="6345838" y="312154"/>
                    <a:pt x="6352653" y="295006"/>
                    <a:pt x="6366933" y="287866"/>
                  </a:cubicBezTo>
                  <a:lnTo>
                    <a:pt x="6434666" y="254000"/>
                  </a:lnTo>
                  <a:cubicBezTo>
                    <a:pt x="6440311" y="237067"/>
                    <a:pt x="6443618" y="219165"/>
                    <a:pt x="6451600" y="203200"/>
                  </a:cubicBezTo>
                  <a:cubicBezTo>
                    <a:pt x="6455170" y="196060"/>
                    <a:pt x="6466009" y="193839"/>
                    <a:pt x="6468533" y="186266"/>
                  </a:cubicBezTo>
                  <a:cubicBezTo>
                    <a:pt x="6526753" y="11602"/>
                    <a:pt x="6455574" y="161382"/>
                    <a:pt x="6502400" y="67733"/>
                  </a:cubicBezTo>
                  <a:lnTo>
                    <a:pt x="6493933" y="33866"/>
                  </a:lnTo>
                </a:path>
              </a:pathLst>
            </a:custGeom>
            <a:noFill/>
            <a:ln>
              <a:solidFill>
                <a:schemeClr val="accent3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cxnSp>
        <p:nvCxnSpPr>
          <p:cNvPr id="62" name="직선 연결선 61"/>
          <p:cNvCxnSpPr/>
          <p:nvPr/>
        </p:nvCxnSpPr>
        <p:spPr>
          <a:xfrm>
            <a:off x="3995936" y="2364237"/>
            <a:ext cx="504056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4572000" y="224200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오늘</a:t>
            </a:r>
          </a:p>
        </p:txBody>
      </p:sp>
      <p:cxnSp>
        <p:nvCxnSpPr>
          <p:cNvPr id="69" name="직선 연결선 68"/>
          <p:cNvCxnSpPr/>
          <p:nvPr/>
        </p:nvCxnSpPr>
        <p:spPr>
          <a:xfrm>
            <a:off x="5652120" y="2364237"/>
            <a:ext cx="504056" cy="0"/>
          </a:xfrm>
          <a:prstGeom prst="lin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6" name="직사각형 75"/>
          <p:cNvSpPr/>
          <p:nvPr/>
        </p:nvSpPr>
        <p:spPr>
          <a:xfrm>
            <a:off x="6228184" y="224200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어제</a:t>
            </a:r>
          </a:p>
        </p:txBody>
      </p:sp>
      <p:cxnSp>
        <p:nvCxnSpPr>
          <p:cNvPr id="77" name="직선 연결선 76"/>
          <p:cNvCxnSpPr/>
          <p:nvPr/>
        </p:nvCxnSpPr>
        <p:spPr>
          <a:xfrm>
            <a:off x="7380312" y="2364237"/>
            <a:ext cx="504056" cy="0"/>
          </a:xfrm>
          <a:prstGeom prst="line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직사각형 77"/>
          <p:cNvSpPr/>
          <p:nvPr/>
        </p:nvSpPr>
        <p:spPr>
          <a:xfrm>
            <a:off x="7956376" y="2242009"/>
            <a:ext cx="1008112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전년동일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4DE772C-B244-4DA4-AA22-C39F9484258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20B12C33-C18F-4B62-9FD7-91A6501D00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D6FA4C-A124-4BF0-B396-130ECA1A1019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43CAC09-ADAD-4EA8-9216-FF726F8DBA06}"/>
              </a:ext>
            </a:extLst>
          </p:cNvPr>
          <p:cNvSpPr/>
          <p:nvPr/>
        </p:nvSpPr>
        <p:spPr>
          <a:xfrm>
            <a:off x="225294" y="945049"/>
            <a:ext cx="8811201" cy="5364271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127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rgbClr val="FF0000"/>
                </a:solidFill>
              </a:rPr>
              <a:t>내용 삭제</a:t>
            </a:r>
          </a:p>
        </p:txBody>
      </p:sp>
    </p:spTree>
    <p:extLst>
      <p:ext uri="{BB962C8B-B14F-4D97-AF65-F5344CB8AC3E}">
        <p14:creationId xmlns:p14="http://schemas.microsoft.com/office/powerpoint/2010/main" val="4038068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요금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264372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797016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한전 요금 조회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50924"/>
              </p:ext>
            </p:extLst>
          </p:nvPr>
        </p:nvGraphicFramePr>
        <p:xfrm>
          <a:off x="467544" y="2135576"/>
          <a:ext cx="8208910" cy="1779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264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83" name="직선 연결선 82"/>
          <p:cNvCxnSpPr/>
          <p:nvPr/>
        </p:nvCxnSpPr>
        <p:spPr>
          <a:xfrm>
            <a:off x="1187624" y="3022032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605391" y="1797015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797015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797015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797015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1187624" y="2517976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023699"/>
              </p:ext>
            </p:extLst>
          </p:nvPr>
        </p:nvGraphicFramePr>
        <p:xfrm>
          <a:off x="467544" y="3955032"/>
          <a:ext cx="8208912" cy="997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9406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기본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6,847,360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역률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-54,778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사용량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35,233,601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전기요금합계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42,026,183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전력산업기반기금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1,554,960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부가세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4,202,618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청구금액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47,783,760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60" name="직선 연결선 59"/>
          <p:cNvCxnSpPr/>
          <p:nvPr/>
        </p:nvCxnSpPr>
        <p:spPr>
          <a:xfrm>
            <a:off x="375391" y="5231899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1378744" y="3454080"/>
            <a:ext cx="288032" cy="2058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직사각형 49"/>
          <p:cNvSpPr/>
          <p:nvPr/>
        </p:nvSpPr>
        <p:spPr>
          <a:xfrm>
            <a:off x="1378744" y="3382080"/>
            <a:ext cx="288032" cy="72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직사각형 51"/>
          <p:cNvSpPr/>
          <p:nvPr/>
        </p:nvSpPr>
        <p:spPr>
          <a:xfrm>
            <a:off x="1378744" y="3310072"/>
            <a:ext cx="288032" cy="72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직사각형 60"/>
          <p:cNvSpPr/>
          <p:nvPr/>
        </p:nvSpPr>
        <p:spPr>
          <a:xfrm>
            <a:off x="1378744" y="3202064"/>
            <a:ext cx="288032" cy="10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직사각형 61"/>
          <p:cNvSpPr/>
          <p:nvPr/>
        </p:nvSpPr>
        <p:spPr>
          <a:xfrm>
            <a:off x="1378744" y="3156345"/>
            <a:ext cx="288032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직사각형 67"/>
          <p:cNvSpPr/>
          <p:nvPr/>
        </p:nvSpPr>
        <p:spPr>
          <a:xfrm>
            <a:off x="1378744" y="3053435"/>
            <a:ext cx="288032" cy="10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1907704" y="2878016"/>
            <a:ext cx="288032" cy="781883"/>
            <a:chOff x="1907704" y="3172371"/>
            <a:chExt cx="288032" cy="606464"/>
          </a:xfrm>
        </p:grpSpPr>
        <p:sp>
          <p:nvSpPr>
            <p:cNvPr id="69" name="직사각형 68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직사각형 75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2483768" y="3104890"/>
            <a:ext cx="288032" cy="555009"/>
            <a:chOff x="1907704" y="3172371"/>
            <a:chExt cx="288032" cy="606464"/>
          </a:xfrm>
        </p:grpSpPr>
        <p:sp>
          <p:nvSpPr>
            <p:cNvPr id="84" name="직사각형 83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2987824" y="3240909"/>
            <a:ext cx="288032" cy="418990"/>
            <a:chOff x="1907704" y="3172371"/>
            <a:chExt cx="288032" cy="606464"/>
          </a:xfrm>
        </p:grpSpPr>
        <p:sp>
          <p:nvSpPr>
            <p:cNvPr id="92" name="직사각형 91"/>
            <p:cNvSpPr/>
            <p:nvPr/>
          </p:nvSpPr>
          <p:spPr>
            <a:xfrm>
              <a:off x="1907704" y="3573016"/>
              <a:ext cx="288032" cy="20581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1907704" y="3501016"/>
              <a:ext cx="288032" cy="72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1907704" y="3429008"/>
              <a:ext cx="288032" cy="7200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1907704" y="3321000"/>
              <a:ext cx="288032" cy="108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1907704" y="3275281"/>
              <a:ext cx="288032" cy="45719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1907704" y="3172371"/>
              <a:ext cx="288032" cy="10291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한전 요금 조회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70D2C55-772C-4865-BCC5-17289A20F84D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5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C5035341-A4D4-4F29-858B-7EADCFE897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ADAB36-ECAF-4140-8741-0C90B4E743B9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7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8CB535F5-7C7F-41B8-A8AB-7F34FA4F6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25D4E42-D244-4000-A96B-53B4EBC5EF75}"/>
              </a:ext>
            </a:extLst>
          </p:cNvPr>
          <p:cNvSpPr/>
          <p:nvPr/>
        </p:nvSpPr>
        <p:spPr>
          <a:xfrm>
            <a:off x="1475656" y="1825503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</p:spTree>
    <p:extLst>
      <p:ext uri="{BB962C8B-B14F-4D97-AF65-F5344CB8AC3E}">
        <p14:creationId xmlns:p14="http://schemas.microsoft.com/office/powerpoint/2010/main" val="1575749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ESS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ESS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ESS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92849"/>
              </p:ext>
            </p:extLst>
          </p:nvPr>
        </p:nvGraphicFramePr>
        <p:xfrm>
          <a:off x="467544" y="3530888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평일 일수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(d)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경부하충전량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최대부하방전량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150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중간부하방전량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예상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할인금액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990826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3043603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2803288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3046239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2805924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3051791"/>
            <a:ext cx="72000" cy="114986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2811476"/>
            <a:ext cx="72000" cy="355302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9659133-3722-4614-A46B-72BF740408F8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60FE1802-FB5B-43D3-8879-97A1A19572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6738A80-6F83-4B73-BA64-C226045A8A92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AD45A54F-D6C2-4169-8CAF-C254A6A39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12ED78B7-50CC-40D0-B69E-43478B1D1A3C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5EA932C1-589E-4498-99B0-828F2B273A06}"/>
              </a:ext>
            </a:extLst>
          </p:cNvPr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253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15723" y="977232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DR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268611" y="5521504"/>
            <a:ext cx="8646588" cy="108012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한전 요금 조회는 기간 설정으로 월별로 조회할 수 있다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전기요금을 구성하는 항목별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기본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역률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사용량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로 조회된다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en-US" altLang="ko-KR" sz="1050" b="1" dirty="0">
              <a:solidFill>
                <a:schemeClr val="tx1"/>
              </a:solidFill>
              <a:latin typeface="맑은 고딕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구분에서 특정월을 누르면 해당월의 상세명세서가 팝업 된다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감축 횟수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-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시간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(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회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-</a:t>
            </a:r>
            <a:r>
              <a:rPr lang="en-US" altLang="ko-KR" sz="1050" b="1" dirty="0" err="1">
                <a:solidFill>
                  <a:srgbClr val="FF0000"/>
                </a:solidFill>
                <a:latin typeface="맑은 고딕" pitchFamily="50" charset="-127"/>
              </a:rPr>
              <a:t>hr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)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의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 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해당월의 횟수를 누르면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(ex: 1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월의 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1-2) </a:t>
            </a:r>
            <a:r>
              <a:rPr lang="ko-KR" altLang="en-US" sz="1050" b="1" dirty="0">
                <a:solidFill>
                  <a:srgbClr val="FF0000"/>
                </a:solidFill>
                <a:latin typeface="맑은 고딕" pitchFamily="50" charset="-127"/>
              </a:rPr>
              <a:t>해당월의 상세 이벤트리스트가 팝업 된다</a:t>
            </a:r>
            <a:r>
              <a:rPr lang="en-US" altLang="ko-KR" sz="1050" b="1" dirty="0">
                <a:solidFill>
                  <a:srgbClr val="FF0000"/>
                </a:solidFill>
                <a:latin typeface="맑은 고딕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ko-KR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3) DR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351122"/>
              </p:ext>
            </p:extLst>
          </p:nvPr>
        </p:nvGraphicFramePr>
        <p:xfrm>
          <a:off x="467544" y="3561184"/>
          <a:ext cx="8208916" cy="1363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 횟수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회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hr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1-2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감축인정용량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(kWh)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160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감축이행율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용량정산금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900,000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감축정산금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실적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고객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800,000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EWP)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정산금액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(\)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200,000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수익비율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(%)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20%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535194"/>
              </p:ext>
            </p:extLst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2819664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3041816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0204E0-51B8-4563-9435-8E3589A30E2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CB707B-DD2A-41F6-AFA9-FFC61C4A7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DF36CA-24CF-4885-BACC-2A4630055FF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9C866A0-2C7A-4E0B-AFBB-E634E7772371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47D5384C-C005-4C8D-8DCA-743D0FA1E9B1}"/>
              </a:ext>
            </a:extLst>
          </p:cNvPr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792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4102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sp>
        <p:nvSpPr>
          <p:cNvPr id="7" name="Text Box 28"/>
          <p:cNvSpPr txBox="1">
            <a:spLocks noChangeArrowheads="1"/>
          </p:cNvSpPr>
          <p:nvPr/>
        </p:nvSpPr>
        <p:spPr bwMode="auto">
          <a:xfrm>
            <a:off x="315723" y="977232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4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PV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수익 조회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5301208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직선 연결선 2"/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75391" y="1832992"/>
            <a:ext cx="1301009" cy="2880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DR </a:t>
            </a: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수익 조회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605391" y="1832991"/>
            <a:ext cx="1224136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기간 설정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3254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5882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6876256" y="1832991"/>
            <a:ext cx="249415" cy="28803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~</a:t>
            </a:r>
            <a:endParaRPr lang="ko-KR" altLang="en-US" sz="9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125671" y="1832991"/>
            <a:ext cx="1262753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YYYY-MM</a:t>
            </a:r>
            <a:endParaRPr lang="ko-KR" altLang="en-US" sz="9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8388424" y="1832991"/>
            <a:ext cx="288032" cy="288033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4) PV </a:t>
            </a:r>
            <a:r>
              <a:rPr lang="ko-KR" altLang="en-US" sz="2000" b="1" dirty="0" err="1">
                <a:solidFill>
                  <a:schemeClr val="bg1"/>
                </a:solidFill>
                <a:latin typeface="+mn-ea"/>
              </a:rPr>
              <a:t>정산금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19753"/>
              </p:ext>
            </p:extLst>
          </p:nvPr>
        </p:nvGraphicFramePr>
        <p:xfrm>
          <a:off x="467544" y="3561184"/>
          <a:ext cx="8208916" cy="1119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40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9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0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 발전량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SMP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SMP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거래량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 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수익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총 수익</a:t>
                      </a:r>
                      <a:endParaRPr lang="en-US" altLang="ko-KR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발전량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x(SMP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거래가격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+</a:t>
                      </a:r>
                    </a:p>
                    <a:p>
                      <a:pPr algn="ctr" latinLnBrk="1"/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거래가격</a:t>
                      </a:r>
                      <a:r>
                        <a:rPr lang="en-US" altLang="ko-KR" sz="800" b="1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xREC</a:t>
                      </a:r>
                      <a:r>
                        <a:rPr lang="ko-KR" altLang="en-US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가중치</a:t>
                      </a:r>
                      <a:r>
                        <a:rPr lang="en-US" altLang="ko-KR" sz="8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/>
          </p:nvPr>
        </p:nvGraphicFramePr>
        <p:xfrm>
          <a:off x="467544" y="2204864"/>
          <a:ext cx="8208910" cy="1258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173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9209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\</a:t>
                      </a:r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1,000,000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04</a:t>
                      </a:r>
                      <a:endParaRPr lang="ko-KR" altLang="en-US" sz="9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9" name="직선 연결선 18"/>
          <p:cNvCxnSpPr/>
          <p:nvPr/>
        </p:nvCxnSpPr>
        <p:spPr>
          <a:xfrm>
            <a:off x="1187624" y="3091320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1187624" y="2587264"/>
            <a:ext cx="684076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449560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547672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1953608" y="2811476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2051720" y="3033628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2568558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2666670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/>
          <p:cNvSpPr/>
          <p:nvPr/>
        </p:nvSpPr>
        <p:spPr>
          <a:xfrm>
            <a:off x="3072606" y="2814112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3170718" y="3036264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/>
          <p:cNvSpPr/>
          <p:nvPr/>
        </p:nvSpPr>
        <p:spPr>
          <a:xfrm>
            <a:off x="3615556" y="2819664"/>
            <a:ext cx="72000" cy="34711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3713668" y="3041816"/>
            <a:ext cx="72000" cy="1249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F0204E0-51B8-4563-9435-8E3589A30E22}"/>
              </a:ext>
            </a:extLst>
          </p:cNvPr>
          <p:cNvGrpSpPr/>
          <p:nvPr/>
        </p:nvGrpSpPr>
        <p:grpSpPr>
          <a:xfrm>
            <a:off x="485190" y="4994749"/>
            <a:ext cx="862386" cy="211955"/>
            <a:chOff x="4861742" y="3907374"/>
            <a:chExt cx="862386" cy="211955"/>
          </a:xfrm>
        </p:grpSpPr>
        <p:pic>
          <p:nvPicPr>
            <p:cNvPr id="50" name="Picture 6" descr="ìì ë¤ì´ë¡ëì ëí ì´ë¯¸ì§ ê²ìê²°ê³¼">
              <a:extLst>
                <a:ext uri="{FF2B5EF4-FFF2-40B4-BE49-F238E27FC236}">
                  <a16:creationId xmlns:a16="http://schemas.microsoft.com/office/drawing/2014/main" id="{FECB707B-DD2A-41F6-AFA9-FFC61C4A7B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1742" y="3907374"/>
              <a:ext cx="211955" cy="2119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DF36CA-24CF-4885-BACC-2A4630055FF7}"/>
                </a:ext>
              </a:extLst>
            </p:cNvPr>
            <p:cNvSpPr txBox="1"/>
            <p:nvPr/>
          </p:nvSpPr>
          <p:spPr>
            <a:xfrm>
              <a:off x="4949189" y="3921018"/>
              <a:ext cx="77493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b="1" dirty="0">
                  <a:solidFill>
                    <a:schemeClr val="bg1"/>
                  </a:solidFill>
                </a:rPr>
                <a:t>데이터 저장하기</a:t>
              </a:r>
            </a:p>
          </p:txBody>
        </p:sp>
      </p:grpSp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49C866A0-2C7A-4E0B-AFBB-E634E7772371}"/>
              </a:ext>
            </a:extLst>
          </p:cNvPr>
          <p:cNvSpPr/>
          <p:nvPr/>
        </p:nvSpPr>
        <p:spPr>
          <a:xfrm>
            <a:off x="1403648" y="1861479"/>
            <a:ext cx="1013369" cy="231058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900" dirty="0">
                <a:solidFill>
                  <a:schemeClr val="tx1"/>
                </a:solidFill>
              </a:rPr>
              <a:t>1</a:t>
            </a:r>
            <a:r>
              <a:rPr lang="ko-KR" altLang="en-US" sz="900" dirty="0">
                <a:solidFill>
                  <a:schemeClr val="tx1"/>
                </a:solidFill>
              </a:rPr>
              <a:t>년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올해</a:t>
            </a:r>
            <a:r>
              <a:rPr lang="en-US" altLang="ko-KR" sz="900" dirty="0">
                <a:solidFill>
                  <a:schemeClr val="tx1"/>
                </a:solidFill>
              </a:rPr>
              <a:t>)  </a:t>
            </a:r>
            <a:r>
              <a:rPr lang="ko-KR" altLang="en-US" sz="900" dirty="0">
                <a:solidFill>
                  <a:schemeClr val="tx1"/>
                </a:solidFill>
              </a:rPr>
              <a:t>▼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69DA864-606F-4C31-999A-A7A9024DA524}"/>
              </a:ext>
            </a:extLst>
          </p:cNvPr>
          <p:cNvCxnSpPr/>
          <p:nvPr/>
        </p:nvCxnSpPr>
        <p:spPr>
          <a:xfrm>
            <a:off x="375391" y="5274234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0647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268611" y="188640"/>
            <a:ext cx="2207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요금</a:t>
            </a:r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수익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상세명세서 </a:t>
            </a:r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sample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E4FA600-B69B-4E74-A48D-859E62BB8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888468"/>
            <a:ext cx="4007750" cy="567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88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6165304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65AF17E-52D9-473C-B85B-1E5366C2913A}"/>
              </a:ext>
            </a:extLst>
          </p:cNvPr>
          <p:cNvCxnSpPr/>
          <p:nvPr/>
        </p:nvCxnSpPr>
        <p:spPr>
          <a:xfrm>
            <a:off x="375391" y="614185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1)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사이트 설정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설정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9" name="Picture 3">
            <a:extLst>
              <a:ext uri="{FF2B5EF4-FFF2-40B4-BE49-F238E27FC236}">
                <a16:creationId xmlns:a16="http://schemas.microsoft.com/office/drawing/2014/main" id="{59C82AD3-AF11-413F-A8BF-CEB0342A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2" y="1958075"/>
            <a:ext cx="8203656" cy="3960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E70A4B-CF3B-4226-B2E1-5E5933CE83B4}"/>
              </a:ext>
            </a:extLst>
          </p:cNvPr>
          <p:cNvSpPr/>
          <p:nvPr/>
        </p:nvSpPr>
        <p:spPr>
          <a:xfrm>
            <a:off x="496982" y="1958074"/>
            <a:ext cx="8203656" cy="3960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0A03F4-5227-402F-A935-A88C27B4D271}"/>
              </a:ext>
            </a:extLst>
          </p:cNvPr>
          <p:cNvSpPr/>
          <p:nvPr/>
        </p:nvSpPr>
        <p:spPr>
          <a:xfrm>
            <a:off x="713006" y="22927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건물 요금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6F5B6F-F20B-4658-B5E9-0180CA2C5CBD}"/>
              </a:ext>
            </a:extLst>
          </p:cNvPr>
          <p:cNvSpPr/>
          <p:nvPr/>
        </p:nvSpPr>
        <p:spPr>
          <a:xfrm>
            <a:off x="2081158" y="2292713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일반용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을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) –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고압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A: 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선택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II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FFF8E21-BB16-4DB3-9B4C-F60C4682C89B}"/>
              </a:ext>
            </a:extLst>
          </p:cNvPr>
          <p:cNvSpPr/>
          <p:nvPr/>
        </p:nvSpPr>
        <p:spPr>
          <a:xfrm>
            <a:off x="7985814" y="22927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DF119DE-AE36-48E9-BBF8-65A97BCCCB2D}"/>
              </a:ext>
            </a:extLst>
          </p:cNvPr>
          <p:cNvSpPr/>
          <p:nvPr/>
        </p:nvSpPr>
        <p:spPr>
          <a:xfrm>
            <a:off x="713006" y="2868777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계약 전력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A4B9FE1-94E3-4A0A-9D79-5ACE5B67FB7D}"/>
              </a:ext>
            </a:extLst>
          </p:cNvPr>
          <p:cNvSpPr/>
          <p:nvPr/>
        </p:nvSpPr>
        <p:spPr>
          <a:xfrm>
            <a:off x="2081158" y="2868777"/>
            <a:ext cx="5760640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2,000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6918F4E-7015-471B-AF88-BCBA6AEE3B51}"/>
              </a:ext>
            </a:extLst>
          </p:cNvPr>
          <p:cNvSpPr/>
          <p:nvPr/>
        </p:nvSpPr>
        <p:spPr>
          <a:xfrm>
            <a:off x="7481758" y="2868777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6E84F43-F87D-478E-A8EB-F68ECF6B03B0}"/>
              </a:ext>
            </a:extLst>
          </p:cNvPr>
          <p:cNvSpPr/>
          <p:nvPr/>
        </p:nvSpPr>
        <p:spPr>
          <a:xfrm>
            <a:off x="713006" y="3444841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검침일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3386889-64AF-4305-A4F8-84C12910E1C0}"/>
              </a:ext>
            </a:extLst>
          </p:cNvPr>
          <p:cNvSpPr/>
          <p:nvPr/>
        </p:nvSpPr>
        <p:spPr>
          <a:xfrm>
            <a:off x="2081158" y="3444841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30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일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5CF8652-801D-42A6-A169-18765E5FC465}"/>
              </a:ext>
            </a:extLst>
          </p:cNvPr>
          <p:cNvSpPr/>
          <p:nvPr/>
        </p:nvSpPr>
        <p:spPr>
          <a:xfrm>
            <a:off x="7985814" y="3444841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7A4BF63-1DDB-4A41-B024-14FCF559C03A}"/>
              </a:ext>
            </a:extLst>
          </p:cNvPr>
          <p:cNvSpPr/>
          <p:nvPr/>
        </p:nvSpPr>
        <p:spPr>
          <a:xfrm>
            <a:off x="713006" y="40929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 적용 전력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A8B5354-F034-4516-9EEE-DC57742549A3}"/>
              </a:ext>
            </a:extLst>
          </p:cNvPr>
          <p:cNvSpPr/>
          <p:nvPr/>
        </p:nvSpPr>
        <p:spPr>
          <a:xfrm>
            <a:off x="2081158" y="4092913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2018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05</a:t>
            </a: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월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A06CBC4-04CD-43E0-9A3D-651F593CF4A8}"/>
              </a:ext>
            </a:extLst>
          </p:cNvPr>
          <p:cNvSpPr/>
          <p:nvPr/>
        </p:nvSpPr>
        <p:spPr>
          <a:xfrm>
            <a:off x="4533060" y="4092913"/>
            <a:ext cx="360040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▼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1DCBF8F-151E-4F66-A70C-4142446F54D7}"/>
              </a:ext>
            </a:extLst>
          </p:cNvPr>
          <p:cNvSpPr/>
          <p:nvPr/>
        </p:nvSpPr>
        <p:spPr>
          <a:xfrm>
            <a:off x="5033486" y="4092913"/>
            <a:ext cx="2808312" cy="3600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500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595BAC0-142A-4F0D-8254-7780FE3AE6FF}"/>
              </a:ext>
            </a:extLst>
          </p:cNvPr>
          <p:cNvSpPr/>
          <p:nvPr/>
        </p:nvSpPr>
        <p:spPr>
          <a:xfrm>
            <a:off x="7481759" y="409291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02A018E-4621-4A7E-B96C-7A9845F9D803}"/>
              </a:ext>
            </a:extLst>
          </p:cNvPr>
          <p:cNvSpPr/>
          <p:nvPr/>
        </p:nvSpPr>
        <p:spPr>
          <a:xfrm>
            <a:off x="713006" y="4740985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 전력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B55E0DF-6BAA-4355-B5BA-6F428B93378E}"/>
              </a:ext>
            </a:extLst>
          </p:cNvPr>
          <p:cNvSpPr/>
          <p:nvPr/>
        </p:nvSpPr>
        <p:spPr>
          <a:xfrm>
            <a:off x="2081158" y="4740985"/>
            <a:ext cx="245190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450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5D63DE66-E1E7-4DF1-9D78-6912FC0C97A1}"/>
              </a:ext>
            </a:extLst>
          </p:cNvPr>
          <p:cNvSpPr/>
          <p:nvPr/>
        </p:nvSpPr>
        <p:spPr>
          <a:xfrm>
            <a:off x="7481759" y="4740985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%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0A21769-9AE6-4F33-9CC7-0368B28BC3C7}"/>
              </a:ext>
            </a:extLst>
          </p:cNvPr>
          <p:cNvGrpSpPr/>
          <p:nvPr/>
        </p:nvGrpSpPr>
        <p:grpSpPr>
          <a:xfrm>
            <a:off x="3577640" y="5342450"/>
            <a:ext cx="2630920" cy="360040"/>
            <a:chOff x="4029312" y="4869160"/>
            <a:chExt cx="2630920" cy="36004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A561B5F-BF9D-4B1F-B74A-26A196697834}"/>
                </a:ext>
              </a:extLst>
            </p:cNvPr>
            <p:cNvSpPr/>
            <p:nvPr/>
          </p:nvSpPr>
          <p:spPr>
            <a:xfrm>
              <a:off x="4029312" y="4869160"/>
              <a:ext cx="1224136" cy="36004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설정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EBF1CF44-5BC3-4F6F-B636-2389CB6BCBC8}"/>
                </a:ext>
              </a:extLst>
            </p:cNvPr>
            <p:cNvSpPr/>
            <p:nvPr/>
          </p:nvSpPr>
          <p:spPr>
            <a:xfrm>
              <a:off x="5436096" y="4869160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6C397DA-F1DF-42B1-8B01-88F820F54564}"/>
              </a:ext>
            </a:extLst>
          </p:cNvPr>
          <p:cNvSpPr/>
          <p:nvPr/>
        </p:nvSpPr>
        <p:spPr>
          <a:xfrm>
            <a:off x="6840946" y="4753016"/>
            <a:ext cx="1000852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90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939DF27-6424-43A4-8A4A-D401E17DDA1B}"/>
              </a:ext>
            </a:extLst>
          </p:cNvPr>
          <p:cNvSpPr/>
          <p:nvPr/>
        </p:nvSpPr>
        <p:spPr>
          <a:xfrm>
            <a:off x="4029004" y="4752333"/>
            <a:ext cx="86409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KW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FB9F6FF-0BCB-4C9E-BC50-BF680B158A63}"/>
              </a:ext>
            </a:extLst>
          </p:cNvPr>
          <p:cNvSpPr/>
          <p:nvPr/>
        </p:nvSpPr>
        <p:spPr>
          <a:xfrm>
            <a:off x="5135494" y="4758497"/>
            <a:ext cx="155417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요금적용전력대비</a:t>
            </a:r>
          </a:p>
        </p:txBody>
      </p: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7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한전 계약 및 전력관리 정보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6915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95" y="1378908"/>
            <a:ext cx="8635704" cy="500242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1378908"/>
            <a:ext cx="8473903" cy="36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69" y="6165304"/>
            <a:ext cx="8473903" cy="1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2" name="Picture 2" descr="ì¤ì ì ëí ì´ë¯¸ì§ ê²ìê²°ê³¼">
            <a:extLst>
              <a:ext uri="{FF2B5EF4-FFF2-40B4-BE49-F238E27FC236}">
                <a16:creationId xmlns:a16="http://schemas.microsoft.com/office/drawing/2014/main" id="{C551D3B6-8F0C-4CD0-82C1-4241D54E1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90" y="1457300"/>
            <a:ext cx="198592" cy="19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65AF17E-52D9-473C-B85B-1E5366C2913A}"/>
              </a:ext>
            </a:extLst>
          </p:cNvPr>
          <p:cNvCxnSpPr/>
          <p:nvPr/>
        </p:nvCxnSpPr>
        <p:spPr>
          <a:xfrm>
            <a:off x="375391" y="614185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FED9E445-8FE5-495B-BE95-6352C8081069}"/>
              </a:ext>
            </a:extLst>
          </p:cNvPr>
          <p:cNvCxnSpPr/>
          <p:nvPr/>
        </p:nvCxnSpPr>
        <p:spPr>
          <a:xfrm>
            <a:off x="375391" y="1725626"/>
            <a:ext cx="8460000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321E96E0-66D1-4CAF-9484-768AD8C5A1C4}"/>
              </a:ext>
            </a:extLst>
          </p:cNvPr>
          <p:cNvSpPr txBox="1"/>
          <p:nvPr/>
        </p:nvSpPr>
        <p:spPr>
          <a:xfrm>
            <a:off x="5652120" y="332656"/>
            <a:ext cx="3456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b="1" dirty="0">
                <a:solidFill>
                  <a:schemeClr val="bg1"/>
                </a:solidFill>
                <a:latin typeface="+mn-ea"/>
              </a:rPr>
              <a:t>2) </a:t>
            </a:r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관리자 설정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BE1437-9258-4673-8F36-0291D87FA5A5}"/>
              </a:ext>
            </a:extLst>
          </p:cNvPr>
          <p:cNvSpPr txBox="1"/>
          <p:nvPr/>
        </p:nvSpPr>
        <p:spPr>
          <a:xfrm>
            <a:off x="268611" y="188640"/>
            <a:ext cx="14590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800" b="1" dirty="0">
                <a:solidFill>
                  <a:schemeClr val="bg1"/>
                </a:solidFill>
                <a:latin typeface="+mn-ea"/>
              </a:rPr>
              <a:t>설정 </a:t>
            </a:r>
            <a:endParaRPr lang="ko-KR" altLang="en-US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59" name="Picture 3">
            <a:extLst>
              <a:ext uri="{FF2B5EF4-FFF2-40B4-BE49-F238E27FC236}">
                <a16:creationId xmlns:a16="http://schemas.microsoft.com/office/drawing/2014/main" id="{59C82AD3-AF11-413F-A8BF-CEB0342A4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2" y="1958075"/>
            <a:ext cx="8203656" cy="396044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E0E70A4B-CF3B-4226-B2E1-5E5933CE83B4}"/>
              </a:ext>
            </a:extLst>
          </p:cNvPr>
          <p:cNvSpPr/>
          <p:nvPr/>
        </p:nvSpPr>
        <p:spPr>
          <a:xfrm>
            <a:off x="496982" y="1958074"/>
            <a:ext cx="8203656" cy="3960440"/>
          </a:xfrm>
          <a:prstGeom prst="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30A03F4-5227-402F-A935-A88C27B4D271}"/>
              </a:ext>
            </a:extLst>
          </p:cNvPr>
          <p:cNvSpPr/>
          <p:nvPr/>
        </p:nvSpPr>
        <p:spPr>
          <a:xfrm>
            <a:off x="713006" y="2292713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 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6F5B6F-F20B-4658-B5E9-0180CA2C5CBD}"/>
              </a:ext>
            </a:extLst>
          </p:cNvPr>
          <p:cNvSpPr/>
          <p:nvPr/>
        </p:nvSpPr>
        <p:spPr>
          <a:xfrm>
            <a:off x="2081158" y="2292713"/>
            <a:ext cx="5904656" cy="3600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 정밀 화학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4DF119DE-AE36-48E9-BBF8-65A97BCCCB2D}"/>
              </a:ext>
            </a:extLst>
          </p:cNvPr>
          <p:cNvSpPr/>
          <p:nvPr/>
        </p:nvSpPr>
        <p:spPr>
          <a:xfrm>
            <a:off x="713006" y="2868777"/>
            <a:ext cx="1224136" cy="36004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r">
              <a:lnSpc>
                <a:spcPct val="150000"/>
              </a:lnSpc>
            </a:pPr>
            <a:r>
              <a:rPr lang="ko-KR" altLang="en-US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그룹 내 </a:t>
            </a:r>
            <a:r>
              <a:rPr lang="en-US" altLang="ko-KR" sz="105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Site</a:t>
            </a:r>
            <a:endParaRPr lang="ko-KR" altLang="en-US" sz="105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10A21769-9AE6-4F33-9CC7-0368B28BC3C7}"/>
              </a:ext>
            </a:extLst>
          </p:cNvPr>
          <p:cNvGrpSpPr/>
          <p:nvPr/>
        </p:nvGrpSpPr>
        <p:grpSpPr>
          <a:xfrm>
            <a:off x="3577640" y="5342450"/>
            <a:ext cx="2630920" cy="360040"/>
            <a:chOff x="4029312" y="4869160"/>
            <a:chExt cx="2630920" cy="360040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9A561B5F-BF9D-4B1F-B74A-26A196697834}"/>
                </a:ext>
              </a:extLst>
            </p:cNvPr>
            <p:cNvSpPr/>
            <p:nvPr/>
          </p:nvSpPr>
          <p:spPr>
            <a:xfrm>
              <a:off x="4029312" y="4869160"/>
              <a:ext cx="1224136" cy="36004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설정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EBF1CF44-5BC3-4F6F-B636-2389CB6BCBC8}"/>
                </a:ext>
              </a:extLst>
            </p:cNvPr>
            <p:cNvSpPr/>
            <p:nvPr/>
          </p:nvSpPr>
          <p:spPr>
            <a:xfrm>
              <a:off x="5436096" y="4869160"/>
              <a:ext cx="1224136" cy="3600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50" b="1" dirty="0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rPr>
                <a:t>취소</a:t>
              </a:r>
            </a:p>
          </p:txBody>
        </p:sp>
      </p:grpSp>
      <p:sp>
        <p:nvSpPr>
          <p:cNvPr id="84" name="Text Box 28">
            <a:extLst>
              <a:ext uri="{FF2B5EF4-FFF2-40B4-BE49-F238E27FC236}">
                <a16:creationId xmlns:a16="http://schemas.microsoft.com/office/drawing/2014/main" id="{152B2388-39A3-4454-B406-52C1E7073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69" y="958990"/>
            <a:ext cx="839663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r">
              <a:buFont typeface="Wingdings" pitchFamily="2" charset="2"/>
              <a:buBlip>
                <a:blip r:embed="rId7"/>
              </a:buBlip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그룹 설정</a:t>
            </a:r>
            <a:endParaRPr lang="en-US" altLang="ko-KR" sz="11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201AAA5-8B2A-4498-B48A-1F9E754B57BD}"/>
              </a:ext>
            </a:extLst>
          </p:cNvPr>
          <p:cNvSpPr/>
          <p:nvPr/>
        </p:nvSpPr>
        <p:spPr>
          <a:xfrm>
            <a:off x="2081158" y="2868777"/>
            <a:ext cx="5477132" cy="11184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_Site_01</a:t>
            </a:r>
          </a:p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_Site_02</a:t>
            </a:r>
          </a:p>
          <a:p>
            <a:pPr>
              <a:lnSpc>
                <a:spcPct val="150000"/>
              </a:lnSpc>
            </a:pPr>
            <a:r>
              <a:rPr lang="ko-KR" altLang="en-US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롯데</a:t>
            </a:r>
            <a:r>
              <a:rPr lang="en-US" altLang="ko-KR" sz="105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_Site_03</a:t>
            </a:r>
            <a:endParaRPr lang="ko-KR" altLang="en-US" sz="105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28" name="Picture 4" descr="ê´ë ¨ ì´ë¯¸ì§">
            <a:extLst>
              <a:ext uri="{FF2B5EF4-FFF2-40B4-BE49-F238E27FC236}">
                <a16:creationId xmlns:a16="http://schemas.microsoft.com/office/drawing/2014/main" id="{B8A000E7-5C68-4462-8551-D1510FFB4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334" y="2859539"/>
            <a:ext cx="866992" cy="1136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B4D8DBE-D937-4B28-BE7E-837AADD62BBF}"/>
              </a:ext>
            </a:extLst>
          </p:cNvPr>
          <p:cNvCxnSpPr>
            <a:cxnSpLocks/>
          </p:cNvCxnSpPr>
          <p:nvPr/>
        </p:nvCxnSpPr>
        <p:spPr>
          <a:xfrm flipV="1">
            <a:off x="2126747" y="3139367"/>
            <a:ext cx="5179582" cy="2290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A4B6BE7-D80F-44A0-AA7D-488F627F787A}"/>
              </a:ext>
            </a:extLst>
          </p:cNvPr>
          <p:cNvCxnSpPr>
            <a:cxnSpLocks/>
          </p:cNvCxnSpPr>
          <p:nvPr/>
        </p:nvCxnSpPr>
        <p:spPr>
          <a:xfrm flipV="1">
            <a:off x="2126747" y="3392164"/>
            <a:ext cx="5179582" cy="2290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328374B-6844-4028-B3D2-947953CAFA9F}"/>
              </a:ext>
            </a:extLst>
          </p:cNvPr>
          <p:cNvCxnSpPr>
            <a:cxnSpLocks/>
          </p:cNvCxnSpPr>
          <p:nvPr/>
        </p:nvCxnSpPr>
        <p:spPr>
          <a:xfrm flipV="1">
            <a:off x="2126747" y="3662754"/>
            <a:ext cx="5179582" cy="22907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í¸ì§ì ëí ì´ë¯¸ì§ ê²ìê²°ê³¼">
            <a:extLst>
              <a:ext uri="{FF2B5EF4-FFF2-40B4-BE49-F238E27FC236}">
                <a16:creationId xmlns:a16="http://schemas.microsoft.com/office/drawing/2014/main" id="{73F66097-3627-4E54-8D85-3BF15CEDA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879" y="2859538"/>
            <a:ext cx="381935" cy="38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173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83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20521</TotalTime>
  <Words>3374</Words>
  <Application>Microsoft Office PowerPoint</Application>
  <PresentationFormat>화면 슬라이드 쇼(4:3)</PresentationFormat>
  <Paragraphs>1817</Paragraphs>
  <Slides>31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박준호</dc:creator>
  <cp:lastModifiedBy>Kim Lein</cp:lastModifiedBy>
  <cp:revision>1039</cp:revision>
  <cp:lastPrinted>2018-01-26T02:17:04Z</cp:lastPrinted>
  <dcterms:created xsi:type="dcterms:W3CDTF">2015-05-21T08:47:43Z</dcterms:created>
  <dcterms:modified xsi:type="dcterms:W3CDTF">2018-07-05T17:33:13Z</dcterms:modified>
</cp:coreProperties>
</file>