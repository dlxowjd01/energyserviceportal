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469" r:id="rId2"/>
    <p:sldId id="460" r:id="rId3"/>
    <p:sldId id="471" r:id="rId4"/>
    <p:sldId id="470" r:id="rId5"/>
    <p:sldId id="482" r:id="rId6"/>
    <p:sldId id="483" r:id="rId7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54"/>
    <a:srgbClr val="B266F0"/>
    <a:srgbClr val="BA63EF"/>
    <a:srgbClr val="242541"/>
    <a:srgbClr val="333359"/>
    <a:srgbClr val="2F2F52"/>
    <a:srgbClr val="2A2A4A"/>
    <a:srgbClr val="4A4A6E"/>
    <a:srgbClr val="464766"/>
    <a:srgbClr val="4241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0924" autoAdjust="0"/>
  </p:normalViewPr>
  <p:slideViewPr>
    <p:cSldViewPr>
      <p:cViewPr varScale="1">
        <p:scale>
          <a:sx n="120" d="100"/>
          <a:sy n="120" d="100"/>
        </p:scale>
        <p:origin x="105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588" y="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r">
              <a:defRPr sz="1200"/>
            </a:lvl1pPr>
          </a:lstStyle>
          <a:p>
            <a:fld id="{2D26B3C9-9A17-46C0-9B1D-406C344E724A}" type="datetimeFigureOut">
              <a:rPr lang="ko-KR" altLang="en-US" smtClean="0"/>
              <a:t>2018-07-10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r">
              <a:defRPr sz="1200"/>
            </a:lvl1pPr>
          </a:lstStyle>
          <a:p>
            <a:fld id="{4E8427E8-CDF4-48B0-B63E-B48A0364E1C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6382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r">
              <a:defRPr sz="1200"/>
            </a:lvl1pPr>
          </a:lstStyle>
          <a:p>
            <a:fld id="{A2CD87C2-35A0-4795-A3A0-55DB84929E8E}" type="datetimeFigureOut">
              <a:rPr lang="ko-KR" altLang="en-US" smtClean="0"/>
              <a:t>2018-07-10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0937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2" tIns="45660" rIns="91322" bIns="4566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322" tIns="45660" rIns="91322" bIns="4566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r">
              <a:defRPr sz="1200"/>
            </a:lvl1pPr>
          </a:lstStyle>
          <a:p>
            <a:fld id="{422FA440-8160-4005-8BD9-DCE672FDC07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6148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7552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5066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324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3933056"/>
            <a:ext cx="9144000" cy="2924943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254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C0848B-9BE9-4C34-9401-ADBE33DB0C4E}"/>
              </a:ext>
            </a:extLst>
          </p:cNvPr>
          <p:cNvSpPr/>
          <p:nvPr userDrawn="1"/>
        </p:nvSpPr>
        <p:spPr>
          <a:xfrm>
            <a:off x="0" y="4521314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2000" dirty="0">
              <a:solidFill>
                <a:srgbClr val="257CBB"/>
              </a:solidFill>
              <a:latin typeface="+mn-ea"/>
            </a:endParaRPr>
          </a:p>
          <a:p>
            <a:pPr algn="ctr"/>
            <a:r>
              <a:rPr lang="en-US" altLang="ko-KR" sz="2000" dirty="0">
                <a:solidFill>
                  <a:srgbClr val="257CBB"/>
                </a:solidFill>
                <a:latin typeface="+mn-ea"/>
              </a:rPr>
              <a:t>- </a:t>
            </a:r>
            <a:r>
              <a:rPr lang="ko-KR" altLang="en-US" sz="2000" dirty="0">
                <a:solidFill>
                  <a:srgbClr val="257CBB"/>
                </a:solidFill>
                <a:latin typeface="+mn-ea"/>
              </a:rPr>
              <a:t>감사합니다 </a:t>
            </a:r>
            <a:r>
              <a:rPr lang="en-US" altLang="ko-KR" sz="2000" dirty="0">
                <a:solidFill>
                  <a:srgbClr val="257CBB"/>
                </a:solidFill>
                <a:latin typeface="+mn-ea"/>
              </a:rPr>
              <a:t>-</a:t>
            </a:r>
            <a:endParaRPr lang="ko-KR" altLang="en-US" sz="2000" dirty="0">
              <a:solidFill>
                <a:srgbClr val="257CBB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1649D6-9D65-4BCC-A31F-106C806072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429" y="3150304"/>
            <a:ext cx="1714500" cy="17145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EC0848B-9BE9-4C34-9401-ADBE33DB0C4E}"/>
              </a:ext>
            </a:extLst>
          </p:cNvPr>
          <p:cNvSpPr/>
          <p:nvPr userDrawn="1"/>
        </p:nvSpPr>
        <p:spPr>
          <a:xfrm>
            <a:off x="0" y="207362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5400" b="1" dirty="0">
                <a:solidFill>
                  <a:srgbClr val="257CBB"/>
                </a:solidFill>
                <a:latin typeface="+mn-ea"/>
              </a:rPr>
              <a:t>Q &amp; A</a:t>
            </a:r>
            <a:endParaRPr lang="ko-KR" altLang="en-US" sz="5400" b="1" dirty="0">
              <a:solidFill>
                <a:srgbClr val="257CBB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3786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4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1700808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13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90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836712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13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505" y="6579035"/>
            <a:ext cx="1656184" cy="22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5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980728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8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35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808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D6BE4A-4DE6-452D-B5AD-4C317B342E84}"/>
              </a:ext>
            </a:extLst>
          </p:cNvPr>
          <p:cNvSpPr/>
          <p:nvPr userDrawn="1"/>
        </p:nvSpPr>
        <p:spPr>
          <a:xfrm>
            <a:off x="0" y="1700808"/>
            <a:ext cx="9144000" cy="4176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477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385192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9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76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499992" y="0"/>
            <a:ext cx="4644008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674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404664"/>
            <a:ext cx="9144000" cy="792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9144000" cy="404664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7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592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1AF20-7F75-4E08-A0D2-FB887DF31B1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03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49" r:id="rId3"/>
    <p:sldLayoutId id="2147483650" r:id="rId4"/>
    <p:sldLayoutId id="2147483657" r:id="rId5"/>
    <p:sldLayoutId id="2147483654" r:id="rId6"/>
    <p:sldLayoutId id="2147483652" r:id="rId7"/>
    <p:sldLayoutId id="2147483659" r:id="rId8"/>
    <p:sldLayoutId id="2147483653" r:id="rId9"/>
    <p:sldLayoutId id="2147483655" r:id="rId10"/>
    <p:sldLayoutId id="214748365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3DBBDF-6FD2-48CF-ADFF-696F85915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6" y="883898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3C02C7-0A85-47A8-B096-742AA4003440}"/>
              </a:ext>
            </a:extLst>
          </p:cNvPr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37791-8265-4445-AB87-7443FFF53752}"/>
              </a:ext>
            </a:extLst>
          </p:cNvPr>
          <p:cNvSpPr txBox="1"/>
          <p:nvPr/>
        </p:nvSpPr>
        <p:spPr>
          <a:xfrm>
            <a:off x="4591499" y="360598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군관리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08BC2F-C037-44D5-8528-2FD0783A407E}"/>
              </a:ext>
            </a:extLst>
          </p:cNvPr>
          <p:cNvGrpSpPr/>
          <p:nvPr/>
        </p:nvGrpSpPr>
        <p:grpSpPr>
          <a:xfrm>
            <a:off x="5279734" y="1909017"/>
            <a:ext cx="479135" cy="2799246"/>
            <a:chOff x="5279734" y="1916832"/>
            <a:chExt cx="479135" cy="2799246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6E20D5A-B2E6-4014-89E6-83C726015C44}"/>
                </a:ext>
              </a:extLst>
            </p:cNvPr>
            <p:cNvSpPr/>
            <p:nvPr/>
          </p:nvSpPr>
          <p:spPr>
            <a:xfrm>
              <a:off x="5292080" y="1924647"/>
              <a:ext cx="412550" cy="225091"/>
            </a:xfrm>
            <a:prstGeom prst="rect">
              <a:avLst/>
            </a:prstGeom>
            <a:solidFill>
              <a:srgbClr val="2425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pic>
          <p:nvPicPr>
            <p:cNvPr id="1028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DFDA029D-F2E2-47A8-B8D7-6337DAE30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9734" y="19168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09C491-DC4F-4447-A64B-5A46F6DE1498}"/>
                </a:ext>
              </a:extLst>
            </p:cNvPr>
            <p:cNvSpPr txBox="1"/>
            <p:nvPr/>
          </p:nvSpPr>
          <p:spPr>
            <a:xfrm>
              <a:off x="5398829" y="193246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C69E99C-05D6-42F9-A111-A5A61E71DC0D}"/>
                </a:ext>
              </a:extLst>
            </p:cNvPr>
            <p:cNvSpPr/>
            <p:nvPr/>
          </p:nvSpPr>
          <p:spPr>
            <a:xfrm>
              <a:off x="5390120" y="3737357"/>
              <a:ext cx="279418" cy="216024"/>
            </a:xfrm>
            <a:prstGeom prst="rect">
              <a:avLst/>
            </a:prstGeom>
            <a:solidFill>
              <a:srgbClr val="4647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E2C767B-BBF5-42AD-B3A8-B89DA65997F6}"/>
                </a:ext>
              </a:extLst>
            </p:cNvPr>
            <p:cNvSpPr/>
            <p:nvPr/>
          </p:nvSpPr>
          <p:spPr>
            <a:xfrm>
              <a:off x="5376064" y="2290343"/>
              <a:ext cx="279418" cy="216024"/>
            </a:xfrm>
            <a:prstGeom prst="rect">
              <a:avLst/>
            </a:prstGeom>
            <a:solidFill>
              <a:srgbClr val="3D3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15F557E-FDC8-4EF2-92CE-6D31EEA94A83}"/>
                </a:ext>
              </a:extLst>
            </p:cNvPr>
            <p:cNvSpPr/>
            <p:nvPr/>
          </p:nvSpPr>
          <p:spPr>
            <a:xfrm>
              <a:off x="5416247" y="3026420"/>
              <a:ext cx="279418" cy="216024"/>
            </a:xfrm>
            <a:prstGeom prst="rect">
              <a:avLst/>
            </a:prstGeom>
            <a:solidFill>
              <a:srgbClr val="4241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A5491A6-AABE-4C58-8A97-ADC8CA4FA7D4}"/>
                </a:ext>
              </a:extLst>
            </p:cNvPr>
            <p:cNvSpPr/>
            <p:nvPr/>
          </p:nvSpPr>
          <p:spPr>
            <a:xfrm>
              <a:off x="5416247" y="4500054"/>
              <a:ext cx="279418" cy="216024"/>
            </a:xfrm>
            <a:prstGeom prst="rect">
              <a:avLst/>
            </a:prstGeom>
            <a:solidFill>
              <a:srgbClr val="4A4A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00FBD3A-675B-467B-9A2D-6FF5C471EC20}"/>
                </a:ext>
              </a:extLst>
            </p:cNvPr>
            <p:cNvSpPr/>
            <p:nvPr/>
          </p:nvSpPr>
          <p:spPr>
            <a:xfrm>
              <a:off x="5416247" y="2651365"/>
              <a:ext cx="279418" cy="216024"/>
            </a:xfrm>
            <a:prstGeom prst="rect">
              <a:avLst/>
            </a:prstGeom>
            <a:solidFill>
              <a:srgbClr val="2A2A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296644A-1936-45E2-84FE-BD623F9EFCAB}"/>
                </a:ext>
              </a:extLst>
            </p:cNvPr>
            <p:cNvSpPr/>
            <p:nvPr/>
          </p:nvSpPr>
          <p:spPr>
            <a:xfrm>
              <a:off x="5442630" y="3351726"/>
              <a:ext cx="279418" cy="216024"/>
            </a:xfrm>
            <a:prstGeom prst="rect">
              <a:avLst/>
            </a:prstGeom>
            <a:solidFill>
              <a:srgbClr val="2F2F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21C7FAC-5B34-4110-8838-96DC8193A1FA}"/>
                </a:ext>
              </a:extLst>
            </p:cNvPr>
            <p:cNvSpPr/>
            <p:nvPr/>
          </p:nvSpPr>
          <p:spPr>
            <a:xfrm>
              <a:off x="5442630" y="4121070"/>
              <a:ext cx="279418" cy="216024"/>
            </a:xfrm>
            <a:prstGeom prst="rect">
              <a:avLst/>
            </a:prstGeom>
            <a:solidFill>
              <a:srgbClr val="3333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FD09AC-0064-4C59-AEF0-F308DE437E57}"/>
                </a:ext>
              </a:extLst>
            </p:cNvPr>
            <p:cNvSpPr txBox="1"/>
            <p:nvPr/>
          </p:nvSpPr>
          <p:spPr>
            <a:xfrm>
              <a:off x="5296706" y="3022345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552298-956A-4ED0-897E-E6DCDDD10F6F}"/>
                </a:ext>
              </a:extLst>
            </p:cNvPr>
            <p:cNvSpPr txBox="1"/>
            <p:nvPr/>
          </p:nvSpPr>
          <p:spPr>
            <a:xfrm>
              <a:off x="5296706" y="2287366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6D9DCA-DDF0-448E-A7A1-320BDD4334A1}"/>
                </a:ext>
              </a:extLst>
            </p:cNvPr>
            <p:cNvSpPr txBox="1"/>
            <p:nvPr/>
          </p:nvSpPr>
          <p:spPr>
            <a:xfrm>
              <a:off x="5296706" y="3753839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15CA8A-2E03-448D-B30B-E747FF038C21}"/>
                </a:ext>
              </a:extLst>
            </p:cNvPr>
            <p:cNvSpPr txBox="1"/>
            <p:nvPr/>
          </p:nvSpPr>
          <p:spPr>
            <a:xfrm>
              <a:off x="5296706" y="448645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3F148C7-C0F0-4E33-B32D-4D5B05C11D45}"/>
                </a:ext>
              </a:extLst>
            </p:cNvPr>
            <p:cNvSpPr txBox="1"/>
            <p:nvPr/>
          </p:nvSpPr>
          <p:spPr>
            <a:xfrm>
              <a:off x="5296706" y="265599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CCBEBE-DB01-4826-89C2-EB0440498D72}"/>
                </a:ext>
              </a:extLst>
            </p:cNvPr>
            <p:cNvSpPr txBox="1"/>
            <p:nvPr/>
          </p:nvSpPr>
          <p:spPr>
            <a:xfrm>
              <a:off x="5296706" y="3388187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1A567D-4C63-4769-B503-4B96DFE1752A}"/>
                </a:ext>
              </a:extLst>
            </p:cNvPr>
            <p:cNvSpPr txBox="1"/>
            <p:nvPr/>
          </p:nvSpPr>
          <p:spPr>
            <a:xfrm>
              <a:off x="5296706" y="411849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C90550E-2021-4C6D-B066-18F457DC6CB3}"/>
              </a:ext>
            </a:extLst>
          </p:cNvPr>
          <p:cNvGrpSpPr/>
          <p:nvPr/>
        </p:nvGrpSpPr>
        <p:grpSpPr>
          <a:xfrm>
            <a:off x="8316416" y="1400132"/>
            <a:ext cx="479135" cy="228668"/>
            <a:chOff x="8316416" y="1400132"/>
            <a:chExt cx="479135" cy="22866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9F94256-F21A-4324-96E3-733F7F1B8C3F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082F637F-6C93-42D1-AEFB-31611FF403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76887E4-4D84-4CDF-8D62-ADFB60AE2924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38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F40ED9ED-01A8-404C-BCB7-2464C5905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1011859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말풍선: 모서리가 둥근 사각형 34">
            <a:extLst>
              <a:ext uri="{FF2B5EF4-FFF2-40B4-BE49-F238E27FC236}">
                <a16:creationId xmlns:a16="http://schemas.microsoft.com/office/drawing/2014/main" id="{1CFD164A-38D6-475D-9F29-E8A2A0309B7A}"/>
              </a:ext>
            </a:extLst>
          </p:cNvPr>
          <p:cNvSpPr/>
          <p:nvPr/>
        </p:nvSpPr>
        <p:spPr>
          <a:xfrm>
            <a:off x="1850743" y="4203010"/>
            <a:ext cx="2716347" cy="908736"/>
          </a:xfrm>
          <a:prstGeom prst="wedgeRoundRectCallout">
            <a:avLst>
              <a:gd name="adj1" fmla="val -26968"/>
              <a:gd name="adj2" fmla="val -79850"/>
              <a:gd name="adj3" fmla="val 16667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지역 활성화 표시는 지정된 주기에 따라 순서대로 변경되며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중앙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좌측의 리스트 그래프 정보도 함께 </a:t>
            </a:r>
            <a:r>
              <a:rPr lang="ko-KR" altLang="en-US" sz="900" dirty="0" err="1">
                <a:solidFill>
                  <a:schemeClr val="bg2">
                    <a:lumMod val="25000"/>
                  </a:schemeClr>
                </a:solidFill>
              </a:rPr>
              <a:t>리셋된다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지역 로테이션 주기는 아직 미정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ko-KR" alt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539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4" y="908720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Main-Tooltip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75A18DA-DBE2-4FDA-AD7E-5162F43FF9C5}"/>
              </a:ext>
            </a:extLst>
          </p:cNvPr>
          <p:cNvGrpSpPr/>
          <p:nvPr/>
        </p:nvGrpSpPr>
        <p:grpSpPr>
          <a:xfrm>
            <a:off x="4585495" y="1683390"/>
            <a:ext cx="504056" cy="323212"/>
            <a:chOff x="4211960" y="171222"/>
            <a:chExt cx="504056" cy="32321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0E74E72-B174-46D5-AE8E-CB2A842B2297}"/>
                </a:ext>
              </a:extLst>
            </p:cNvPr>
            <p:cNvSpPr/>
            <p:nvPr/>
          </p:nvSpPr>
          <p:spPr>
            <a:xfrm>
              <a:off x="4211960" y="196523"/>
              <a:ext cx="504056" cy="29457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C13D16B-2D56-4DF1-B0A3-6470764DD59C}"/>
                </a:ext>
              </a:extLst>
            </p:cNvPr>
            <p:cNvCxnSpPr/>
            <p:nvPr/>
          </p:nvCxnSpPr>
          <p:spPr>
            <a:xfrm>
              <a:off x="4283968" y="343812"/>
              <a:ext cx="360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14FEA4F8-0951-4465-AD97-CFD155E70187}"/>
                </a:ext>
              </a:extLst>
            </p:cNvPr>
            <p:cNvGrpSpPr/>
            <p:nvPr/>
          </p:nvGrpSpPr>
          <p:grpSpPr>
            <a:xfrm>
              <a:off x="4211960" y="171222"/>
              <a:ext cx="504056" cy="323212"/>
              <a:chOff x="3635856" y="225205"/>
              <a:chExt cx="504056" cy="323212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E42E2B-7164-4573-9BA4-6F85EE7E2DC3}"/>
                  </a:ext>
                </a:extLst>
              </p:cNvPr>
              <p:cNvSpPr txBox="1"/>
              <p:nvPr/>
            </p:nvSpPr>
            <p:spPr>
              <a:xfrm>
                <a:off x="3635856" y="225205"/>
                <a:ext cx="50405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지역별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A19462-9D7C-4189-955A-3F90E917C1BB}"/>
                  </a:ext>
                </a:extLst>
              </p:cNvPr>
              <p:cNvSpPr txBox="1"/>
              <p:nvPr/>
            </p:nvSpPr>
            <p:spPr>
              <a:xfrm>
                <a:off x="3635856" y="363751"/>
                <a:ext cx="50405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그룹별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1DCAE66-2E8B-4FB1-B784-AD514EA7F948}"/>
              </a:ext>
            </a:extLst>
          </p:cNvPr>
          <p:cNvSpPr txBox="1"/>
          <p:nvPr/>
        </p:nvSpPr>
        <p:spPr>
          <a:xfrm>
            <a:off x="1453684" y="3645024"/>
            <a:ext cx="3600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(19)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38B161-CF3A-41CE-AC37-D46FB430F4DA}"/>
              </a:ext>
            </a:extLst>
          </p:cNvPr>
          <p:cNvGrpSpPr/>
          <p:nvPr/>
        </p:nvGrpSpPr>
        <p:grpSpPr>
          <a:xfrm>
            <a:off x="8290793" y="1424366"/>
            <a:ext cx="479135" cy="228668"/>
            <a:chOff x="8316416" y="1400132"/>
            <a:chExt cx="479135" cy="22866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78E172E-0073-41B3-88B7-E2E066414C2C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0D8A40A7-3CCC-4652-88CA-2067D27F82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9143CC-FB8A-45C6-A97B-009C73308F7D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2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A4064AC-4834-40BA-941C-42599C83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153" y="1036303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124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908720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Main-Tooltip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CAE66-2E8B-4FB1-B784-AD514EA7F948}"/>
              </a:ext>
            </a:extLst>
          </p:cNvPr>
          <p:cNvSpPr txBox="1"/>
          <p:nvPr/>
        </p:nvSpPr>
        <p:spPr>
          <a:xfrm>
            <a:off x="1452676" y="3645024"/>
            <a:ext cx="3600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(19)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EB1151-E136-43B2-A520-5E67A7F5AA83}"/>
              </a:ext>
            </a:extLst>
          </p:cNvPr>
          <p:cNvSpPr txBox="1"/>
          <p:nvPr/>
        </p:nvSpPr>
        <p:spPr>
          <a:xfrm>
            <a:off x="4645840" y="1556792"/>
            <a:ext cx="216024" cy="126000"/>
          </a:xfrm>
          <a:prstGeom prst="rect">
            <a:avLst/>
          </a:prstGeom>
          <a:solidFill>
            <a:srgbClr val="242541"/>
          </a:solidFill>
        </p:spPr>
        <p:txBody>
          <a:bodyPr wrap="square" rtlCol="0">
            <a:spAutoFit/>
          </a:bodyPr>
          <a:lstStyle/>
          <a:p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A98C9-C14F-4A5C-913E-31DACB2F7CF0}"/>
              </a:ext>
            </a:extLst>
          </p:cNvPr>
          <p:cNvSpPr txBox="1"/>
          <p:nvPr/>
        </p:nvSpPr>
        <p:spPr>
          <a:xfrm>
            <a:off x="4611263" y="1518750"/>
            <a:ext cx="5040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그룹별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C8C71F0-F582-420C-A5E7-D4AA62D7D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41" y="1883344"/>
            <a:ext cx="2052000" cy="118012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5C3B75B9-2A65-47F6-8D18-7133C28F9158}"/>
              </a:ext>
            </a:extLst>
          </p:cNvPr>
          <p:cNvGrpSpPr/>
          <p:nvPr/>
        </p:nvGrpSpPr>
        <p:grpSpPr>
          <a:xfrm>
            <a:off x="8289785" y="1439717"/>
            <a:ext cx="479135" cy="228668"/>
            <a:chOff x="8316416" y="1400132"/>
            <a:chExt cx="479135" cy="228668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620595A-7954-4D63-9DA4-F4C2553D247F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59998A71-229C-4FA1-B3A6-56B26D4FC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B72F7B8-F750-4F60-9468-C6F6EEEE453A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2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7D158F0-6BF5-4CCD-B66C-372F0FB2A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145" y="1025252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260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3684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Site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C07DD85-CFBD-4627-AD10-477C9DA3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1" y="1052736"/>
            <a:ext cx="8635704" cy="5184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52176D-4A39-4948-990B-956F1DC0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052736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147D9D-CD2C-4387-B2EA-48004E01D6E0}"/>
              </a:ext>
            </a:extLst>
          </p:cNvPr>
          <p:cNvCxnSpPr/>
          <p:nvPr/>
        </p:nvCxnSpPr>
        <p:spPr>
          <a:xfrm>
            <a:off x="375391" y="139945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1CA18F7-7E0B-4771-ACAE-9863F56A51B9}"/>
              </a:ext>
            </a:extLst>
          </p:cNvPr>
          <p:cNvSpPr/>
          <p:nvPr/>
        </p:nvSpPr>
        <p:spPr>
          <a:xfrm>
            <a:off x="447810" y="1650487"/>
            <a:ext cx="8387654" cy="4465954"/>
          </a:xfrm>
          <a:prstGeom prst="rect">
            <a:avLst/>
          </a:prstGeom>
          <a:solidFill>
            <a:srgbClr val="2626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92AB29-66C4-40B3-8477-BC556BE4C218}"/>
              </a:ext>
            </a:extLst>
          </p:cNvPr>
          <p:cNvSpPr/>
          <p:nvPr/>
        </p:nvSpPr>
        <p:spPr>
          <a:xfrm>
            <a:off x="447737" y="1509698"/>
            <a:ext cx="864000" cy="248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롯데 정밀 화학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8A767B-9F66-41AA-B808-FE52C60426C6}"/>
              </a:ext>
            </a:extLst>
          </p:cNvPr>
          <p:cNvSpPr/>
          <p:nvPr/>
        </p:nvSpPr>
        <p:spPr>
          <a:xfrm>
            <a:off x="1318656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에너지 모니터링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1510429-AF90-4670-B9C3-CFEBB927C60E}"/>
              </a:ext>
            </a:extLst>
          </p:cNvPr>
          <p:cNvSpPr/>
          <p:nvPr/>
        </p:nvSpPr>
        <p:spPr>
          <a:xfrm>
            <a:off x="2189575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장치 모니터링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7BBC0FB-79D1-4810-A854-DC1263F225FC}"/>
              </a:ext>
            </a:extLst>
          </p:cNvPr>
          <p:cNvSpPr/>
          <p:nvPr/>
        </p:nvSpPr>
        <p:spPr>
          <a:xfrm>
            <a:off x="3059832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상황</a:t>
            </a:r>
            <a:r>
              <a:rPr lang="en-US" altLang="ko-KR" sz="700" dirty="0"/>
              <a:t> </a:t>
            </a:r>
            <a:r>
              <a:rPr lang="ko-KR" altLang="en-US" sz="700" dirty="0"/>
              <a:t>관제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17711B7-52C9-4DDA-AC54-70783B83B346}"/>
              </a:ext>
            </a:extLst>
          </p:cNvPr>
          <p:cNvSpPr/>
          <p:nvPr/>
        </p:nvSpPr>
        <p:spPr>
          <a:xfrm>
            <a:off x="3923832" y="1509697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요금</a:t>
            </a:r>
            <a:r>
              <a:rPr lang="en-US" altLang="ko-KR" sz="700" dirty="0"/>
              <a:t>/</a:t>
            </a:r>
            <a:r>
              <a:rPr lang="ko-KR" altLang="en-US" sz="700" dirty="0"/>
              <a:t>수익</a:t>
            </a: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4F6D02A1-0834-43CC-9DC8-7564F18C4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648414"/>
              </p:ext>
            </p:extLst>
          </p:nvPr>
        </p:nvGraphicFramePr>
        <p:xfrm>
          <a:off x="3373539" y="2059303"/>
          <a:ext cx="2626669" cy="151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BB5981-BC2A-4AF5-A561-C3CC5F47029F}"/>
              </a:ext>
            </a:extLst>
          </p:cNvPr>
          <p:cNvGrpSpPr/>
          <p:nvPr/>
        </p:nvGrpSpPr>
        <p:grpSpPr>
          <a:xfrm>
            <a:off x="3538180" y="2285242"/>
            <a:ext cx="2400905" cy="1065479"/>
            <a:chOff x="1475657" y="2688243"/>
            <a:chExt cx="6660000" cy="2092089"/>
          </a:xfrm>
        </p:grpSpPr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53B8F066-0742-452C-B93B-74855342145C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2688243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8666B9BB-7756-468D-B6C3-FE1014810781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594874"/>
              <a:ext cx="6660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A070D019-0857-40AD-9D17-113AFB2C779E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902469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24" name="자유형 11">
              <a:extLst>
                <a:ext uri="{FF2B5EF4-FFF2-40B4-BE49-F238E27FC236}">
                  <a16:creationId xmlns:a16="http://schemas.microsoft.com/office/drawing/2014/main" id="{7646CE6A-447D-46F1-8A8E-5AE6DBF3BA43}"/>
                </a:ext>
              </a:extLst>
            </p:cNvPr>
            <p:cNvSpPr/>
            <p:nvPr/>
          </p:nvSpPr>
          <p:spPr>
            <a:xfrm>
              <a:off x="1744300" y="4492465"/>
              <a:ext cx="3877733" cy="287867"/>
            </a:xfrm>
            <a:custGeom>
              <a:avLst/>
              <a:gdLst>
                <a:gd name="connsiteX0" fmla="*/ 0 w 3877733"/>
                <a:gd name="connsiteY0" fmla="*/ 287867 h 287867"/>
                <a:gd name="connsiteX1" fmla="*/ 406400 w 3877733"/>
                <a:gd name="connsiteY1" fmla="*/ 101600 h 287867"/>
                <a:gd name="connsiteX2" fmla="*/ 863600 w 3877733"/>
                <a:gd name="connsiteY2" fmla="*/ 254000 h 287867"/>
                <a:gd name="connsiteX3" fmla="*/ 1286933 w 3877733"/>
                <a:gd name="connsiteY3" fmla="*/ 0 h 287867"/>
                <a:gd name="connsiteX4" fmla="*/ 1676400 w 3877733"/>
                <a:gd name="connsiteY4" fmla="*/ 67734 h 287867"/>
                <a:gd name="connsiteX5" fmla="*/ 2150533 w 3877733"/>
                <a:gd name="connsiteY5" fmla="*/ 203200 h 287867"/>
                <a:gd name="connsiteX6" fmla="*/ 2607733 w 3877733"/>
                <a:gd name="connsiteY6" fmla="*/ 254000 h 287867"/>
                <a:gd name="connsiteX7" fmla="*/ 2997200 w 3877733"/>
                <a:gd name="connsiteY7" fmla="*/ 254000 h 287867"/>
                <a:gd name="connsiteX8" fmla="*/ 3488266 w 3877733"/>
                <a:gd name="connsiteY8" fmla="*/ 101600 h 287867"/>
                <a:gd name="connsiteX9" fmla="*/ 3877733 w 3877733"/>
                <a:gd name="connsiteY9" fmla="*/ 101600 h 28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7733" h="287867">
                  <a:moveTo>
                    <a:pt x="0" y="287867"/>
                  </a:moveTo>
                  <a:lnTo>
                    <a:pt x="406400" y="101600"/>
                  </a:lnTo>
                  <a:lnTo>
                    <a:pt x="863600" y="254000"/>
                  </a:lnTo>
                  <a:lnTo>
                    <a:pt x="1286933" y="0"/>
                  </a:lnTo>
                  <a:lnTo>
                    <a:pt x="1676400" y="67734"/>
                  </a:lnTo>
                  <a:lnTo>
                    <a:pt x="2150533" y="203200"/>
                  </a:lnTo>
                  <a:lnTo>
                    <a:pt x="2607733" y="254000"/>
                  </a:lnTo>
                  <a:lnTo>
                    <a:pt x="2997200" y="254000"/>
                  </a:lnTo>
                  <a:lnTo>
                    <a:pt x="3488266" y="101600"/>
                  </a:lnTo>
                  <a:lnTo>
                    <a:pt x="3877733" y="101600"/>
                  </a:ln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98C58D39-F33E-4E72-B753-78EE7D6B69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4300" y="4059680"/>
              <a:ext cx="6284084" cy="72065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EDBB503-2733-4070-9910-B1C6839EF3D2}"/>
              </a:ext>
            </a:extLst>
          </p:cNvPr>
          <p:cNvCxnSpPr>
            <a:cxnSpLocks/>
          </p:cNvCxnSpPr>
          <p:nvPr/>
        </p:nvCxnSpPr>
        <p:spPr>
          <a:xfrm>
            <a:off x="5045310" y="2059303"/>
            <a:ext cx="0" cy="151054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3563BEB3-ABD7-4465-98A2-91BA7E862646}"/>
              </a:ext>
            </a:extLst>
          </p:cNvPr>
          <p:cNvSpPr txBox="1"/>
          <p:nvPr/>
        </p:nvSpPr>
        <p:spPr>
          <a:xfrm>
            <a:off x="3270342" y="1850671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73D1AE96-E2AD-4BAA-854C-91EA6ED9F6CF}"/>
              </a:ext>
            </a:extLst>
          </p:cNvPr>
          <p:cNvCxnSpPr>
            <a:cxnSpLocks/>
          </p:cNvCxnSpPr>
          <p:nvPr/>
        </p:nvCxnSpPr>
        <p:spPr>
          <a:xfrm>
            <a:off x="6156176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CF1C0927-80A5-40D5-858C-9C7C8D19D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181395"/>
              </p:ext>
            </p:extLst>
          </p:nvPr>
        </p:nvGraphicFramePr>
        <p:xfrm>
          <a:off x="6258566" y="3243077"/>
          <a:ext cx="247252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kWh</a:t>
                      </a:r>
                      <a:endParaRPr lang="ko-KR" altLang="en-US" sz="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F8E3B727-A5B1-46C0-9865-258F8E4CA39C}"/>
              </a:ext>
            </a:extLst>
          </p:cNvPr>
          <p:cNvSpPr txBox="1"/>
          <p:nvPr/>
        </p:nvSpPr>
        <p:spPr>
          <a:xfrm>
            <a:off x="6178209" y="3068960"/>
            <a:ext cx="986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충</a:t>
            </a:r>
            <a:r>
              <a:rPr lang="en-US" altLang="ko-KR" sz="800" dirty="0">
                <a:solidFill>
                  <a:schemeClr val="bg1"/>
                </a:solidFill>
              </a:rPr>
              <a:t>/</a:t>
            </a:r>
            <a:r>
              <a:rPr lang="ko-KR" altLang="en-US" sz="800" dirty="0" err="1">
                <a:solidFill>
                  <a:schemeClr val="bg1"/>
                </a:solidFill>
              </a:rPr>
              <a:t>방전량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236" name="AutoShape 182">
            <a:extLst>
              <a:ext uri="{FF2B5EF4-FFF2-40B4-BE49-F238E27FC236}">
                <a16:creationId xmlns:a16="http://schemas.microsoft.com/office/drawing/2014/main" id="{92BD7031-A91D-4911-A5C6-3AAEB07710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0360" y="4724039"/>
            <a:ext cx="2474453" cy="1261824"/>
          </a:xfrm>
          <a:prstGeom prst="roundRect">
            <a:avLst>
              <a:gd name="adj" fmla="val 1769"/>
            </a:avLst>
          </a:prstGeom>
          <a:solidFill>
            <a:srgbClr val="262645"/>
          </a:solidFill>
          <a:ln w="3175">
            <a:solidFill>
              <a:schemeClr val="bg1"/>
            </a:solidFill>
          </a:ln>
        </p:spPr>
        <p:txBody>
          <a:bodyPr wrap="none" anchor="ctr"/>
          <a:lstStyle/>
          <a:p>
            <a:pPr latinLnBrk="1"/>
            <a:endParaRPr lang="ko-KR" altLang="en-US" sz="1600" dirty="0"/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CCA9A2CD-D04C-4334-8DDF-F894A22E3E13}"/>
              </a:ext>
            </a:extLst>
          </p:cNvPr>
          <p:cNvCxnSpPr>
            <a:cxnSpLocks/>
          </p:cNvCxnSpPr>
          <p:nvPr/>
        </p:nvCxnSpPr>
        <p:spPr>
          <a:xfrm>
            <a:off x="6402882" y="4931386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52D7CCF3-C7D4-40E1-8A0A-587E7D8E7BAE}"/>
              </a:ext>
            </a:extLst>
          </p:cNvPr>
          <p:cNvSpPr txBox="1"/>
          <p:nvPr/>
        </p:nvSpPr>
        <p:spPr>
          <a:xfrm>
            <a:off x="6367400" y="4759182"/>
            <a:ext cx="7090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오늘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DFC9047-D872-47F1-935B-E27EB2458E0F}"/>
              </a:ext>
            </a:extLst>
          </p:cNvPr>
          <p:cNvSpPr txBox="1"/>
          <p:nvPr/>
        </p:nvSpPr>
        <p:spPr>
          <a:xfrm>
            <a:off x="7494445" y="475918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E70B543-8956-4732-8176-F26D64993DDA}"/>
              </a:ext>
            </a:extLst>
          </p:cNvPr>
          <p:cNvSpPr txBox="1"/>
          <p:nvPr/>
        </p:nvSpPr>
        <p:spPr>
          <a:xfrm>
            <a:off x="8218435" y="475918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97E394EF-B90A-44C5-955A-B941F6E3DB4B}"/>
              </a:ext>
            </a:extLst>
          </p:cNvPr>
          <p:cNvSpPr txBox="1"/>
          <p:nvPr/>
        </p:nvSpPr>
        <p:spPr>
          <a:xfrm>
            <a:off x="6632423" y="4931386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7655BE92-5434-4F0A-94A1-1F3F4AEF4E00}"/>
              </a:ext>
            </a:extLst>
          </p:cNvPr>
          <p:cNvSpPr txBox="1"/>
          <p:nvPr/>
        </p:nvSpPr>
        <p:spPr>
          <a:xfrm>
            <a:off x="6632423" y="5047971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7049415-21D6-4609-87E2-E79B72C56834}"/>
              </a:ext>
            </a:extLst>
          </p:cNvPr>
          <p:cNvSpPr txBox="1"/>
          <p:nvPr/>
        </p:nvSpPr>
        <p:spPr>
          <a:xfrm>
            <a:off x="7409660" y="4931386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1,350.5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B8E4AD24-A210-4985-8EE7-053CFFA8DDC4}"/>
              </a:ext>
            </a:extLst>
          </p:cNvPr>
          <p:cNvSpPr txBox="1"/>
          <p:nvPr/>
        </p:nvSpPr>
        <p:spPr>
          <a:xfrm>
            <a:off x="7409660" y="5047971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28C3C86-4139-48BE-AB80-48254B517557}"/>
              </a:ext>
            </a:extLst>
          </p:cNvPr>
          <p:cNvSpPr txBox="1"/>
          <p:nvPr/>
        </p:nvSpPr>
        <p:spPr>
          <a:xfrm>
            <a:off x="8197832" y="4984872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2.1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41052B01-A87D-4523-9C2D-4E15B5943919}"/>
              </a:ext>
            </a:extLst>
          </p:cNvPr>
          <p:cNvCxnSpPr>
            <a:cxnSpLocks/>
          </p:cNvCxnSpPr>
          <p:nvPr/>
        </p:nvCxnSpPr>
        <p:spPr>
          <a:xfrm>
            <a:off x="6402882" y="5329396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ECE04DF6-334C-4E0A-BF48-E2A955B75CA7}"/>
              </a:ext>
            </a:extLst>
          </p:cNvPr>
          <p:cNvSpPr txBox="1"/>
          <p:nvPr/>
        </p:nvSpPr>
        <p:spPr>
          <a:xfrm>
            <a:off x="6367400" y="5157192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>
                <a:solidFill>
                  <a:schemeClr val="bg1"/>
                </a:solidFill>
              </a:rPr>
              <a:t>이번달</a:t>
            </a:r>
            <a:r>
              <a:rPr lang="ko-KR" altLang="en-US" sz="500" dirty="0">
                <a:solidFill>
                  <a:schemeClr val="bg1"/>
                </a:solidFill>
              </a:rPr>
              <a:t>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AD4CD7E1-D345-4258-8CF6-8E73034B6077}"/>
              </a:ext>
            </a:extLst>
          </p:cNvPr>
          <p:cNvSpPr txBox="1"/>
          <p:nvPr/>
        </p:nvSpPr>
        <p:spPr>
          <a:xfrm>
            <a:off x="7494445" y="515719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9F9F598-4586-4FBB-ABB2-21F3479FB491}"/>
              </a:ext>
            </a:extLst>
          </p:cNvPr>
          <p:cNvSpPr txBox="1"/>
          <p:nvPr/>
        </p:nvSpPr>
        <p:spPr>
          <a:xfrm>
            <a:off x="8218435" y="515719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FA70A35B-A937-484D-9B15-0D951245E315}"/>
              </a:ext>
            </a:extLst>
          </p:cNvPr>
          <p:cNvSpPr txBox="1"/>
          <p:nvPr/>
        </p:nvSpPr>
        <p:spPr>
          <a:xfrm>
            <a:off x="6632423" y="5329396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03B20DCE-F895-4A9A-94AE-4107D018A165}"/>
              </a:ext>
            </a:extLst>
          </p:cNvPr>
          <p:cNvSpPr txBox="1"/>
          <p:nvPr/>
        </p:nvSpPr>
        <p:spPr>
          <a:xfrm>
            <a:off x="6632423" y="5445981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55099726-B1E8-423B-B8E4-0A6A4054F228}"/>
              </a:ext>
            </a:extLst>
          </p:cNvPr>
          <p:cNvSpPr txBox="1"/>
          <p:nvPr/>
        </p:nvSpPr>
        <p:spPr>
          <a:xfrm>
            <a:off x="7409660" y="5329396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00692847-ED87-43F2-9099-A7112BE8153B}"/>
              </a:ext>
            </a:extLst>
          </p:cNvPr>
          <p:cNvSpPr txBox="1"/>
          <p:nvPr/>
        </p:nvSpPr>
        <p:spPr>
          <a:xfrm>
            <a:off x="7409660" y="5445981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627A6BA-3454-4146-B93F-05CA68066CA7}"/>
              </a:ext>
            </a:extLst>
          </p:cNvPr>
          <p:cNvSpPr txBox="1"/>
          <p:nvPr/>
        </p:nvSpPr>
        <p:spPr>
          <a:xfrm>
            <a:off x="8197832" y="5384013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911FEBBC-FC56-4683-A07C-9B9DB21FB0F5}"/>
              </a:ext>
            </a:extLst>
          </p:cNvPr>
          <p:cNvCxnSpPr>
            <a:cxnSpLocks/>
          </p:cNvCxnSpPr>
          <p:nvPr/>
        </p:nvCxnSpPr>
        <p:spPr>
          <a:xfrm>
            <a:off x="6402882" y="5717729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9E9BCFA8-F83E-4142-8E92-1B817AA46B93}"/>
              </a:ext>
            </a:extLst>
          </p:cNvPr>
          <p:cNvSpPr txBox="1"/>
          <p:nvPr/>
        </p:nvSpPr>
        <p:spPr>
          <a:xfrm>
            <a:off x="6341968" y="5545525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올해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058D7D0A-18BA-4F09-9F30-892654A1D1FD}"/>
              </a:ext>
            </a:extLst>
          </p:cNvPr>
          <p:cNvSpPr txBox="1"/>
          <p:nvPr/>
        </p:nvSpPr>
        <p:spPr>
          <a:xfrm>
            <a:off x="7469013" y="5545525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C86AD1E-11C8-4C60-9295-F1755989287E}"/>
              </a:ext>
            </a:extLst>
          </p:cNvPr>
          <p:cNvSpPr txBox="1"/>
          <p:nvPr/>
        </p:nvSpPr>
        <p:spPr>
          <a:xfrm>
            <a:off x="8193003" y="5545525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5396FD45-AFCE-45A7-88EF-403916F405B4}"/>
              </a:ext>
            </a:extLst>
          </p:cNvPr>
          <p:cNvSpPr txBox="1"/>
          <p:nvPr/>
        </p:nvSpPr>
        <p:spPr>
          <a:xfrm>
            <a:off x="6606991" y="5717729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AC63B0E-AA68-4053-A9A2-333CC5690AFD}"/>
              </a:ext>
            </a:extLst>
          </p:cNvPr>
          <p:cNvSpPr txBox="1"/>
          <p:nvPr/>
        </p:nvSpPr>
        <p:spPr>
          <a:xfrm>
            <a:off x="6606991" y="5834314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235F8015-21AB-44C6-B2A8-237119610DED}"/>
              </a:ext>
            </a:extLst>
          </p:cNvPr>
          <p:cNvSpPr txBox="1"/>
          <p:nvPr/>
        </p:nvSpPr>
        <p:spPr>
          <a:xfrm>
            <a:off x="7384228" y="5717729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58.9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A5DB8234-93C5-443F-9D35-ED84CD68B68B}"/>
              </a:ext>
            </a:extLst>
          </p:cNvPr>
          <p:cNvSpPr txBox="1"/>
          <p:nvPr/>
        </p:nvSpPr>
        <p:spPr>
          <a:xfrm>
            <a:off x="7384228" y="5834314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192.1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F3B2C65-8CAA-40CD-96CB-3DEFFE1ED3A3}"/>
              </a:ext>
            </a:extLst>
          </p:cNvPr>
          <p:cNvSpPr txBox="1"/>
          <p:nvPr/>
        </p:nvSpPr>
        <p:spPr>
          <a:xfrm>
            <a:off x="8172400" y="5771691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464.9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D3162809-6ED1-4098-96D6-5A23782D3AB8}"/>
              </a:ext>
            </a:extLst>
          </p:cNvPr>
          <p:cNvGrpSpPr/>
          <p:nvPr/>
        </p:nvGrpSpPr>
        <p:grpSpPr>
          <a:xfrm>
            <a:off x="5113144" y="3619242"/>
            <a:ext cx="500020" cy="169277"/>
            <a:chOff x="5008084" y="3585093"/>
            <a:chExt cx="500020" cy="169277"/>
          </a:xfrm>
        </p:grpSpPr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4AC86DF7-9AB8-4715-8865-F74ABAD72A86}"/>
                </a:ext>
              </a:extLst>
            </p:cNvPr>
            <p:cNvCxnSpPr>
              <a:cxnSpLocks/>
            </p:cNvCxnSpPr>
            <p:nvPr/>
          </p:nvCxnSpPr>
          <p:spPr>
            <a:xfrm>
              <a:off x="5008084" y="3669731"/>
              <a:ext cx="108000" cy="0"/>
            </a:xfrm>
            <a:prstGeom prst="line">
              <a:avLst/>
            </a:prstGeom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1E02F68A-7E59-4577-8A92-5B8001F13357}"/>
                </a:ext>
              </a:extLst>
            </p:cNvPr>
            <p:cNvSpPr/>
            <p:nvPr/>
          </p:nvSpPr>
          <p:spPr>
            <a:xfrm>
              <a:off x="5044076" y="3585093"/>
              <a:ext cx="4640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현재 부하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301EFE9-B2C2-40B0-9B45-3DB732A26A5B}"/>
              </a:ext>
            </a:extLst>
          </p:cNvPr>
          <p:cNvGrpSpPr/>
          <p:nvPr/>
        </p:nvGrpSpPr>
        <p:grpSpPr>
          <a:xfrm>
            <a:off x="5578171" y="3619242"/>
            <a:ext cx="500021" cy="169277"/>
            <a:chOff x="5440131" y="3585093"/>
            <a:chExt cx="500021" cy="169277"/>
          </a:xfrm>
        </p:grpSpPr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E5BDFE34-4E90-482B-BABE-E70591657625}"/>
                </a:ext>
              </a:extLst>
            </p:cNvPr>
            <p:cNvCxnSpPr>
              <a:cxnSpLocks/>
            </p:cNvCxnSpPr>
            <p:nvPr/>
          </p:nvCxnSpPr>
          <p:spPr>
            <a:xfrm>
              <a:off x="5440131" y="3669731"/>
              <a:ext cx="108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E1F80EB1-70B7-4437-99AE-5E9AE1CE8833}"/>
                </a:ext>
              </a:extLst>
            </p:cNvPr>
            <p:cNvSpPr/>
            <p:nvPr/>
          </p:nvSpPr>
          <p:spPr>
            <a:xfrm>
              <a:off x="5476123" y="3585093"/>
              <a:ext cx="46402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예측 부하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4FC26DA6-721D-4B73-9E7F-890996D0BD06}"/>
              </a:ext>
            </a:extLst>
          </p:cNvPr>
          <p:cNvGrpSpPr/>
          <p:nvPr/>
        </p:nvGrpSpPr>
        <p:grpSpPr>
          <a:xfrm>
            <a:off x="3415174" y="3619242"/>
            <a:ext cx="652770" cy="169277"/>
            <a:chOff x="3318237" y="3585093"/>
            <a:chExt cx="652770" cy="169277"/>
          </a:xfrm>
        </p:grpSpPr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CC46F902-73DF-49E8-A378-90145F7F31A5}"/>
                </a:ext>
              </a:extLst>
            </p:cNvPr>
            <p:cNvCxnSpPr>
              <a:cxnSpLocks/>
            </p:cNvCxnSpPr>
            <p:nvPr/>
          </p:nvCxnSpPr>
          <p:spPr>
            <a:xfrm>
              <a:off x="3318237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5714C711-EB0C-4061-AB50-8CD228FB9625}"/>
                </a:ext>
              </a:extLst>
            </p:cNvPr>
            <p:cNvSpPr/>
            <p:nvPr/>
          </p:nvSpPr>
          <p:spPr>
            <a:xfrm>
              <a:off x="3368549" y="3585093"/>
              <a:ext cx="6024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한전계약 전력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C9B0EF14-6EAF-4BF5-8498-CA9DFEC91332}"/>
              </a:ext>
            </a:extLst>
          </p:cNvPr>
          <p:cNvGrpSpPr/>
          <p:nvPr/>
        </p:nvGrpSpPr>
        <p:grpSpPr>
          <a:xfrm>
            <a:off x="4032950" y="3619242"/>
            <a:ext cx="626762" cy="169277"/>
            <a:chOff x="3908621" y="3585093"/>
            <a:chExt cx="626762" cy="169277"/>
          </a:xfrm>
        </p:grpSpPr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105F95A1-649F-4AD8-8E29-146864C97428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21" y="3669731"/>
              <a:ext cx="108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759BDA4-2DBD-47CA-800B-568169A2460A}"/>
                </a:ext>
              </a:extLst>
            </p:cNvPr>
            <p:cNvSpPr/>
            <p:nvPr/>
          </p:nvSpPr>
          <p:spPr>
            <a:xfrm>
              <a:off x="3944613" y="3585093"/>
              <a:ext cx="59077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요금적용 전력</a:t>
              </a:r>
            </a:p>
          </p:txBody>
        </p: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26D7249B-CB22-407B-9810-677CB95DB599}"/>
              </a:ext>
            </a:extLst>
          </p:cNvPr>
          <p:cNvGrpSpPr/>
          <p:nvPr/>
        </p:nvGrpSpPr>
        <p:grpSpPr>
          <a:xfrm>
            <a:off x="4624718" y="3619242"/>
            <a:ext cx="523420" cy="169277"/>
            <a:chOff x="4484685" y="3585093"/>
            <a:chExt cx="523420" cy="169277"/>
          </a:xfrm>
        </p:grpSpPr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883A6E55-34C4-45A8-B274-3CA2D68C93B5}"/>
                </a:ext>
              </a:extLst>
            </p:cNvPr>
            <p:cNvCxnSpPr>
              <a:cxnSpLocks/>
            </p:cNvCxnSpPr>
            <p:nvPr/>
          </p:nvCxnSpPr>
          <p:spPr>
            <a:xfrm>
              <a:off x="4484685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id="{CA300D37-BF19-4CD9-ADC8-0C7F14F46062}"/>
                </a:ext>
              </a:extLst>
            </p:cNvPr>
            <p:cNvSpPr/>
            <p:nvPr/>
          </p:nvSpPr>
          <p:spPr>
            <a:xfrm>
              <a:off x="4520677" y="3585093"/>
              <a:ext cx="4874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목표 전력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0930E86-EE40-43BF-9FFD-1042EBA392FF}"/>
              </a:ext>
            </a:extLst>
          </p:cNvPr>
          <p:cNvGrpSpPr/>
          <p:nvPr/>
        </p:nvGrpSpPr>
        <p:grpSpPr>
          <a:xfrm>
            <a:off x="538982" y="1855388"/>
            <a:ext cx="2528690" cy="835005"/>
            <a:chOff x="6177167" y="1700808"/>
            <a:chExt cx="2528690" cy="835005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2C51AFB-6275-4F06-9C19-9300EC84DED6}"/>
                </a:ext>
              </a:extLst>
            </p:cNvPr>
            <p:cNvGrpSpPr/>
            <p:nvPr/>
          </p:nvGrpSpPr>
          <p:grpSpPr>
            <a:xfrm>
              <a:off x="6177167" y="1700808"/>
              <a:ext cx="1926022" cy="721431"/>
              <a:chOff x="5692418" y="1753651"/>
              <a:chExt cx="3074464" cy="721431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8B7615B-8FB8-42CC-B02C-7B6133C88D7F}"/>
                  </a:ext>
                </a:extLst>
              </p:cNvPr>
              <p:cNvSpPr/>
              <p:nvPr/>
            </p:nvSpPr>
            <p:spPr>
              <a:xfrm>
                <a:off x="5822353" y="2045047"/>
                <a:ext cx="2880000" cy="7200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2DFBEA81-503E-4D87-B1F2-23C64BE615BF}"/>
                  </a:ext>
                </a:extLst>
              </p:cNvPr>
              <p:cNvSpPr/>
              <p:nvPr/>
            </p:nvSpPr>
            <p:spPr>
              <a:xfrm>
                <a:off x="5822353" y="2403074"/>
                <a:ext cx="2880000" cy="7200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76F78F-ECD7-4F76-B78F-D0039EFD85F6}"/>
                  </a:ext>
                </a:extLst>
              </p:cNvPr>
              <p:cNvSpPr txBox="1"/>
              <p:nvPr/>
            </p:nvSpPr>
            <p:spPr>
              <a:xfrm>
                <a:off x="5692418" y="1843641"/>
                <a:ext cx="1124403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충전량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E0E53A4-3C68-49BF-89F5-3C3B6190242E}"/>
                  </a:ext>
                </a:extLst>
              </p:cNvPr>
              <p:cNvSpPr txBox="1"/>
              <p:nvPr/>
            </p:nvSpPr>
            <p:spPr>
              <a:xfrm>
                <a:off x="5692418" y="2201668"/>
                <a:ext cx="11349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방전량</a:t>
                </a:r>
                <a:endPara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E679431-6117-4443-89A7-FCC25732B376}"/>
                  </a:ext>
                </a:extLst>
              </p:cNvPr>
              <p:cNvSpPr txBox="1"/>
              <p:nvPr/>
            </p:nvSpPr>
            <p:spPr>
              <a:xfrm>
                <a:off x="7270746" y="1753651"/>
                <a:ext cx="1496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1,350.5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66D3B8F-8FE4-4265-9146-55D17D57A666}"/>
                  </a:ext>
                </a:extLst>
              </p:cNvPr>
              <p:cNvSpPr txBox="1"/>
              <p:nvPr/>
            </p:nvSpPr>
            <p:spPr>
              <a:xfrm>
                <a:off x="7419971" y="2115095"/>
                <a:ext cx="13469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9DAF780-D8CE-4BFB-8530-8E01FDAB46EA}"/>
                </a:ext>
              </a:extLst>
            </p:cNvPr>
            <p:cNvGrpSpPr/>
            <p:nvPr/>
          </p:nvGrpSpPr>
          <p:grpSpPr>
            <a:xfrm>
              <a:off x="8123038" y="1772816"/>
              <a:ext cx="582819" cy="762997"/>
              <a:chOff x="8066098" y="1891729"/>
              <a:chExt cx="639759" cy="762997"/>
            </a:xfrm>
          </p:grpSpPr>
          <p:pic>
            <p:nvPicPr>
              <p:cNvPr id="1030" name="Picture 6" descr="batteryì ëí ì´ë¯¸ì§ ê²ìê²°ê³¼">
                <a:extLst>
                  <a:ext uri="{FF2B5EF4-FFF2-40B4-BE49-F238E27FC236}">
                    <a16:creationId xmlns:a16="http://schemas.microsoft.com/office/drawing/2014/main" id="{CC4F744F-F3B3-485E-8365-75D4A55106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04661" y="2092093"/>
                <a:ext cx="562633" cy="5626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F9E8319-76FD-483E-A8DE-0A24EA344155}"/>
                  </a:ext>
                </a:extLst>
              </p:cNvPr>
              <p:cNvSpPr txBox="1"/>
              <p:nvPr/>
            </p:nvSpPr>
            <p:spPr>
              <a:xfrm>
                <a:off x="8087885" y="1891729"/>
                <a:ext cx="59618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SOC(</a:t>
                </a:r>
                <a:r>
                  <a:rPr lang="ko-KR" altLang="en-US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잔량</a:t>
                </a:r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endParaRPr lang="ko-KR" altLang="en-US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86409813-82A2-477A-891E-83BB61D4C3B4}"/>
                  </a:ext>
                </a:extLst>
              </p:cNvPr>
              <p:cNvSpPr txBox="1"/>
              <p:nvPr/>
            </p:nvSpPr>
            <p:spPr>
              <a:xfrm>
                <a:off x="8066098" y="2016579"/>
                <a:ext cx="63975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85.5</a:t>
                </a:r>
                <a:r>
                  <a:rPr lang="en-US" altLang="ko-KR" sz="6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%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id="{326C0E9F-B729-49BB-BB61-B6DE399D0AFA}"/>
                </a:ext>
              </a:extLst>
            </p:cNvPr>
            <p:cNvSpPr/>
            <p:nvPr/>
          </p:nvSpPr>
          <p:spPr>
            <a:xfrm>
              <a:off x="7703543" y="1990090"/>
              <a:ext cx="36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550E4392-BDD3-4354-ACB8-CD2465050FA5}"/>
                </a:ext>
              </a:extLst>
            </p:cNvPr>
            <p:cNvSpPr/>
            <p:nvPr/>
          </p:nvSpPr>
          <p:spPr>
            <a:xfrm>
              <a:off x="7524536" y="2351662"/>
              <a:ext cx="54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A2BD2EC5-8EDF-4C32-99EC-DB7BB5DFF4B0}"/>
              </a:ext>
            </a:extLst>
          </p:cNvPr>
          <p:cNvCxnSpPr>
            <a:cxnSpLocks/>
          </p:cNvCxnSpPr>
          <p:nvPr/>
        </p:nvCxnSpPr>
        <p:spPr>
          <a:xfrm>
            <a:off x="3203848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CEBF775B-DE6E-4F49-AEB2-666721D16C6B}"/>
              </a:ext>
            </a:extLst>
          </p:cNvPr>
          <p:cNvSpPr/>
          <p:nvPr/>
        </p:nvSpPr>
        <p:spPr>
          <a:xfrm>
            <a:off x="6220009" y="1772816"/>
            <a:ext cx="1820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현황</a:t>
            </a:r>
          </a:p>
        </p:txBody>
      </p:sp>
      <p:graphicFrame>
        <p:nvGraphicFramePr>
          <p:cNvPr id="432" name="표 431">
            <a:extLst>
              <a:ext uri="{FF2B5EF4-FFF2-40B4-BE49-F238E27FC236}">
                <a16:creationId xmlns:a16="http://schemas.microsoft.com/office/drawing/2014/main" id="{F221DEEC-D221-43F4-AE5D-020112FA5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475724"/>
              </p:ext>
            </p:extLst>
          </p:nvPr>
        </p:nvGraphicFramePr>
        <p:xfrm>
          <a:off x="6258567" y="1955559"/>
          <a:ext cx="247252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85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7C964B72-F699-41B3-87AA-CA113F5E89DD}"/>
              </a:ext>
            </a:extLst>
          </p:cNvPr>
          <p:cNvGrpSpPr/>
          <p:nvPr/>
        </p:nvGrpSpPr>
        <p:grpSpPr>
          <a:xfrm>
            <a:off x="6536610" y="2511816"/>
            <a:ext cx="114467" cy="310233"/>
            <a:chOff x="1234728" y="4790879"/>
            <a:chExt cx="144016" cy="310233"/>
          </a:xfrm>
        </p:grpSpPr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B78D41D4-6F9B-4B1F-B721-BB24D7F14A37}"/>
                </a:ext>
              </a:extLst>
            </p:cNvPr>
            <p:cNvSpPr/>
            <p:nvPr/>
          </p:nvSpPr>
          <p:spPr>
            <a:xfrm>
              <a:off x="1234728" y="4836597"/>
              <a:ext cx="144016" cy="26451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1C73D5E-6ACA-4865-8CB3-71143312D6E7}"/>
                </a:ext>
              </a:extLst>
            </p:cNvPr>
            <p:cNvSpPr/>
            <p:nvPr/>
          </p:nvSpPr>
          <p:spPr>
            <a:xfrm>
              <a:off x="1234728" y="4790879"/>
              <a:ext cx="144016" cy="1752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71C7AAB-605F-4D84-9CE8-FB3360C85C77}"/>
              </a:ext>
            </a:extLst>
          </p:cNvPr>
          <p:cNvSpPr/>
          <p:nvPr/>
        </p:nvSpPr>
        <p:spPr>
          <a:xfrm>
            <a:off x="6704807" y="2485608"/>
            <a:ext cx="115200" cy="336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1EF9215C-371A-49BB-BE4D-073D043046C0}"/>
              </a:ext>
            </a:extLst>
          </p:cNvPr>
          <p:cNvGrpSpPr/>
          <p:nvPr/>
        </p:nvGrpSpPr>
        <p:grpSpPr>
          <a:xfrm>
            <a:off x="6873004" y="2555912"/>
            <a:ext cx="114467" cy="266137"/>
            <a:chOff x="1907704" y="3275281"/>
            <a:chExt cx="288032" cy="535432"/>
          </a:xfrm>
        </p:grpSpPr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F26ECC88-F688-4E90-A0D7-4ABEA5B1A48E}"/>
                </a:ext>
              </a:extLst>
            </p:cNvPr>
            <p:cNvSpPr/>
            <p:nvPr/>
          </p:nvSpPr>
          <p:spPr>
            <a:xfrm>
              <a:off x="1907704" y="3321001"/>
              <a:ext cx="288032" cy="4897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A5D5CF2D-CD6D-4C7D-9084-465A3892AD44}"/>
                </a:ext>
              </a:extLst>
            </p:cNvPr>
            <p:cNvSpPr/>
            <p:nvPr/>
          </p:nvSpPr>
          <p:spPr>
            <a:xfrm>
              <a:off x="1907704" y="3275281"/>
              <a:ext cx="288032" cy="28948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C9DDE754-3325-4B58-8E09-4839254C81B1}"/>
              </a:ext>
            </a:extLst>
          </p:cNvPr>
          <p:cNvSpPr/>
          <p:nvPr/>
        </p:nvSpPr>
        <p:spPr>
          <a:xfrm>
            <a:off x="7002272" y="2678159"/>
            <a:ext cx="114467" cy="1438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473" name="표 472">
            <a:extLst>
              <a:ext uri="{FF2B5EF4-FFF2-40B4-BE49-F238E27FC236}">
                <a16:creationId xmlns:a16="http://schemas.microsoft.com/office/drawing/2014/main" id="{2F8534F8-9C45-4FA9-974C-9D28DE2BE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864348"/>
              </p:ext>
            </p:extLst>
          </p:nvPr>
        </p:nvGraphicFramePr>
        <p:xfrm>
          <a:off x="556780" y="3025225"/>
          <a:ext cx="2547265" cy="1505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kWh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49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167CB208-C939-468B-9EDA-186F499CC695}"/>
              </a:ext>
            </a:extLst>
          </p:cNvPr>
          <p:cNvGrpSpPr/>
          <p:nvPr/>
        </p:nvGrpSpPr>
        <p:grpSpPr>
          <a:xfrm>
            <a:off x="839944" y="3950985"/>
            <a:ext cx="1526152" cy="367021"/>
            <a:chOff x="1354667" y="3680460"/>
            <a:chExt cx="4732866" cy="586740"/>
          </a:xfrm>
        </p:grpSpPr>
        <p:sp>
          <p:nvSpPr>
            <p:cNvPr id="475" name="자유형 5">
              <a:extLst>
                <a:ext uri="{FF2B5EF4-FFF2-40B4-BE49-F238E27FC236}">
                  <a16:creationId xmlns:a16="http://schemas.microsoft.com/office/drawing/2014/main" id="{31EDAFE0-33E8-4D9E-BACD-F6F5E8E71769}"/>
                </a:ext>
              </a:extLst>
            </p:cNvPr>
            <p:cNvSpPr/>
            <p:nvPr/>
          </p:nvSpPr>
          <p:spPr>
            <a:xfrm>
              <a:off x="2286000" y="3680460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6" name="자유형 4">
              <a:extLst>
                <a:ext uri="{FF2B5EF4-FFF2-40B4-BE49-F238E27FC236}">
                  <a16:creationId xmlns:a16="http://schemas.microsoft.com/office/drawing/2014/main" id="{F3D077D5-2351-4B33-80D1-CD16D269945E}"/>
                </a:ext>
              </a:extLst>
            </p:cNvPr>
            <p:cNvSpPr/>
            <p:nvPr/>
          </p:nvSpPr>
          <p:spPr>
            <a:xfrm rot="10259621">
              <a:off x="2260738" y="3727732"/>
              <a:ext cx="1757660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자유형 7">
              <a:extLst>
                <a:ext uri="{FF2B5EF4-FFF2-40B4-BE49-F238E27FC236}">
                  <a16:creationId xmlns:a16="http://schemas.microsoft.com/office/drawing/2014/main" id="{4131A876-5876-4422-A47C-627DA3DA80CE}"/>
                </a:ext>
              </a:extLst>
            </p:cNvPr>
            <p:cNvSpPr/>
            <p:nvPr/>
          </p:nvSpPr>
          <p:spPr>
            <a:xfrm>
              <a:off x="4023360" y="3699510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8" name="자유형 1">
              <a:extLst>
                <a:ext uri="{FF2B5EF4-FFF2-40B4-BE49-F238E27FC236}">
                  <a16:creationId xmlns:a16="http://schemas.microsoft.com/office/drawing/2014/main" id="{031800C9-D736-4006-B7E9-4786AFD6444F}"/>
                </a:ext>
              </a:extLst>
            </p:cNvPr>
            <p:cNvSpPr/>
            <p:nvPr/>
          </p:nvSpPr>
          <p:spPr>
            <a:xfrm>
              <a:off x="1354667" y="3683000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B9E20F1B-76AB-4030-B0BF-0FA65E260901}"/>
              </a:ext>
            </a:extLst>
          </p:cNvPr>
          <p:cNvSpPr txBox="1"/>
          <p:nvPr/>
        </p:nvSpPr>
        <p:spPr>
          <a:xfrm>
            <a:off x="487833" y="2810774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6AA38E67-180D-4530-B09E-693416BB02CB}"/>
              </a:ext>
            </a:extLst>
          </p:cNvPr>
          <p:cNvGrpSpPr/>
          <p:nvPr/>
        </p:nvGrpSpPr>
        <p:grpSpPr>
          <a:xfrm>
            <a:off x="777998" y="4489565"/>
            <a:ext cx="2088232" cy="254366"/>
            <a:chOff x="766046" y="3528551"/>
            <a:chExt cx="2088232" cy="254366"/>
          </a:xfrm>
        </p:grpSpPr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46D1C422-9D3C-457B-A1F8-EF401B2EDCFE}"/>
                </a:ext>
              </a:extLst>
            </p:cNvPr>
            <p:cNvGrpSpPr/>
            <p:nvPr/>
          </p:nvGrpSpPr>
          <p:grpSpPr>
            <a:xfrm>
              <a:off x="1558134" y="3547722"/>
              <a:ext cx="631876" cy="216024"/>
              <a:chOff x="1187624" y="4744315"/>
              <a:chExt cx="631876" cy="216024"/>
            </a:xfrm>
          </p:grpSpPr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D9CC6030-32AB-4A0F-8105-77FA245344E5}"/>
                  </a:ext>
                </a:extLst>
              </p:cNvPr>
              <p:cNvSpPr/>
              <p:nvPr/>
            </p:nvSpPr>
            <p:spPr>
              <a:xfrm>
                <a:off x="118762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2" name="직사각형 481">
                <a:extLst>
                  <a:ext uri="{FF2B5EF4-FFF2-40B4-BE49-F238E27FC236}">
                    <a16:creationId xmlns:a16="http://schemas.microsoft.com/office/drawing/2014/main" id="{742057B4-A907-4EA8-BC6D-A5518C3F11A9}"/>
                  </a:ext>
                </a:extLst>
              </p:cNvPr>
              <p:cNvSpPr/>
              <p:nvPr/>
            </p:nvSpPr>
            <p:spPr>
              <a:xfrm>
                <a:off x="147565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10%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BF4D68AB-AB84-424A-B9BC-DB5E54EC1C98}"/>
                </a:ext>
              </a:extLst>
            </p:cNvPr>
            <p:cNvGrpSpPr/>
            <p:nvPr/>
          </p:nvGrpSpPr>
          <p:grpSpPr>
            <a:xfrm>
              <a:off x="2278214" y="3528551"/>
              <a:ext cx="576064" cy="254366"/>
              <a:chOff x="1907704" y="4725144"/>
              <a:chExt cx="576064" cy="254366"/>
            </a:xfrm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DDD6D9B-4E7C-4379-BD38-020DCE661248}"/>
                  </a:ext>
                </a:extLst>
              </p:cNvPr>
              <p:cNvSpPr/>
              <p:nvPr/>
            </p:nvSpPr>
            <p:spPr>
              <a:xfrm>
                <a:off x="190770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51BE330A-469D-4C28-8DBB-8D0DAD6DFD19}"/>
                  </a:ext>
                </a:extLst>
              </p:cNvPr>
              <p:cNvSpPr/>
              <p:nvPr/>
            </p:nvSpPr>
            <p:spPr>
              <a:xfrm>
                <a:off x="2213173" y="4725144"/>
                <a:ext cx="270595" cy="254366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9%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6" name="그룹 485">
              <a:extLst>
                <a:ext uri="{FF2B5EF4-FFF2-40B4-BE49-F238E27FC236}">
                  <a16:creationId xmlns:a16="http://schemas.microsoft.com/office/drawing/2014/main" id="{A0C2E0E6-8E6E-4C39-BC63-243296081593}"/>
                </a:ext>
              </a:extLst>
            </p:cNvPr>
            <p:cNvGrpSpPr/>
            <p:nvPr/>
          </p:nvGrpSpPr>
          <p:grpSpPr>
            <a:xfrm>
              <a:off x="766046" y="3547722"/>
              <a:ext cx="703884" cy="216024"/>
              <a:chOff x="395536" y="4744315"/>
              <a:chExt cx="703884" cy="21602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99CEFB3C-E87E-44BB-BBD3-E373D5DA7D4D}"/>
                  </a:ext>
                </a:extLst>
              </p:cNvPr>
              <p:cNvSpPr/>
              <p:nvPr/>
            </p:nvSpPr>
            <p:spPr>
              <a:xfrm>
                <a:off x="395536" y="4781396"/>
                <a:ext cx="356537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한전 사용</a:t>
                </a:r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DCC09B29-675D-495C-B303-CD106C2A54FB}"/>
                  </a:ext>
                </a:extLst>
              </p:cNvPr>
              <p:cNvSpPr/>
              <p:nvPr/>
            </p:nvSpPr>
            <p:spPr>
              <a:xfrm>
                <a:off x="75557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81%</a:t>
                </a:r>
                <a:endParaRPr lang="ko-KR" altLang="en-US" sz="1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grpSp>
        <p:nvGrpSpPr>
          <p:cNvPr id="497" name="그룹 496">
            <a:extLst>
              <a:ext uri="{FF2B5EF4-FFF2-40B4-BE49-F238E27FC236}">
                <a16:creationId xmlns:a16="http://schemas.microsoft.com/office/drawing/2014/main" id="{A4C89D16-588B-41A7-8391-C28C5E313976}"/>
              </a:ext>
            </a:extLst>
          </p:cNvPr>
          <p:cNvGrpSpPr/>
          <p:nvPr/>
        </p:nvGrpSpPr>
        <p:grpSpPr>
          <a:xfrm>
            <a:off x="1255755" y="3100721"/>
            <a:ext cx="1853801" cy="157480"/>
            <a:chOff x="4632535" y="2929429"/>
            <a:chExt cx="1853801" cy="157480"/>
          </a:xfrm>
        </p:grpSpPr>
        <p:cxnSp>
          <p:nvCxnSpPr>
            <p:cNvPr id="498" name="직선 연결선 497">
              <a:extLst>
                <a:ext uri="{FF2B5EF4-FFF2-40B4-BE49-F238E27FC236}">
                  <a16:creationId xmlns:a16="http://schemas.microsoft.com/office/drawing/2014/main" id="{3D00BBDD-5B83-4846-AE79-60675D6A75B4}"/>
                </a:ext>
              </a:extLst>
            </p:cNvPr>
            <p:cNvCxnSpPr/>
            <p:nvPr/>
          </p:nvCxnSpPr>
          <p:spPr>
            <a:xfrm>
              <a:off x="4632535" y="3015425"/>
              <a:ext cx="149996" cy="0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9" name="직사각형 498">
              <a:extLst>
                <a:ext uri="{FF2B5EF4-FFF2-40B4-BE49-F238E27FC236}">
                  <a16:creationId xmlns:a16="http://schemas.microsoft.com/office/drawing/2014/main" id="{643C5AC5-7051-4A71-AA9B-7751735D58BB}"/>
                </a:ext>
              </a:extLst>
            </p:cNvPr>
            <p:cNvSpPr/>
            <p:nvPr/>
          </p:nvSpPr>
          <p:spPr>
            <a:xfrm>
              <a:off x="4710713" y="2931990"/>
              <a:ext cx="550418" cy="15491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실제 사용량</a:t>
              </a:r>
            </a:p>
          </p:txBody>
        </p:sp>
        <p:cxnSp>
          <p:nvCxnSpPr>
            <p:cNvPr id="500" name="직선 연결선 499">
              <a:extLst>
                <a:ext uri="{FF2B5EF4-FFF2-40B4-BE49-F238E27FC236}">
                  <a16:creationId xmlns:a16="http://schemas.microsoft.com/office/drawing/2014/main" id="{50F18DFC-D4EE-4F4D-919A-960CDBBB7F11}"/>
                </a:ext>
              </a:extLst>
            </p:cNvPr>
            <p:cNvCxnSpPr/>
            <p:nvPr/>
          </p:nvCxnSpPr>
          <p:spPr>
            <a:xfrm>
              <a:off x="5280128" y="3009449"/>
              <a:ext cx="149996" cy="0"/>
            </a:xfrm>
            <a:prstGeom prst="lin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1" name="직사각형 500">
              <a:extLst>
                <a:ext uri="{FF2B5EF4-FFF2-40B4-BE49-F238E27FC236}">
                  <a16:creationId xmlns:a16="http://schemas.microsoft.com/office/drawing/2014/main" id="{38724598-60E3-4E65-9129-F9DD93A10F2D}"/>
                </a:ext>
              </a:extLst>
            </p:cNvPr>
            <p:cNvSpPr/>
            <p:nvPr/>
          </p:nvSpPr>
          <p:spPr>
            <a:xfrm>
              <a:off x="5358305" y="2929429"/>
              <a:ext cx="548985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ESS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  <p:cxnSp>
          <p:nvCxnSpPr>
            <p:cNvPr id="502" name="직선 연결선 501">
              <a:extLst>
                <a:ext uri="{FF2B5EF4-FFF2-40B4-BE49-F238E27FC236}">
                  <a16:creationId xmlns:a16="http://schemas.microsoft.com/office/drawing/2014/main" id="{63D0324A-6260-423A-94F3-F9E6EFC37BCC}"/>
                </a:ext>
              </a:extLst>
            </p:cNvPr>
            <p:cNvCxnSpPr/>
            <p:nvPr/>
          </p:nvCxnSpPr>
          <p:spPr>
            <a:xfrm>
              <a:off x="5905793" y="3009449"/>
              <a:ext cx="149996" cy="0"/>
            </a:xfrm>
            <a:prstGeom prst="lin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D729EFFA-79C8-4355-B1F3-4AB70759F294}"/>
                </a:ext>
              </a:extLst>
            </p:cNvPr>
            <p:cNvSpPr/>
            <p:nvPr/>
          </p:nvSpPr>
          <p:spPr>
            <a:xfrm>
              <a:off x="6000509" y="2929429"/>
              <a:ext cx="485827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PV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D5C8F503-535E-47AB-B100-C4985AF3CB28}"/>
              </a:ext>
            </a:extLst>
          </p:cNvPr>
          <p:cNvGrpSpPr/>
          <p:nvPr/>
        </p:nvGrpSpPr>
        <p:grpSpPr>
          <a:xfrm>
            <a:off x="1475828" y="2780928"/>
            <a:ext cx="1673038" cy="254348"/>
            <a:chOff x="6419190" y="4725153"/>
            <a:chExt cx="1673038" cy="254348"/>
          </a:xfrm>
        </p:grpSpPr>
        <p:sp>
          <p:nvSpPr>
            <p:cNvPr id="505" name="직사각형 504">
              <a:extLst>
                <a:ext uri="{FF2B5EF4-FFF2-40B4-BE49-F238E27FC236}">
                  <a16:creationId xmlns:a16="http://schemas.microsoft.com/office/drawing/2014/main" id="{12EDA300-F348-4188-A499-27A872F47C78}"/>
                </a:ext>
              </a:extLst>
            </p:cNvPr>
            <p:cNvSpPr/>
            <p:nvPr/>
          </p:nvSpPr>
          <p:spPr>
            <a:xfrm>
              <a:off x="7139098" y="4776288"/>
              <a:ext cx="390541" cy="18233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A5587CF6-98C5-43FD-8866-1EE4F2E52488}"/>
                </a:ext>
              </a:extLst>
            </p:cNvPr>
            <p:cNvSpPr/>
            <p:nvPr/>
          </p:nvSpPr>
          <p:spPr>
            <a:xfrm>
              <a:off x="7494198" y="4725153"/>
              <a:ext cx="462178" cy="2543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1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7" name="직사각형 506">
              <a:extLst>
                <a:ext uri="{FF2B5EF4-FFF2-40B4-BE49-F238E27FC236}">
                  <a16:creationId xmlns:a16="http://schemas.microsoft.com/office/drawing/2014/main" id="{FFEBC14C-A3E3-439E-8C30-5F7B44A54666}"/>
                </a:ext>
              </a:extLst>
            </p:cNvPr>
            <p:cNvSpPr/>
            <p:nvPr/>
          </p:nvSpPr>
          <p:spPr>
            <a:xfrm>
              <a:off x="7876204" y="4795451"/>
              <a:ext cx="216024" cy="14401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C5B47DF7-3275-43C5-A4D0-B25B380B6996}"/>
                </a:ext>
              </a:extLst>
            </p:cNvPr>
            <p:cNvSpPr/>
            <p:nvPr/>
          </p:nvSpPr>
          <p:spPr>
            <a:xfrm>
              <a:off x="6419190" y="4775713"/>
              <a:ext cx="725954" cy="18235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4067B1-72CD-480D-85A5-6A68D85FBAF0}"/>
              </a:ext>
            </a:extLst>
          </p:cNvPr>
          <p:cNvGrpSpPr/>
          <p:nvPr/>
        </p:nvGrpSpPr>
        <p:grpSpPr>
          <a:xfrm>
            <a:off x="7892205" y="1416537"/>
            <a:ext cx="943186" cy="181080"/>
            <a:chOff x="5772819" y="420208"/>
            <a:chExt cx="943186" cy="207079"/>
          </a:xfrm>
        </p:grpSpPr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D64568B-B001-407C-B4E5-8A205B8A0FD1}"/>
                </a:ext>
              </a:extLst>
            </p:cNvPr>
            <p:cNvSpPr txBox="1"/>
            <p:nvPr/>
          </p:nvSpPr>
          <p:spPr>
            <a:xfrm>
              <a:off x="5772819" y="420208"/>
              <a:ext cx="94318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군관리로 돌아가기</a:t>
              </a:r>
            </a:p>
          </p:txBody>
        </p:sp>
        <p:sp>
          <p:nvSpPr>
            <p:cNvPr id="1045" name="사각형: 둥근 모서리 1044">
              <a:extLst>
                <a:ext uri="{FF2B5EF4-FFF2-40B4-BE49-F238E27FC236}">
                  <a16:creationId xmlns:a16="http://schemas.microsoft.com/office/drawing/2014/main" id="{5850ADCA-97C0-4E39-85B1-6616D9B77623}"/>
                </a:ext>
              </a:extLst>
            </p:cNvPr>
            <p:cNvSpPr/>
            <p:nvPr/>
          </p:nvSpPr>
          <p:spPr>
            <a:xfrm>
              <a:off x="5797598" y="454187"/>
              <a:ext cx="893629" cy="17310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81F6D433-C5A6-4EF7-A871-A59CEB8638BA}"/>
              </a:ext>
            </a:extLst>
          </p:cNvPr>
          <p:cNvSpPr/>
          <p:nvPr/>
        </p:nvSpPr>
        <p:spPr>
          <a:xfrm>
            <a:off x="3994177" y="258630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791EFF-4D0B-4599-BFFE-E3245F4BA496}"/>
              </a:ext>
            </a:extLst>
          </p:cNvPr>
          <p:cNvSpPr/>
          <p:nvPr/>
        </p:nvSpPr>
        <p:spPr>
          <a:xfrm>
            <a:off x="3410158" y="4108489"/>
            <a:ext cx="599739" cy="3073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3685FE69-CB0D-4204-A3DA-90301D0774BC}"/>
              </a:ext>
            </a:extLst>
          </p:cNvPr>
          <p:cNvSpPr/>
          <p:nvPr/>
        </p:nvSpPr>
        <p:spPr>
          <a:xfrm>
            <a:off x="4060667" y="4115777"/>
            <a:ext cx="599739" cy="2927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3EA2D479-7E99-41DA-9C94-4BD75F2FD823}"/>
              </a:ext>
            </a:extLst>
          </p:cNvPr>
          <p:cNvSpPr/>
          <p:nvPr/>
        </p:nvSpPr>
        <p:spPr>
          <a:xfrm>
            <a:off x="4711176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16307DE7-9372-42C7-9FB9-4C7756B334F4}"/>
              </a:ext>
            </a:extLst>
          </p:cNvPr>
          <p:cNvSpPr/>
          <p:nvPr/>
        </p:nvSpPr>
        <p:spPr>
          <a:xfrm>
            <a:off x="5361685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1E837DAE-4E21-470A-B954-186F5A4E3FEF}"/>
              </a:ext>
            </a:extLst>
          </p:cNvPr>
          <p:cNvSpPr/>
          <p:nvPr/>
        </p:nvSpPr>
        <p:spPr>
          <a:xfrm>
            <a:off x="3410158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FBA7B535-11B3-4D05-8D08-69FBFBE07B1D}"/>
              </a:ext>
            </a:extLst>
          </p:cNvPr>
          <p:cNvSpPr/>
          <p:nvPr/>
        </p:nvSpPr>
        <p:spPr>
          <a:xfrm>
            <a:off x="4060667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4C1AD86D-29CB-4BFA-B6D3-5398D05EFB67}"/>
              </a:ext>
            </a:extLst>
          </p:cNvPr>
          <p:cNvSpPr/>
          <p:nvPr/>
        </p:nvSpPr>
        <p:spPr>
          <a:xfrm>
            <a:off x="4711176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44A4D227-3715-4EC5-B3E8-B6CA1C2FDE42}"/>
              </a:ext>
            </a:extLst>
          </p:cNvPr>
          <p:cNvSpPr/>
          <p:nvPr/>
        </p:nvSpPr>
        <p:spPr>
          <a:xfrm>
            <a:off x="5361685" y="4449016"/>
            <a:ext cx="599739" cy="30736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9182581-FF0D-40F0-9AA9-C0806A8A66E5}"/>
              </a:ext>
            </a:extLst>
          </p:cNvPr>
          <p:cNvSpPr txBox="1"/>
          <p:nvPr/>
        </p:nvSpPr>
        <p:spPr>
          <a:xfrm>
            <a:off x="3355046" y="4075586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730F0DB-B26B-4F5D-838F-EAC5A15F177B}"/>
              </a:ext>
            </a:extLst>
          </p:cNvPr>
          <p:cNvSpPr txBox="1"/>
          <p:nvPr/>
        </p:nvSpPr>
        <p:spPr>
          <a:xfrm>
            <a:off x="3517837" y="4189203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B3542F8-820E-44CB-9F43-C695421064D1}"/>
              </a:ext>
            </a:extLst>
          </p:cNvPr>
          <p:cNvSpPr txBox="1"/>
          <p:nvPr/>
        </p:nvSpPr>
        <p:spPr>
          <a:xfrm>
            <a:off x="3516095" y="4275987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FF4BAD73-1F20-4C4F-A3C2-E8C6C2815EDC}"/>
              </a:ext>
            </a:extLst>
          </p:cNvPr>
          <p:cNvSpPr txBox="1"/>
          <p:nvPr/>
        </p:nvSpPr>
        <p:spPr>
          <a:xfrm>
            <a:off x="3317716" y="4187517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4A67ABDE-8217-46E9-8E8F-2B6A31CDEF18}"/>
              </a:ext>
            </a:extLst>
          </p:cNvPr>
          <p:cNvSpPr txBox="1"/>
          <p:nvPr/>
        </p:nvSpPr>
        <p:spPr>
          <a:xfrm>
            <a:off x="3312502" y="4277962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F345C2B-ADD4-4930-A564-6341E48F82F1}"/>
              </a:ext>
            </a:extLst>
          </p:cNvPr>
          <p:cNvSpPr txBox="1"/>
          <p:nvPr/>
        </p:nvSpPr>
        <p:spPr>
          <a:xfrm>
            <a:off x="4166627" y="4184962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2675094-0B8D-439D-AEA6-CAF9F37BFD9B}"/>
              </a:ext>
            </a:extLst>
          </p:cNvPr>
          <p:cNvSpPr txBox="1"/>
          <p:nvPr/>
        </p:nvSpPr>
        <p:spPr>
          <a:xfrm>
            <a:off x="4164885" y="4271746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42DC47A0-EB13-456C-9AD1-6B3713707046}"/>
              </a:ext>
            </a:extLst>
          </p:cNvPr>
          <p:cNvSpPr txBox="1"/>
          <p:nvPr/>
        </p:nvSpPr>
        <p:spPr>
          <a:xfrm>
            <a:off x="3966506" y="4174548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5B3C624-A0AE-4A79-98A0-DDCF87B627D0}"/>
              </a:ext>
            </a:extLst>
          </p:cNvPr>
          <p:cNvSpPr txBox="1"/>
          <p:nvPr/>
        </p:nvSpPr>
        <p:spPr>
          <a:xfrm>
            <a:off x="3961292" y="4276653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5C2779-8A1B-49CA-B2C6-C75C0A022F4A}"/>
              </a:ext>
            </a:extLst>
          </p:cNvPr>
          <p:cNvSpPr txBox="1"/>
          <p:nvPr/>
        </p:nvSpPr>
        <p:spPr>
          <a:xfrm>
            <a:off x="4011605" y="4085903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PCS_2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C46DD4-5FF3-431B-95B9-5A8469D62401}"/>
              </a:ext>
            </a:extLst>
          </p:cNvPr>
          <p:cNvGrpSpPr/>
          <p:nvPr/>
        </p:nvGrpSpPr>
        <p:grpSpPr>
          <a:xfrm>
            <a:off x="4608949" y="4075754"/>
            <a:ext cx="805559" cy="374585"/>
            <a:chOff x="4135417" y="5220442"/>
            <a:chExt cx="805559" cy="374585"/>
          </a:xfrm>
        </p:grpSpPr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AEE8AF1-2CEB-458A-9622-F4AA4C044111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C41D1C7C-BECE-4C37-9163-A278ABC751A5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7BBF20-AEDC-42F2-B470-8B92F84403FE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6AFC570-C994-434C-B257-E6B8AB708B25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622655E-A38D-4681-BEC9-62EC40468F7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13F14097-2BD7-403D-A488-CC7289B83C80}"/>
              </a:ext>
            </a:extLst>
          </p:cNvPr>
          <p:cNvGrpSpPr/>
          <p:nvPr/>
        </p:nvGrpSpPr>
        <p:grpSpPr>
          <a:xfrm>
            <a:off x="5265894" y="4075754"/>
            <a:ext cx="805559" cy="374585"/>
            <a:chOff x="4135417" y="5220442"/>
            <a:chExt cx="805559" cy="374585"/>
          </a:xfrm>
        </p:grpSpPr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900D788A-52FD-4B81-9345-0EB2309CB9FE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8CD9C91C-F2C6-4119-967E-F33B5A946BCE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FAA851-BBDC-4000-8C95-CAC66AA6C80D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3BCEA067-6847-4B73-8FF5-BDE4ED90E972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4B10FEDA-CABB-4CF3-AFCA-5CC83E8E926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3102FEB7-CF1D-4820-8223-F392825FA826}"/>
              </a:ext>
            </a:extLst>
          </p:cNvPr>
          <p:cNvGrpSpPr/>
          <p:nvPr/>
        </p:nvGrpSpPr>
        <p:grpSpPr>
          <a:xfrm>
            <a:off x="3324591" y="4417802"/>
            <a:ext cx="776403" cy="451529"/>
            <a:chOff x="4137026" y="5220442"/>
            <a:chExt cx="542695" cy="451529"/>
          </a:xfrm>
        </p:grpSpPr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EB27A0DB-2785-4C27-B168-E118D5BA35D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B95BE1C-7923-46E6-817E-31A307CE3537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0923083E-4D37-4989-90E9-2110F37AF8E9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93DBED27-339A-40A9-87FD-076F1531A727}"/>
              </a:ext>
            </a:extLst>
          </p:cNvPr>
          <p:cNvSpPr/>
          <p:nvPr/>
        </p:nvSpPr>
        <p:spPr>
          <a:xfrm>
            <a:off x="4055684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4" name="사각형: 둥근 모서리 403">
            <a:extLst>
              <a:ext uri="{FF2B5EF4-FFF2-40B4-BE49-F238E27FC236}">
                <a16:creationId xmlns:a16="http://schemas.microsoft.com/office/drawing/2014/main" id="{995D5B99-C5C7-4FFC-9D7F-334B3EAF14C4}"/>
              </a:ext>
            </a:extLst>
          </p:cNvPr>
          <p:cNvSpPr/>
          <p:nvPr/>
        </p:nvSpPr>
        <p:spPr>
          <a:xfrm>
            <a:off x="4706193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사각형: 둥근 모서리 404">
            <a:extLst>
              <a:ext uri="{FF2B5EF4-FFF2-40B4-BE49-F238E27FC236}">
                <a16:creationId xmlns:a16="http://schemas.microsoft.com/office/drawing/2014/main" id="{18CF606F-FC9D-41A8-81FC-2C49DE9944DA}"/>
              </a:ext>
            </a:extLst>
          </p:cNvPr>
          <p:cNvSpPr/>
          <p:nvPr/>
        </p:nvSpPr>
        <p:spPr>
          <a:xfrm>
            <a:off x="5356702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901D8D44-D22E-4CDF-8741-86B9BBFBBAF6}"/>
              </a:ext>
            </a:extLst>
          </p:cNvPr>
          <p:cNvSpPr/>
          <p:nvPr/>
        </p:nvSpPr>
        <p:spPr>
          <a:xfrm>
            <a:off x="3416953" y="4801254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0A53505-7903-45B3-9D0B-D0B37AF0F3A8}"/>
              </a:ext>
            </a:extLst>
          </p:cNvPr>
          <p:cNvGrpSpPr/>
          <p:nvPr/>
        </p:nvGrpSpPr>
        <p:grpSpPr>
          <a:xfrm>
            <a:off x="6188932" y="2863398"/>
            <a:ext cx="2701514" cy="314700"/>
            <a:chOff x="475933" y="4908190"/>
            <a:chExt cx="2804731" cy="314700"/>
          </a:xfrm>
        </p:grpSpPr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8CC72A27-D062-4659-A20B-75407950CBB4}"/>
                </a:ext>
              </a:extLst>
            </p:cNvPr>
            <p:cNvSpPr/>
            <p:nvPr/>
          </p:nvSpPr>
          <p:spPr>
            <a:xfrm>
              <a:off x="475933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ESS</a:t>
              </a:r>
              <a:r>
                <a:rPr lang="ko-KR" altLang="en-US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E3ECF995-9CB8-4F12-83C5-D74A8FB0FC3C}"/>
                </a:ext>
              </a:extLst>
            </p:cNvPr>
            <p:cNvSpPr/>
            <p:nvPr/>
          </p:nvSpPr>
          <p:spPr>
            <a:xfrm>
              <a:off x="753539" y="4915601"/>
              <a:ext cx="606962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A8D24558-F4AD-4E4F-A0A3-8068DB053CD0}"/>
                </a:ext>
              </a:extLst>
            </p:cNvPr>
            <p:cNvSpPr/>
            <p:nvPr/>
          </p:nvSpPr>
          <p:spPr>
            <a:xfrm>
              <a:off x="1098838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DR</a:t>
              </a:r>
              <a:r>
                <a:rPr lang="ko-KR" altLang="en-US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6EE38BF5-3A72-48E4-8BA9-BF2390F8238C}"/>
                </a:ext>
              </a:extLst>
            </p:cNvPr>
            <p:cNvSpPr/>
            <p:nvPr/>
          </p:nvSpPr>
          <p:spPr>
            <a:xfrm>
              <a:off x="1364833" y="4915601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36966B20-072A-484B-AAA1-2F378CBFE402}"/>
                </a:ext>
              </a:extLst>
            </p:cNvPr>
            <p:cNvSpPr/>
            <p:nvPr/>
          </p:nvSpPr>
          <p:spPr>
            <a:xfrm>
              <a:off x="2134425" y="4934890"/>
              <a:ext cx="825695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4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전체 수익</a:t>
              </a:r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FCA66087-7611-49F7-9D41-C19434ED8685}"/>
                </a:ext>
              </a:extLst>
            </p:cNvPr>
            <p:cNvSpPr/>
            <p:nvPr/>
          </p:nvSpPr>
          <p:spPr>
            <a:xfrm>
              <a:off x="2615847" y="4921226"/>
              <a:ext cx="664817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120,000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2C3C8100-F6E5-466E-AA22-4126D1A5B4B8}"/>
                </a:ext>
              </a:extLst>
            </p:cNvPr>
            <p:cNvSpPr/>
            <p:nvPr/>
          </p:nvSpPr>
          <p:spPr>
            <a:xfrm>
              <a:off x="1708458" y="4921854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PV</a:t>
              </a:r>
              <a:r>
                <a:rPr lang="ko-KR" altLang="en-US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1099ED14-65AD-46EB-A7BA-5B26FEDEDD39}"/>
                </a:ext>
              </a:extLst>
            </p:cNvPr>
            <p:cNvSpPr/>
            <p:nvPr/>
          </p:nvSpPr>
          <p:spPr>
            <a:xfrm>
              <a:off x="1972163" y="4908190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56" name="그림 255">
            <a:extLst>
              <a:ext uri="{FF2B5EF4-FFF2-40B4-BE49-F238E27FC236}">
                <a16:creationId xmlns:a16="http://schemas.microsoft.com/office/drawing/2014/main" id="{416D2369-6C47-4232-BA32-BEB28EFD5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61" y="4962472"/>
            <a:ext cx="2540384" cy="1031581"/>
          </a:xfrm>
          <a:prstGeom prst="rect">
            <a:avLst/>
          </a:prstGeom>
        </p:spPr>
      </p:pic>
      <p:pic>
        <p:nvPicPr>
          <p:cNvPr id="2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33E656-4CE7-4FD6-B80A-8D95023DF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1315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E213D376-B9D2-4C8A-9D09-1CA7048CFCD7}"/>
              </a:ext>
            </a:extLst>
          </p:cNvPr>
          <p:cNvSpPr/>
          <p:nvPr/>
        </p:nvSpPr>
        <p:spPr>
          <a:xfrm>
            <a:off x="6704807" y="2485175"/>
            <a:ext cx="115200" cy="14389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CD43F859-36B4-4A0D-AA79-2C93492229B2}"/>
              </a:ext>
            </a:extLst>
          </p:cNvPr>
          <p:cNvGrpSpPr/>
          <p:nvPr/>
        </p:nvGrpSpPr>
        <p:grpSpPr>
          <a:xfrm>
            <a:off x="6538441" y="3462802"/>
            <a:ext cx="2147058" cy="1068681"/>
            <a:chOff x="1180851" y="2959945"/>
            <a:chExt cx="7495605" cy="1884776"/>
          </a:xfrm>
        </p:grpSpPr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24EDACE7-0304-4CBC-924D-AEC098E17F26}"/>
                </a:ext>
              </a:extLst>
            </p:cNvPr>
            <p:cNvCxnSpPr/>
            <p:nvPr/>
          </p:nvCxnSpPr>
          <p:spPr>
            <a:xfrm>
              <a:off x="1187624" y="2959945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연결선 268">
              <a:extLst>
                <a:ext uri="{FF2B5EF4-FFF2-40B4-BE49-F238E27FC236}">
                  <a16:creationId xmlns:a16="http://schemas.microsoft.com/office/drawing/2014/main" id="{ECDECD13-0411-4837-B722-8AD7BB921564}"/>
                </a:ext>
              </a:extLst>
            </p:cNvPr>
            <p:cNvCxnSpPr/>
            <p:nvPr/>
          </p:nvCxnSpPr>
          <p:spPr>
            <a:xfrm>
              <a:off x="1187624" y="393586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0" name="그룹 269">
              <a:extLst>
                <a:ext uri="{FF2B5EF4-FFF2-40B4-BE49-F238E27FC236}">
                  <a16:creationId xmlns:a16="http://schemas.microsoft.com/office/drawing/2014/main" id="{51877911-0A13-4BE3-9E5A-276196AFBCFA}"/>
                </a:ext>
              </a:extLst>
            </p:cNvPr>
            <p:cNvGrpSpPr/>
            <p:nvPr/>
          </p:nvGrpSpPr>
          <p:grpSpPr>
            <a:xfrm flipH="1" flipV="1">
              <a:off x="4357435" y="3939476"/>
              <a:ext cx="2688227" cy="652703"/>
              <a:chOff x="1501760" y="2998490"/>
              <a:chExt cx="2520272" cy="1366614"/>
            </a:xfrm>
          </p:grpSpPr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694340A-F38E-463E-9B94-DF2BDE34D46F}"/>
                  </a:ext>
                </a:extLst>
              </p:cNvPr>
              <p:cNvSpPr/>
              <p:nvPr/>
            </p:nvSpPr>
            <p:spPr>
              <a:xfrm>
                <a:off x="1501760" y="4217882"/>
                <a:ext cx="72000" cy="14722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7" name="직사각형 366">
                <a:extLst>
                  <a:ext uri="{FF2B5EF4-FFF2-40B4-BE49-F238E27FC236}">
                    <a16:creationId xmlns:a16="http://schemas.microsoft.com/office/drawing/2014/main" id="{A2C8F4AE-E366-4A5C-9644-59951BC6873B}"/>
                  </a:ext>
                </a:extLst>
              </p:cNvPr>
              <p:cNvSpPr/>
              <p:nvPr/>
            </p:nvSpPr>
            <p:spPr>
              <a:xfrm>
                <a:off x="3950032" y="2998490"/>
                <a:ext cx="72000" cy="136661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8" name="직사각형 367">
                <a:extLst>
                  <a:ext uri="{FF2B5EF4-FFF2-40B4-BE49-F238E27FC236}">
                    <a16:creationId xmlns:a16="http://schemas.microsoft.com/office/drawing/2014/main" id="{705A7D7D-DFDC-49F5-A545-0A0BF3992C46}"/>
                  </a:ext>
                </a:extLst>
              </p:cNvPr>
              <p:cNvSpPr/>
              <p:nvPr/>
            </p:nvSpPr>
            <p:spPr>
              <a:xfrm>
                <a:off x="3638317" y="3069104"/>
                <a:ext cx="72000" cy="129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9" name="직사각형 368">
                <a:extLst>
                  <a:ext uri="{FF2B5EF4-FFF2-40B4-BE49-F238E27FC236}">
                    <a16:creationId xmlns:a16="http://schemas.microsoft.com/office/drawing/2014/main" id="{C3112926-62A8-4766-85DA-0F5B2DEF9475}"/>
                  </a:ext>
                </a:extLst>
              </p:cNvPr>
              <p:cNvSpPr/>
              <p:nvPr/>
            </p:nvSpPr>
            <p:spPr>
              <a:xfrm>
                <a:off x="3327361" y="3214514"/>
                <a:ext cx="72000" cy="115059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CEB3820F-F57A-4E00-A3A1-6A02D87BBC35}"/>
                  </a:ext>
                </a:extLst>
              </p:cNvPr>
              <p:cNvSpPr/>
              <p:nvPr/>
            </p:nvSpPr>
            <p:spPr>
              <a:xfrm>
                <a:off x="3013928" y="3575612"/>
                <a:ext cx="72000" cy="78949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3" name="직사각형 372">
                <a:extLst>
                  <a:ext uri="{FF2B5EF4-FFF2-40B4-BE49-F238E27FC236}">
                    <a16:creationId xmlns:a16="http://schemas.microsoft.com/office/drawing/2014/main" id="{E34EA65C-227F-4EFE-97EC-3793068DAEFC}"/>
                  </a:ext>
                </a:extLst>
              </p:cNvPr>
              <p:cNvSpPr/>
              <p:nvPr/>
            </p:nvSpPr>
            <p:spPr>
              <a:xfrm>
                <a:off x="2748848" y="3681104"/>
                <a:ext cx="72000" cy="684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4" name="직사각형 373">
                <a:extLst>
                  <a:ext uri="{FF2B5EF4-FFF2-40B4-BE49-F238E27FC236}">
                    <a16:creationId xmlns:a16="http://schemas.microsoft.com/office/drawing/2014/main" id="{48873385-E59B-4D13-B4BB-D3B50E9441B7}"/>
                  </a:ext>
                </a:extLst>
              </p:cNvPr>
              <p:cNvSpPr/>
              <p:nvPr/>
            </p:nvSpPr>
            <p:spPr>
              <a:xfrm>
                <a:off x="2437864" y="3807104"/>
                <a:ext cx="72000" cy="55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6" name="직사각형 375">
                <a:extLst>
                  <a:ext uri="{FF2B5EF4-FFF2-40B4-BE49-F238E27FC236}">
                    <a16:creationId xmlns:a16="http://schemas.microsoft.com/office/drawing/2014/main" id="{F1ACF56C-A0F3-46BA-A537-5E404F2CBA13}"/>
                  </a:ext>
                </a:extLst>
              </p:cNvPr>
              <p:cNvSpPr/>
              <p:nvPr/>
            </p:nvSpPr>
            <p:spPr>
              <a:xfrm>
                <a:off x="2123923" y="3862586"/>
                <a:ext cx="72000" cy="50251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7" name="직사각형 376">
                <a:extLst>
                  <a:ext uri="{FF2B5EF4-FFF2-40B4-BE49-F238E27FC236}">
                    <a16:creationId xmlns:a16="http://schemas.microsoft.com/office/drawing/2014/main" id="{73E0FC23-4637-4CB6-8294-92FA7A322E19}"/>
                  </a:ext>
                </a:extLst>
              </p:cNvPr>
              <p:cNvSpPr/>
              <p:nvPr/>
            </p:nvSpPr>
            <p:spPr>
              <a:xfrm>
                <a:off x="1789792" y="4059104"/>
                <a:ext cx="72000" cy="30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7A2E4343-AA22-48F6-9831-EB243B44661F}"/>
                </a:ext>
              </a:extLst>
            </p:cNvPr>
            <p:cNvGrpSpPr/>
            <p:nvPr/>
          </p:nvGrpSpPr>
          <p:grpSpPr>
            <a:xfrm>
              <a:off x="1403648" y="3249056"/>
              <a:ext cx="2520272" cy="684000"/>
              <a:chOff x="1403648" y="2780928"/>
              <a:chExt cx="2520272" cy="1584176"/>
            </a:xfrm>
          </p:grpSpPr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B3C4EAEC-2EF5-4692-977D-16258F36BACF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C305AF79-C10A-4585-A676-C63CC16DFE5D}"/>
                  </a:ext>
                </a:extLst>
              </p:cNvPr>
              <p:cNvSpPr/>
              <p:nvPr/>
            </p:nvSpPr>
            <p:spPr>
              <a:xfrm>
                <a:off x="3540205" y="2998490"/>
                <a:ext cx="72000" cy="136661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C463C553-AC7D-42B0-B67F-76B5A16123D2}"/>
                  </a:ext>
                </a:extLst>
              </p:cNvPr>
              <p:cNvSpPr/>
              <p:nvPr/>
            </p:nvSpPr>
            <p:spPr>
              <a:xfrm>
                <a:off x="3229249" y="3249104"/>
                <a:ext cx="72000" cy="111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670E839-2165-49E7-B915-9BDC38E3D0D8}"/>
                  </a:ext>
                </a:extLst>
              </p:cNvPr>
              <p:cNvSpPr/>
              <p:nvPr/>
            </p:nvSpPr>
            <p:spPr>
              <a:xfrm>
                <a:off x="2915816" y="3429104"/>
                <a:ext cx="72000" cy="93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EE7E7F2B-0D5A-426C-9A31-48FA3F47BC88}"/>
                  </a:ext>
                </a:extLst>
              </p:cNvPr>
              <p:cNvSpPr/>
              <p:nvPr/>
            </p:nvSpPr>
            <p:spPr>
              <a:xfrm>
                <a:off x="2650736" y="3575612"/>
                <a:ext cx="72000" cy="7894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86C1866E-FA2F-4905-B324-8D47DE4B23C6}"/>
                  </a:ext>
                </a:extLst>
              </p:cNvPr>
              <p:cNvSpPr/>
              <p:nvPr/>
            </p:nvSpPr>
            <p:spPr>
              <a:xfrm>
                <a:off x="2339752" y="3753104"/>
                <a:ext cx="72000" cy="61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03759C99-D9FC-48A8-99C9-EE2EA06E1B31}"/>
                  </a:ext>
                </a:extLst>
              </p:cNvPr>
              <p:cNvSpPr/>
              <p:nvPr/>
            </p:nvSpPr>
            <p:spPr>
              <a:xfrm>
                <a:off x="2025811" y="3933104"/>
                <a:ext cx="72000" cy="43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23905ECD-3317-42B9-8DD3-6EB3DA9A4A28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0DA99728-2D44-41DC-9A68-29168FF6DE9D}"/>
                  </a:ext>
                </a:extLst>
              </p:cNvPr>
              <p:cNvSpPr/>
              <p:nvPr/>
            </p:nvSpPr>
            <p:spPr>
              <a:xfrm>
                <a:off x="3851920" y="2780928"/>
                <a:ext cx="72000" cy="15841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1481EEEF-831C-496D-B62F-740FD8A8FAD9}"/>
                </a:ext>
              </a:extLst>
            </p:cNvPr>
            <p:cNvGrpSpPr/>
            <p:nvPr/>
          </p:nvGrpSpPr>
          <p:grpSpPr>
            <a:xfrm>
              <a:off x="7308297" y="3782267"/>
              <a:ext cx="353772" cy="155437"/>
              <a:chOff x="1403648" y="4005104"/>
              <a:chExt cx="360032" cy="360000"/>
            </a:xfrm>
          </p:grpSpPr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AD0511E9-51AB-46A3-B59F-8CE74D1C3A8E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BD94A21D-75E2-4211-84B9-E40B07993584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AA10651C-DB51-4774-B3C1-5B911A0B53D0}"/>
                </a:ext>
              </a:extLst>
            </p:cNvPr>
            <p:cNvCxnSpPr/>
            <p:nvPr/>
          </p:nvCxnSpPr>
          <p:spPr>
            <a:xfrm>
              <a:off x="1180851" y="4316387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E54558C3-313A-4336-BED6-A6CA5DDAFE2D}"/>
                </a:ext>
              </a:extLst>
            </p:cNvPr>
            <p:cNvCxnSpPr/>
            <p:nvPr/>
          </p:nvCxnSpPr>
          <p:spPr>
            <a:xfrm>
              <a:off x="1180851" y="3376982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19B7F2A2-2BE3-4D3F-B684-685124FCB123}"/>
                </a:ext>
              </a:extLst>
            </p:cNvPr>
            <p:cNvCxnSpPr/>
            <p:nvPr/>
          </p:nvCxnSpPr>
          <p:spPr>
            <a:xfrm>
              <a:off x="1180851" y="484472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자유형 33">
              <a:extLst>
                <a:ext uri="{FF2B5EF4-FFF2-40B4-BE49-F238E27FC236}">
                  <a16:creationId xmlns:a16="http://schemas.microsoft.com/office/drawing/2014/main" id="{0F74D185-08F2-4534-ADE7-5BAF3F773520}"/>
                </a:ext>
              </a:extLst>
            </p:cNvPr>
            <p:cNvSpPr/>
            <p:nvPr/>
          </p:nvSpPr>
          <p:spPr>
            <a:xfrm flipH="1" flipV="1">
              <a:off x="4353593" y="3937702"/>
              <a:ext cx="2689623" cy="68400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5" name="자유형 83">
              <a:extLst>
                <a:ext uri="{FF2B5EF4-FFF2-40B4-BE49-F238E27FC236}">
                  <a16:creationId xmlns:a16="http://schemas.microsoft.com/office/drawing/2014/main" id="{4550CD62-5A0B-4049-B646-1A2ABF2D07F7}"/>
                </a:ext>
              </a:extLst>
            </p:cNvPr>
            <p:cNvSpPr/>
            <p:nvPr/>
          </p:nvSpPr>
          <p:spPr>
            <a:xfrm>
              <a:off x="1397086" y="3160835"/>
              <a:ext cx="2742866" cy="770368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E97A0F5-F812-4130-BAD7-27EDFF573DC0}"/>
              </a:ext>
            </a:extLst>
          </p:cNvPr>
          <p:cNvGrpSpPr/>
          <p:nvPr/>
        </p:nvGrpSpPr>
        <p:grpSpPr>
          <a:xfrm>
            <a:off x="3526025" y="5317506"/>
            <a:ext cx="2430416" cy="190268"/>
            <a:chOff x="3418761" y="4940755"/>
            <a:chExt cx="2430416" cy="19026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D49F22AB-17D8-4589-AB99-1A2B0B85FDAA}"/>
                </a:ext>
              </a:extLst>
            </p:cNvPr>
            <p:cNvGrpSpPr/>
            <p:nvPr/>
          </p:nvGrpSpPr>
          <p:grpSpPr>
            <a:xfrm>
              <a:off x="3418761" y="4940755"/>
              <a:ext cx="1835844" cy="184666"/>
              <a:chOff x="3535608" y="4989368"/>
              <a:chExt cx="1835844" cy="184666"/>
            </a:xfrm>
          </p:grpSpPr>
          <p:sp>
            <p:nvSpPr>
              <p:cNvPr id="407" name="사각형: 둥근 모서리 406">
                <a:extLst>
                  <a:ext uri="{FF2B5EF4-FFF2-40B4-BE49-F238E27FC236}">
                    <a16:creationId xmlns:a16="http://schemas.microsoft.com/office/drawing/2014/main" id="{048E4DE1-D7A8-452E-8463-A0DC0C89AF19}"/>
                  </a:ext>
                </a:extLst>
              </p:cNvPr>
              <p:cNvSpPr/>
              <p:nvPr/>
            </p:nvSpPr>
            <p:spPr>
              <a:xfrm>
                <a:off x="3535608" y="5016742"/>
                <a:ext cx="257502" cy="129918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98F989EC-9F16-48B2-BA01-18F6E055AD57}"/>
                  </a:ext>
                </a:extLst>
              </p:cNvPr>
              <p:cNvSpPr txBox="1"/>
              <p:nvPr/>
            </p:nvSpPr>
            <p:spPr>
              <a:xfrm>
                <a:off x="369425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PCS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7" name="사각형: 둥근 모서리 416">
                <a:extLst>
                  <a:ext uri="{FF2B5EF4-FFF2-40B4-BE49-F238E27FC236}">
                    <a16:creationId xmlns:a16="http://schemas.microsoft.com/office/drawing/2014/main" id="{D1F06681-278F-465D-91AE-A3FFF36AA439}"/>
                  </a:ext>
                </a:extLst>
              </p:cNvPr>
              <p:cNvSpPr/>
              <p:nvPr/>
            </p:nvSpPr>
            <p:spPr>
              <a:xfrm>
                <a:off x="4158568" y="5016742"/>
                <a:ext cx="257502" cy="129918"/>
              </a:xfrm>
              <a:prstGeom prst="roundRect">
                <a:avLst/>
              </a:prstGeom>
              <a:solidFill>
                <a:schemeClr val="accent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A36FC55C-1AFC-4D4F-AF8E-1879ABC4227B}"/>
                  </a:ext>
                </a:extLst>
              </p:cNvPr>
              <p:cNvSpPr txBox="1"/>
              <p:nvPr/>
            </p:nvSpPr>
            <p:spPr>
              <a:xfrm>
                <a:off x="431721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BMS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9" name="사각형: 둥근 모서리 418">
                <a:extLst>
                  <a:ext uri="{FF2B5EF4-FFF2-40B4-BE49-F238E27FC236}">
                    <a16:creationId xmlns:a16="http://schemas.microsoft.com/office/drawing/2014/main" id="{F6BCCD55-7BC8-4744-BEDE-27F3A2F60D19}"/>
                  </a:ext>
                </a:extLst>
              </p:cNvPr>
              <p:cNvSpPr/>
              <p:nvPr/>
            </p:nvSpPr>
            <p:spPr>
              <a:xfrm>
                <a:off x="4794451" y="5016742"/>
                <a:ext cx="257502" cy="129918"/>
              </a:xfrm>
              <a:prstGeom prst="roundRect">
                <a:avLst/>
              </a:prstGeom>
              <a:solidFill>
                <a:srgbClr val="FFC0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BB2E9C6-0B8B-4B8E-91A9-0C6EA163A71A}"/>
                  </a:ext>
                </a:extLst>
              </p:cNvPr>
              <p:cNvSpPr txBox="1"/>
              <p:nvPr/>
            </p:nvSpPr>
            <p:spPr>
              <a:xfrm>
                <a:off x="4953099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PV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78" name="사각형: 둥근 모서리 377">
              <a:extLst>
                <a:ext uri="{FF2B5EF4-FFF2-40B4-BE49-F238E27FC236}">
                  <a16:creationId xmlns:a16="http://schemas.microsoft.com/office/drawing/2014/main" id="{926C030D-5BE2-4DEF-A9CF-8785E95EF045}"/>
                </a:ext>
              </a:extLst>
            </p:cNvPr>
            <p:cNvSpPr/>
            <p:nvPr/>
          </p:nvSpPr>
          <p:spPr>
            <a:xfrm>
              <a:off x="5272176" y="4973731"/>
              <a:ext cx="257502" cy="129918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7EA9089C-21D1-4B79-B5EB-345C0D96FB6A}"/>
                </a:ext>
              </a:extLst>
            </p:cNvPr>
            <p:cNvSpPr txBox="1"/>
            <p:nvPr/>
          </p:nvSpPr>
          <p:spPr>
            <a:xfrm>
              <a:off x="5430824" y="4946357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087FFC54-1FA8-4A28-A8D0-978D49820A84}"/>
              </a:ext>
            </a:extLst>
          </p:cNvPr>
          <p:cNvGrpSpPr/>
          <p:nvPr/>
        </p:nvGrpSpPr>
        <p:grpSpPr>
          <a:xfrm>
            <a:off x="5282110" y="4407283"/>
            <a:ext cx="869295" cy="376502"/>
            <a:chOff x="4137026" y="5220442"/>
            <a:chExt cx="869295" cy="376502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D92E09D4-DDAE-4E97-B02B-A402A14126C8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E5B5187D-1CBC-45D5-BC91-19969A0AB4DD}"/>
                </a:ext>
              </a:extLst>
            </p:cNvPr>
            <p:cNvSpPr txBox="1"/>
            <p:nvPr/>
          </p:nvSpPr>
          <p:spPr>
            <a:xfrm>
              <a:off x="4407707" y="5327235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FB98C49B-6BFC-4CD9-9E28-3036B18FC29B}"/>
                </a:ext>
              </a:extLst>
            </p:cNvPr>
            <p:cNvSpPr txBox="1"/>
            <p:nvPr/>
          </p:nvSpPr>
          <p:spPr>
            <a:xfrm>
              <a:off x="4407707" y="5427667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7C470C9C-D3D3-4DFD-8006-25F7FD00345D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누적 발전량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C50BBFEC-9559-4AF2-9ACD-557F5C869A96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예측 발전량</a:t>
              </a:r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56D5DC7B-0941-4426-8700-A3C5DE9AD58F}"/>
              </a:ext>
            </a:extLst>
          </p:cNvPr>
          <p:cNvGrpSpPr/>
          <p:nvPr/>
        </p:nvGrpSpPr>
        <p:grpSpPr>
          <a:xfrm>
            <a:off x="3979418" y="4417149"/>
            <a:ext cx="776403" cy="451529"/>
            <a:chOff x="4137026" y="5220442"/>
            <a:chExt cx="542695" cy="451529"/>
          </a:xfrm>
        </p:grpSpPr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F3A6E826-0668-4B7A-88A9-C03298B1425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8E6D9281-782A-4D99-BFC6-FB68A153158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3D542D4-D6A3-4ACA-8B5B-DC65E26DEC5B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3" name="그룹 392">
            <a:extLst>
              <a:ext uri="{FF2B5EF4-FFF2-40B4-BE49-F238E27FC236}">
                <a16:creationId xmlns:a16="http://schemas.microsoft.com/office/drawing/2014/main" id="{D33E31D0-A877-4175-8905-5D9ED299A4EE}"/>
              </a:ext>
            </a:extLst>
          </p:cNvPr>
          <p:cNvGrpSpPr/>
          <p:nvPr/>
        </p:nvGrpSpPr>
        <p:grpSpPr>
          <a:xfrm>
            <a:off x="4627207" y="4416436"/>
            <a:ext cx="776403" cy="451529"/>
            <a:chOff x="4137026" y="5220442"/>
            <a:chExt cx="542695" cy="451529"/>
          </a:xfrm>
        </p:grpSpPr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1685644A-17CD-417F-977C-F9045DB39A45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IOT_3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07FFC255-73B0-410F-9824-FF36DEF43C0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A77A9920-EC18-46F1-B862-B76DBA7F4AB3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말풍선: 모서리가 둥근 사각형 21">
            <a:extLst>
              <a:ext uri="{FF2B5EF4-FFF2-40B4-BE49-F238E27FC236}">
                <a16:creationId xmlns:a16="http://schemas.microsoft.com/office/drawing/2014/main" id="{158CD3E9-CDFE-4935-A01F-3F7C595895B2}"/>
              </a:ext>
            </a:extLst>
          </p:cNvPr>
          <p:cNvSpPr/>
          <p:nvPr/>
        </p:nvSpPr>
        <p:spPr>
          <a:xfrm>
            <a:off x="3340025" y="5834314"/>
            <a:ext cx="2716347" cy="908736"/>
          </a:xfrm>
          <a:prstGeom prst="wedgeRoundRectCallout">
            <a:avLst>
              <a:gd name="adj1" fmla="val -26968"/>
              <a:gd name="adj2" fmla="val -79850"/>
              <a:gd name="adj3" fmla="val 16667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‘IOE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장치 연결상태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 리스트 삭제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타 장치와 마찬가지로 표시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디자인 검토 후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, IOE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의 슬롯 內 통합 여부 결정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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좌측 장치 이미지 참고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</a:endParaRPr>
          </a:p>
          <a:p>
            <a:endParaRPr lang="ko-KR" alt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54" name="말풍선: 모서리가 둥근 사각형 453">
            <a:extLst>
              <a:ext uri="{FF2B5EF4-FFF2-40B4-BE49-F238E27FC236}">
                <a16:creationId xmlns:a16="http://schemas.microsoft.com/office/drawing/2014/main" id="{841C23DA-91E3-480A-A679-2F13929F13D6}"/>
              </a:ext>
            </a:extLst>
          </p:cNvPr>
          <p:cNvSpPr/>
          <p:nvPr/>
        </p:nvSpPr>
        <p:spPr>
          <a:xfrm>
            <a:off x="6526361" y="414285"/>
            <a:ext cx="3014191" cy="908736"/>
          </a:xfrm>
          <a:prstGeom prst="wedgeRoundRectCallout">
            <a:avLst>
              <a:gd name="adj1" fmla="val -24864"/>
              <a:gd name="adj2" fmla="val 100176"/>
              <a:gd name="adj3" fmla="val 16667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충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/</a:t>
            </a:r>
            <a:r>
              <a:rPr lang="ko-KR" altLang="en-US" sz="900" dirty="0" err="1">
                <a:solidFill>
                  <a:schemeClr val="bg2">
                    <a:lumMod val="25000"/>
                  </a:schemeClr>
                </a:solidFill>
              </a:rPr>
              <a:t>방전량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 정보와 수익현황 위치 변경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충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/</a:t>
            </a:r>
            <a:r>
              <a:rPr lang="ko-KR" altLang="en-US" sz="900" dirty="0" err="1">
                <a:solidFill>
                  <a:schemeClr val="bg2">
                    <a:lumMod val="25000"/>
                  </a:schemeClr>
                </a:solidFill>
              </a:rPr>
              <a:t>방전량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 그래프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0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 기준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+,-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좌표로 변경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충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/</a:t>
            </a:r>
            <a:r>
              <a:rPr lang="ko-KR" altLang="en-US" sz="900" dirty="0" err="1">
                <a:solidFill>
                  <a:schemeClr val="bg2">
                    <a:lumMod val="25000"/>
                  </a:schemeClr>
                </a:solidFill>
              </a:rPr>
              <a:t>방전량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 수익 리스트 내용 변경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 ‘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금액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을 수익으로 변경 기존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열에서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열로 변경</a:t>
            </a:r>
            <a:endParaRPr lang="ko-KR" alt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AFF48AC-E74F-4688-9A8A-EBDC8AD92521}"/>
              </a:ext>
            </a:extLst>
          </p:cNvPr>
          <p:cNvSpPr/>
          <p:nvPr/>
        </p:nvSpPr>
        <p:spPr>
          <a:xfrm>
            <a:off x="6220009" y="1772816"/>
            <a:ext cx="2557120" cy="432048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5" name="직사각형 454">
            <a:extLst>
              <a:ext uri="{FF2B5EF4-FFF2-40B4-BE49-F238E27FC236}">
                <a16:creationId xmlns:a16="http://schemas.microsoft.com/office/drawing/2014/main" id="{F96A72B8-C7F2-4055-936E-478B2780FB5C}"/>
              </a:ext>
            </a:extLst>
          </p:cNvPr>
          <p:cNvSpPr/>
          <p:nvPr/>
        </p:nvSpPr>
        <p:spPr>
          <a:xfrm>
            <a:off x="3291613" y="3913934"/>
            <a:ext cx="2790479" cy="165474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4" name="Picture 6" descr="http://metclub.kriss.re.kr/newsletter/2015/12/img/w1-2.jpg">
            <a:extLst>
              <a:ext uri="{FF2B5EF4-FFF2-40B4-BE49-F238E27FC236}">
                <a16:creationId xmlns:a16="http://schemas.microsoft.com/office/drawing/2014/main" id="{5DBC8E04-BDF0-4978-839C-83D6F3F37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12" y="5962931"/>
            <a:ext cx="1791677" cy="702385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ìëí¡ ê³ëê¸°ì ëí ì´ë¯¸ì§ ê²ìê²°ê³¼">
            <a:extLst>
              <a:ext uri="{FF2B5EF4-FFF2-40B4-BE49-F238E27FC236}">
                <a16:creationId xmlns:a16="http://schemas.microsoft.com/office/drawing/2014/main" id="{BDCBFF99-2A47-428B-A0C2-A5BA417F5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778" y="5653092"/>
            <a:ext cx="1153395" cy="1153395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6" name="그룹 245">
            <a:extLst>
              <a:ext uri="{FF2B5EF4-FFF2-40B4-BE49-F238E27FC236}">
                <a16:creationId xmlns:a16="http://schemas.microsoft.com/office/drawing/2014/main" id="{E0715AEE-8B82-4625-A10E-D406FB661C52}"/>
              </a:ext>
            </a:extLst>
          </p:cNvPr>
          <p:cNvGrpSpPr/>
          <p:nvPr/>
        </p:nvGrpSpPr>
        <p:grpSpPr>
          <a:xfrm>
            <a:off x="6807187" y="3260290"/>
            <a:ext cx="1933365" cy="363942"/>
            <a:chOff x="2987840" y="283425"/>
            <a:chExt cx="1933365" cy="363942"/>
          </a:xfrm>
        </p:grpSpPr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F0E3D56A-29C5-45F7-946D-B20C641F80ED}"/>
                </a:ext>
              </a:extLst>
            </p:cNvPr>
            <p:cNvCxnSpPr/>
            <p:nvPr/>
          </p:nvCxnSpPr>
          <p:spPr>
            <a:xfrm>
              <a:off x="2987840" y="392891"/>
              <a:ext cx="14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직사각형 257">
              <a:extLst>
                <a:ext uri="{FF2B5EF4-FFF2-40B4-BE49-F238E27FC236}">
                  <a16:creationId xmlns:a16="http://schemas.microsoft.com/office/drawing/2014/main" id="{C6ADC858-DE17-414F-9929-5E443B3026CD}"/>
                </a:ext>
              </a:extLst>
            </p:cNvPr>
            <p:cNvSpPr/>
            <p:nvPr/>
          </p:nvSpPr>
          <p:spPr>
            <a:xfrm>
              <a:off x="3072010" y="285820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</a:t>
              </a:r>
            </a:p>
          </p:txBody>
        </p:sp>
        <p:cxnSp>
          <p:nvCxnSpPr>
            <p:cNvPr id="259" name="직선 연결선 258">
              <a:extLst>
                <a:ext uri="{FF2B5EF4-FFF2-40B4-BE49-F238E27FC236}">
                  <a16:creationId xmlns:a16="http://schemas.microsoft.com/office/drawing/2014/main" id="{002ECC5B-4795-43BB-9FBC-EA8195726C04}"/>
                </a:ext>
              </a:extLst>
            </p:cNvPr>
            <p:cNvCxnSpPr/>
            <p:nvPr/>
          </p:nvCxnSpPr>
          <p:spPr>
            <a:xfrm>
              <a:off x="3410158" y="392891"/>
              <a:ext cx="14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직사각형 261">
              <a:extLst>
                <a:ext uri="{FF2B5EF4-FFF2-40B4-BE49-F238E27FC236}">
                  <a16:creationId xmlns:a16="http://schemas.microsoft.com/office/drawing/2014/main" id="{556A9558-2648-4B89-AB08-7094220987D8}"/>
                </a:ext>
              </a:extLst>
            </p:cNvPr>
            <p:cNvSpPr/>
            <p:nvPr/>
          </p:nvSpPr>
          <p:spPr>
            <a:xfrm>
              <a:off x="3497913" y="283425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</a:t>
              </a:r>
            </a:p>
          </p:txBody>
        </p: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DB9C54DB-E789-486E-BE60-FBE061816607}"/>
                </a:ext>
              </a:extLst>
            </p:cNvPr>
            <p:cNvCxnSpPr/>
            <p:nvPr/>
          </p:nvCxnSpPr>
          <p:spPr>
            <a:xfrm>
              <a:off x="4357958" y="392891"/>
              <a:ext cx="144000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직사각형 263">
              <a:extLst>
                <a:ext uri="{FF2B5EF4-FFF2-40B4-BE49-F238E27FC236}">
                  <a16:creationId xmlns:a16="http://schemas.microsoft.com/office/drawing/2014/main" id="{7E59ECED-F72F-4874-9580-331A305C64AC}"/>
                </a:ext>
              </a:extLst>
            </p:cNvPr>
            <p:cNvSpPr/>
            <p:nvPr/>
          </p:nvSpPr>
          <p:spPr>
            <a:xfrm>
              <a:off x="4433158" y="287327"/>
              <a:ext cx="45979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 계획</a:t>
              </a:r>
            </a:p>
          </p:txBody>
        </p: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303BA190-E318-42EF-A121-B97C26AC676B}"/>
                </a:ext>
              </a:extLst>
            </p:cNvPr>
            <p:cNvCxnSpPr/>
            <p:nvPr/>
          </p:nvCxnSpPr>
          <p:spPr>
            <a:xfrm>
              <a:off x="3842877" y="392891"/>
              <a:ext cx="144000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직사각형 286">
              <a:extLst>
                <a:ext uri="{FF2B5EF4-FFF2-40B4-BE49-F238E27FC236}">
                  <a16:creationId xmlns:a16="http://schemas.microsoft.com/office/drawing/2014/main" id="{880EC384-7B52-4CDF-825F-98B030B74955}"/>
                </a:ext>
              </a:extLst>
            </p:cNvPr>
            <p:cNvSpPr/>
            <p:nvPr/>
          </p:nvSpPr>
          <p:spPr>
            <a:xfrm>
              <a:off x="3913093" y="2851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 계획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119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3684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Site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C07DD85-CFBD-4627-AD10-477C9DA3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1" y="1052736"/>
            <a:ext cx="8635704" cy="5184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52176D-4A39-4948-990B-956F1DC0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052736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147D9D-CD2C-4387-B2EA-48004E01D6E0}"/>
              </a:ext>
            </a:extLst>
          </p:cNvPr>
          <p:cNvCxnSpPr/>
          <p:nvPr/>
        </p:nvCxnSpPr>
        <p:spPr>
          <a:xfrm>
            <a:off x="375391" y="139945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1CA18F7-7E0B-4771-ACAE-9863F56A51B9}"/>
              </a:ext>
            </a:extLst>
          </p:cNvPr>
          <p:cNvSpPr/>
          <p:nvPr/>
        </p:nvSpPr>
        <p:spPr>
          <a:xfrm>
            <a:off x="447810" y="1650487"/>
            <a:ext cx="8387654" cy="4465954"/>
          </a:xfrm>
          <a:prstGeom prst="rect">
            <a:avLst/>
          </a:prstGeom>
          <a:solidFill>
            <a:srgbClr val="2626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92AB29-66C4-40B3-8477-BC556BE4C218}"/>
              </a:ext>
            </a:extLst>
          </p:cNvPr>
          <p:cNvSpPr/>
          <p:nvPr/>
        </p:nvSpPr>
        <p:spPr>
          <a:xfrm>
            <a:off x="447737" y="1509698"/>
            <a:ext cx="864000" cy="248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롯데 정밀 화학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8A767B-9F66-41AA-B808-FE52C60426C6}"/>
              </a:ext>
            </a:extLst>
          </p:cNvPr>
          <p:cNvSpPr/>
          <p:nvPr/>
        </p:nvSpPr>
        <p:spPr>
          <a:xfrm>
            <a:off x="1318656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에너지 모니터링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1510429-AF90-4670-B9C3-CFEBB927C60E}"/>
              </a:ext>
            </a:extLst>
          </p:cNvPr>
          <p:cNvSpPr/>
          <p:nvPr/>
        </p:nvSpPr>
        <p:spPr>
          <a:xfrm>
            <a:off x="2189575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장치 모니터링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7BBC0FB-79D1-4810-A854-DC1263F225FC}"/>
              </a:ext>
            </a:extLst>
          </p:cNvPr>
          <p:cNvSpPr/>
          <p:nvPr/>
        </p:nvSpPr>
        <p:spPr>
          <a:xfrm>
            <a:off x="3059832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상황</a:t>
            </a:r>
            <a:r>
              <a:rPr lang="en-US" altLang="ko-KR" sz="700" dirty="0"/>
              <a:t> </a:t>
            </a:r>
            <a:r>
              <a:rPr lang="ko-KR" altLang="en-US" sz="700" dirty="0"/>
              <a:t>관제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17711B7-52C9-4DDA-AC54-70783B83B346}"/>
              </a:ext>
            </a:extLst>
          </p:cNvPr>
          <p:cNvSpPr/>
          <p:nvPr/>
        </p:nvSpPr>
        <p:spPr>
          <a:xfrm>
            <a:off x="3923832" y="1509697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요금</a:t>
            </a:r>
            <a:r>
              <a:rPr lang="en-US" altLang="ko-KR" sz="700" dirty="0"/>
              <a:t>/</a:t>
            </a:r>
            <a:r>
              <a:rPr lang="ko-KR" altLang="en-US" sz="700" dirty="0"/>
              <a:t>수익</a:t>
            </a: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4F6D02A1-0834-43CC-9DC8-7564F18C44E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73539" y="2059303"/>
          <a:ext cx="2626669" cy="151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BB5981-BC2A-4AF5-A561-C3CC5F47029F}"/>
              </a:ext>
            </a:extLst>
          </p:cNvPr>
          <p:cNvGrpSpPr/>
          <p:nvPr/>
        </p:nvGrpSpPr>
        <p:grpSpPr>
          <a:xfrm>
            <a:off x="3538180" y="2285242"/>
            <a:ext cx="2400905" cy="1065479"/>
            <a:chOff x="1475657" y="2688243"/>
            <a:chExt cx="6660000" cy="2092089"/>
          </a:xfrm>
        </p:grpSpPr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53B8F066-0742-452C-B93B-74855342145C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2688243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8666B9BB-7756-468D-B6C3-FE1014810781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594874"/>
              <a:ext cx="6660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A070D019-0857-40AD-9D17-113AFB2C779E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902469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24" name="자유형 11">
              <a:extLst>
                <a:ext uri="{FF2B5EF4-FFF2-40B4-BE49-F238E27FC236}">
                  <a16:creationId xmlns:a16="http://schemas.microsoft.com/office/drawing/2014/main" id="{7646CE6A-447D-46F1-8A8E-5AE6DBF3BA43}"/>
                </a:ext>
              </a:extLst>
            </p:cNvPr>
            <p:cNvSpPr/>
            <p:nvPr/>
          </p:nvSpPr>
          <p:spPr>
            <a:xfrm>
              <a:off x="1744300" y="4492465"/>
              <a:ext cx="3877733" cy="287867"/>
            </a:xfrm>
            <a:custGeom>
              <a:avLst/>
              <a:gdLst>
                <a:gd name="connsiteX0" fmla="*/ 0 w 3877733"/>
                <a:gd name="connsiteY0" fmla="*/ 287867 h 287867"/>
                <a:gd name="connsiteX1" fmla="*/ 406400 w 3877733"/>
                <a:gd name="connsiteY1" fmla="*/ 101600 h 287867"/>
                <a:gd name="connsiteX2" fmla="*/ 863600 w 3877733"/>
                <a:gd name="connsiteY2" fmla="*/ 254000 h 287867"/>
                <a:gd name="connsiteX3" fmla="*/ 1286933 w 3877733"/>
                <a:gd name="connsiteY3" fmla="*/ 0 h 287867"/>
                <a:gd name="connsiteX4" fmla="*/ 1676400 w 3877733"/>
                <a:gd name="connsiteY4" fmla="*/ 67734 h 287867"/>
                <a:gd name="connsiteX5" fmla="*/ 2150533 w 3877733"/>
                <a:gd name="connsiteY5" fmla="*/ 203200 h 287867"/>
                <a:gd name="connsiteX6" fmla="*/ 2607733 w 3877733"/>
                <a:gd name="connsiteY6" fmla="*/ 254000 h 287867"/>
                <a:gd name="connsiteX7" fmla="*/ 2997200 w 3877733"/>
                <a:gd name="connsiteY7" fmla="*/ 254000 h 287867"/>
                <a:gd name="connsiteX8" fmla="*/ 3488266 w 3877733"/>
                <a:gd name="connsiteY8" fmla="*/ 101600 h 287867"/>
                <a:gd name="connsiteX9" fmla="*/ 3877733 w 3877733"/>
                <a:gd name="connsiteY9" fmla="*/ 101600 h 28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7733" h="287867">
                  <a:moveTo>
                    <a:pt x="0" y="287867"/>
                  </a:moveTo>
                  <a:lnTo>
                    <a:pt x="406400" y="101600"/>
                  </a:lnTo>
                  <a:lnTo>
                    <a:pt x="863600" y="254000"/>
                  </a:lnTo>
                  <a:lnTo>
                    <a:pt x="1286933" y="0"/>
                  </a:lnTo>
                  <a:lnTo>
                    <a:pt x="1676400" y="67734"/>
                  </a:lnTo>
                  <a:lnTo>
                    <a:pt x="2150533" y="203200"/>
                  </a:lnTo>
                  <a:lnTo>
                    <a:pt x="2607733" y="254000"/>
                  </a:lnTo>
                  <a:lnTo>
                    <a:pt x="2997200" y="254000"/>
                  </a:lnTo>
                  <a:lnTo>
                    <a:pt x="3488266" y="101600"/>
                  </a:lnTo>
                  <a:lnTo>
                    <a:pt x="3877733" y="101600"/>
                  </a:ln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98C58D39-F33E-4E72-B753-78EE7D6B69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4300" y="4059680"/>
              <a:ext cx="6284084" cy="72065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EDBB503-2733-4070-9910-B1C6839EF3D2}"/>
              </a:ext>
            </a:extLst>
          </p:cNvPr>
          <p:cNvCxnSpPr>
            <a:cxnSpLocks/>
          </p:cNvCxnSpPr>
          <p:nvPr/>
        </p:nvCxnSpPr>
        <p:spPr>
          <a:xfrm>
            <a:off x="5045310" y="2059303"/>
            <a:ext cx="0" cy="151054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3563BEB3-ABD7-4465-98A2-91BA7E862646}"/>
              </a:ext>
            </a:extLst>
          </p:cNvPr>
          <p:cNvSpPr txBox="1"/>
          <p:nvPr/>
        </p:nvSpPr>
        <p:spPr>
          <a:xfrm>
            <a:off x="3270342" y="1850671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73D1AE96-E2AD-4BAA-854C-91EA6ED9F6CF}"/>
              </a:ext>
            </a:extLst>
          </p:cNvPr>
          <p:cNvCxnSpPr>
            <a:cxnSpLocks/>
          </p:cNvCxnSpPr>
          <p:nvPr/>
        </p:nvCxnSpPr>
        <p:spPr>
          <a:xfrm>
            <a:off x="6156176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CF1C0927-80A5-40D5-858C-9C7C8D19D00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58566" y="3243077"/>
          <a:ext cx="247252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kWh</a:t>
                      </a:r>
                      <a:endParaRPr lang="ko-KR" altLang="en-US" sz="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F8E3B727-A5B1-46C0-9865-258F8E4CA39C}"/>
              </a:ext>
            </a:extLst>
          </p:cNvPr>
          <p:cNvSpPr txBox="1"/>
          <p:nvPr/>
        </p:nvSpPr>
        <p:spPr>
          <a:xfrm>
            <a:off x="6178209" y="3068960"/>
            <a:ext cx="986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충</a:t>
            </a:r>
            <a:r>
              <a:rPr lang="en-US" altLang="ko-KR" sz="800" dirty="0">
                <a:solidFill>
                  <a:schemeClr val="bg1"/>
                </a:solidFill>
              </a:rPr>
              <a:t>/</a:t>
            </a:r>
            <a:r>
              <a:rPr lang="ko-KR" altLang="en-US" sz="800" dirty="0" err="1">
                <a:solidFill>
                  <a:schemeClr val="bg1"/>
                </a:solidFill>
              </a:rPr>
              <a:t>방전량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236" name="AutoShape 182">
            <a:extLst>
              <a:ext uri="{FF2B5EF4-FFF2-40B4-BE49-F238E27FC236}">
                <a16:creationId xmlns:a16="http://schemas.microsoft.com/office/drawing/2014/main" id="{92BD7031-A91D-4911-A5C6-3AAEB07710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0360" y="4724039"/>
            <a:ext cx="2474453" cy="1261824"/>
          </a:xfrm>
          <a:prstGeom prst="roundRect">
            <a:avLst>
              <a:gd name="adj" fmla="val 1769"/>
            </a:avLst>
          </a:prstGeom>
          <a:solidFill>
            <a:srgbClr val="262645"/>
          </a:solidFill>
          <a:ln w="3175">
            <a:solidFill>
              <a:schemeClr val="bg1"/>
            </a:solidFill>
          </a:ln>
        </p:spPr>
        <p:txBody>
          <a:bodyPr wrap="none" anchor="ctr"/>
          <a:lstStyle/>
          <a:p>
            <a:pPr latinLnBrk="1"/>
            <a:endParaRPr lang="ko-KR" altLang="en-US" sz="1600" dirty="0"/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CCA9A2CD-D04C-4334-8DDF-F894A22E3E13}"/>
              </a:ext>
            </a:extLst>
          </p:cNvPr>
          <p:cNvCxnSpPr>
            <a:cxnSpLocks/>
          </p:cNvCxnSpPr>
          <p:nvPr/>
        </p:nvCxnSpPr>
        <p:spPr>
          <a:xfrm>
            <a:off x="6402882" y="4931386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52D7CCF3-C7D4-40E1-8A0A-587E7D8E7BAE}"/>
              </a:ext>
            </a:extLst>
          </p:cNvPr>
          <p:cNvSpPr txBox="1"/>
          <p:nvPr/>
        </p:nvSpPr>
        <p:spPr>
          <a:xfrm>
            <a:off x="6367400" y="4759182"/>
            <a:ext cx="7090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오늘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DFC9047-D872-47F1-935B-E27EB2458E0F}"/>
              </a:ext>
            </a:extLst>
          </p:cNvPr>
          <p:cNvSpPr txBox="1"/>
          <p:nvPr/>
        </p:nvSpPr>
        <p:spPr>
          <a:xfrm>
            <a:off x="7494445" y="475918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E70B543-8956-4732-8176-F26D64993DDA}"/>
              </a:ext>
            </a:extLst>
          </p:cNvPr>
          <p:cNvSpPr txBox="1"/>
          <p:nvPr/>
        </p:nvSpPr>
        <p:spPr>
          <a:xfrm>
            <a:off x="8218435" y="475918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97E394EF-B90A-44C5-955A-B941F6E3DB4B}"/>
              </a:ext>
            </a:extLst>
          </p:cNvPr>
          <p:cNvSpPr txBox="1"/>
          <p:nvPr/>
        </p:nvSpPr>
        <p:spPr>
          <a:xfrm>
            <a:off x="6632423" y="4931386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7655BE92-5434-4F0A-94A1-1F3F4AEF4E00}"/>
              </a:ext>
            </a:extLst>
          </p:cNvPr>
          <p:cNvSpPr txBox="1"/>
          <p:nvPr/>
        </p:nvSpPr>
        <p:spPr>
          <a:xfrm>
            <a:off x="6632423" y="5047971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7049415-21D6-4609-87E2-E79B72C56834}"/>
              </a:ext>
            </a:extLst>
          </p:cNvPr>
          <p:cNvSpPr txBox="1"/>
          <p:nvPr/>
        </p:nvSpPr>
        <p:spPr>
          <a:xfrm>
            <a:off x="7409660" y="4931386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1,350.5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B8E4AD24-A210-4985-8EE7-053CFFA8DDC4}"/>
              </a:ext>
            </a:extLst>
          </p:cNvPr>
          <p:cNvSpPr txBox="1"/>
          <p:nvPr/>
        </p:nvSpPr>
        <p:spPr>
          <a:xfrm>
            <a:off x="7409660" y="5047971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28C3C86-4139-48BE-AB80-48254B517557}"/>
              </a:ext>
            </a:extLst>
          </p:cNvPr>
          <p:cNvSpPr txBox="1"/>
          <p:nvPr/>
        </p:nvSpPr>
        <p:spPr>
          <a:xfrm>
            <a:off x="8197832" y="4984872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2.1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41052B01-A87D-4523-9C2D-4E15B5943919}"/>
              </a:ext>
            </a:extLst>
          </p:cNvPr>
          <p:cNvCxnSpPr>
            <a:cxnSpLocks/>
          </p:cNvCxnSpPr>
          <p:nvPr/>
        </p:nvCxnSpPr>
        <p:spPr>
          <a:xfrm>
            <a:off x="6402882" y="5329396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ECE04DF6-334C-4E0A-BF48-E2A955B75CA7}"/>
              </a:ext>
            </a:extLst>
          </p:cNvPr>
          <p:cNvSpPr txBox="1"/>
          <p:nvPr/>
        </p:nvSpPr>
        <p:spPr>
          <a:xfrm>
            <a:off x="6367400" y="5157192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>
                <a:solidFill>
                  <a:schemeClr val="bg1"/>
                </a:solidFill>
              </a:rPr>
              <a:t>이번달</a:t>
            </a:r>
            <a:r>
              <a:rPr lang="ko-KR" altLang="en-US" sz="500" dirty="0">
                <a:solidFill>
                  <a:schemeClr val="bg1"/>
                </a:solidFill>
              </a:rPr>
              <a:t>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AD4CD7E1-D345-4258-8CF6-8E73034B6077}"/>
              </a:ext>
            </a:extLst>
          </p:cNvPr>
          <p:cNvSpPr txBox="1"/>
          <p:nvPr/>
        </p:nvSpPr>
        <p:spPr>
          <a:xfrm>
            <a:off x="7494445" y="515719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9F9F598-4586-4FBB-ABB2-21F3479FB491}"/>
              </a:ext>
            </a:extLst>
          </p:cNvPr>
          <p:cNvSpPr txBox="1"/>
          <p:nvPr/>
        </p:nvSpPr>
        <p:spPr>
          <a:xfrm>
            <a:off x="8218435" y="515719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FA70A35B-A937-484D-9B15-0D951245E315}"/>
              </a:ext>
            </a:extLst>
          </p:cNvPr>
          <p:cNvSpPr txBox="1"/>
          <p:nvPr/>
        </p:nvSpPr>
        <p:spPr>
          <a:xfrm>
            <a:off x="6632423" y="5329396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03B20DCE-F895-4A9A-94AE-4107D018A165}"/>
              </a:ext>
            </a:extLst>
          </p:cNvPr>
          <p:cNvSpPr txBox="1"/>
          <p:nvPr/>
        </p:nvSpPr>
        <p:spPr>
          <a:xfrm>
            <a:off x="6632423" y="5445981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55099726-B1E8-423B-B8E4-0A6A4054F228}"/>
              </a:ext>
            </a:extLst>
          </p:cNvPr>
          <p:cNvSpPr txBox="1"/>
          <p:nvPr/>
        </p:nvSpPr>
        <p:spPr>
          <a:xfrm>
            <a:off x="7409660" y="5329396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00692847-ED87-43F2-9099-A7112BE8153B}"/>
              </a:ext>
            </a:extLst>
          </p:cNvPr>
          <p:cNvSpPr txBox="1"/>
          <p:nvPr/>
        </p:nvSpPr>
        <p:spPr>
          <a:xfrm>
            <a:off x="7409660" y="5445981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627A6BA-3454-4146-B93F-05CA68066CA7}"/>
              </a:ext>
            </a:extLst>
          </p:cNvPr>
          <p:cNvSpPr txBox="1"/>
          <p:nvPr/>
        </p:nvSpPr>
        <p:spPr>
          <a:xfrm>
            <a:off x="8197832" y="5384013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911FEBBC-FC56-4683-A07C-9B9DB21FB0F5}"/>
              </a:ext>
            </a:extLst>
          </p:cNvPr>
          <p:cNvCxnSpPr>
            <a:cxnSpLocks/>
          </p:cNvCxnSpPr>
          <p:nvPr/>
        </p:nvCxnSpPr>
        <p:spPr>
          <a:xfrm>
            <a:off x="6402882" y="5717729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9E9BCFA8-F83E-4142-8E92-1B817AA46B93}"/>
              </a:ext>
            </a:extLst>
          </p:cNvPr>
          <p:cNvSpPr txBox="1"/>
          <p:nvPr/>
        </p:nvSpPr>
        <p:spPr>
          <a:xfrm>
            <a:off x="6341968" y="5545525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올해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058D7D0A-18BA-4F09-9F30-892654A1D1FD}"/>
              </a:ext>
            </a:extLst>
          </p:cNvPr>
          <p:cNvSpPr txBox="1"/>
          <p:nvPr/>
        </p:nvSpPr>
        <p:spPr>
          <a:xfrm>
            <a:off x="7469013" y="5545525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C86AD1E-11C8-4C60-9295-F1755989287E}"/>
              </a:ext>
            </a:extLst>
          </p:cNvPr>
          <p:cNvSpPr txBox="1"/>
          <p:nvPr/>
        </p:nvSpPr>
        <p:spPr>
          <a:xfrm>
            <a:off x="8193003" y="5545525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5396FD45-AFCE-45A7-88EF-403916F405B4}"/>
              </a:ext>
            </a:extLst>
          </p:cNvPr>
          <p:cNvSpPr txBox="1"/>
          <p:nvPr/>
        </p:nvSpPr>
        <p:spPr>
          <a:xfrm>
            <a:off x="6606991" y="5717729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AC63B0E-AA68-4053-A9A2-333CC5690AFD}"/>
              </a:ext>
            </a:extLst>
          </p:cNvPr>
          <p:cNvSpPr txBox="1"/>
          <p:nvPr/>
        </p:nvSpPr>
        <p:spPr>
          <a:xfrm>
            <a:off x="6606991" y="5834314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235F8015-21AB-44C6-B2A8-237119610DED}"/>
              </a:ext>
            </a:extLst>
          </p:cNvPr>
          <p:cNvSpPr txBox="1"/>
          <p:nvPr/>
        </p:nvSpPr>
        <p:spPr>
          <a:xfrm>
            <a:off x="7384228" y="5717729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58.9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A5DB8234-93C5-443F-9D35-ED84CD68B68B}"/>
              </a:ext>
            </a:extLst>
          </p:cNvPr>
          <p:cNvSpPr txBox="1"/>
          <p:nvPr/>
        </p:nvSpPr>
        <p:spPr>
          <a:xfrm>
            <a:off x="7384228" y="5834314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192.1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F3B2C65-8CAA-40CD-96CB-3DEFFE1ED3A3}"/>
              </a:ext>
            </a:extLst>
          </p:cNvPr>
          <p:cNvSpPr txBox="1"/>
          <p:nvPr/>
        </p:nvSpPr>
        <p:spPr>
          <a:xfrm>
            <a:off x="8172400" y="5771691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464.9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D3162809-6ED1-4098-96D6-5A23782D3AB8}"/>
              </a:ext>
            </a:extLst>
          </p:cNvPr>
          <p:cNvGrpSpPr/>
          <p:nvPr/>
        </p:nvGrpSpPr>
        <p:grpSpPr>
          <a:xfrm>
            <a:off x="5113144" y="3619242"/>
            <a:ext cx="500020" cy="169277"/>
            <a:chOff x="5008084" y="3585093"/>
            <a:chExt cx="500020" cy="169277"/>
          </a:xfrm>
        </p:grpSpPr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4AC86DF7-9AB8-4715-8865-F74ABAD72A86}"/>
                </a:ext>
              </a:extLst>
            </p:cNvPr>
            <p:cNvCxnSpPr>
              <a:cxnSpLocks/>
            </p:cNvCxnSpPr>
            <p:nvPr/>
          </p:nvCxnSpPr>
          <p:spPr>
            <a:xfrm>
              <a:off x="5008084" y="3669731"/>
              <a:ext cx="108000" cy="0"/>
            </a:xfrm>
            <a:prstGeom prst="line">
              <a:avLst/>
            </a:prstGeom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1E02F68A-7E59-4577-8A92-5B8001F13357}"/>
                </a:ext>
              </a:extLst>
            </p:cNvPr>
            <p:cNvSpPr/>
            <p:nvPr/>
          </p:nvSpPr>
          <p:spPr>
            <a:xfrm>
              <a:off x="5044076" y="3585093"/>
              <a:ext cx="4640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현재 부하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301EFE9-B2C2-40B0-9B45-3DB732A26A5B}"/>
              </a:ext>
            </a:extLst>
          </p:cNvPr>
          <p:cNvGrpSpPr/>
          <p:nvPr/>
        </p:nvGrpSpPr>
        <p:grpSpPr>
          <a:xfrm>
            <a:off x="5578171" y="3619242"/>
            <a:ext cx="500021" cy="169277"/>
            <a:chOff x="5440131" y="3585093"/>
            <a:chExt cx="500021" cy="169277"/>
          </a:xfrm>
        </p:grpSpPr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E5BDFE34-4E90-482B-BABE-E70591657625}"/>
                </a:ext>
              </a:extLst>
            </p:cNvPr>
            <p:cNvCxnSpPr>
              <a:cxnSpLocks/>
            </p:cNvCxnSpPr>
            <p:nvPr/>
          </p:nvCxnSpPr>
          <p:spPr>
            <a:xfrm>
              <a:off x="5440131" y="3669731"/>
              <a:ext cx="108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E1F80EB1-70B7-4437-99AE-5E9AE1CE8833}"/>
                </a:ext>
              </a:extLst>
            </p:cNvPr>
            <p:cNvSpPr/>
            <p:nvPr/>
          </p:nvSpPr>
          <p:spPr>
            <a:xfrm>
              <a:off x="5476123" y="3585093"/>
              <a:ext cx="46402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예측 부하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4FC26DA6-721D-4B73-9E7F-890996D0BD06}"/>
              </a:ext>
            </a:extLst>
          </p:cNvPr>
          <p:cNvGrpSpPr/>
          <p:nvPr/>
        </p:nvGrpSpPr>
        <p:grpSpPr>
          <a:xfrm>
            <a:off x="3415174" y="3619242"/>
            <a:ext cx="652770" cy="169277"/>
            <a:chOff x="3318237" y="3585093"/>
            <a:chExt cx="652770" cy="169277"/>
          </a:xfrm>
        </p:grpSpPr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CC46F902-73DF-49E8-A378-90145F7F31A5}"/>
                </a:ext>
              </a:extLst>
            </p:cNvPr>
            <p:cNvCxnSpPr>
              <a:cxnSpLocks/>
            </p:cNvCxnSpPr>
            <p:nvPr/>
          </p:nvCxnSpPr>
          <p:spPr>
            <a:xfrm>
              <a:off x="3318237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5714C711-EB0C-4061-AB50-8CD228FB9625}"/>
                </a:ext>
              </a:extLst>
            </p:cNvPr>
            <p:cNvSpPr/>
            <p:nvPr/>
          </p:nvSpPr>
          <p:spPr>
            <a:xfrm>
              <a:off x="3368549" y="3585093"/>
              <a:ext cx="6024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한전계약 전력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C9B0EF14-6EAF-4BF5-8498-CA9DFEC91332}"/>
              </a:ext>
            </a:extLst>
          </p:cNvPr>
          <p:cNvGrpSpPr/>
          <p:nvPr/>
        </p:nvGrpSpPr>
        <p:grpSpPr>
          <a:xfrm>
            <a:off x="4032950" y="3619242"/>
            <a:ext cx="626762" cy="169277"/>
            <a:chOff x="3908621" y="3585093"/>
            <a:chExt cx="626762" cy="169277"/>
          </a:xfrm>
        </p:grpSpPr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105F95A1-649F-4AD8-8E29-146864C97428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21" y="3669731"/>
              <a:ext cx="108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759BDA4-2DBD-47CA-800B-568169A2460A}"/>
                </a:ext>
              </a:extLst>
            </p:cNvPr>
            <p:cNvSpPr/>
            <p:nvPr/>
          </p:nvSpPr>
          <p:spPr>
            <a:xfrm>
              <a:off x="3944613" y="3585093"/>
              <a:ext cx="59077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요금적용 전력</a:t>
              </a:r>
            </a:p>
          </p:txBody>
        </p: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26D7249B-CB22-407B-9810-677CB95DB599}"/>
              </a:ext>
            </a:extLst>
          </p:cNvPr>
          <p:cNvGrpSpPr/>
          <p:nvPr/>
        </p:nvGrpSpPr>
        <p:grpSpPr>
          <a:xfrm>
            <a:off x="4624718" y="3619242"/>
            <a:ext cx="523420" cy="169277"/>
            <a:chOff x="4484685" y="3585093"/>
            <a:chExt cx="523420" cy="169277"/>
          </a:xfrm>
        </p:grpSpPr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883A6E55-34C4-45A8-B274-3CA2D68C93B5}"/>
                </a:ext>
              </a:extLst>
            </p:cNvPr>
            <p:cNvCxnSpPr>
              <a:cxnSpLocks/>
            </p:cNvCxnSpPr>
            <p:nvPr/>
          </p:nvCxnSpPr>
          <p:spPr>
            <a:xfrm>
              <a:off x="4484685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id="{CA300D37-BF19-4CD9-ADC8-0C7F14F46062}"/>
                </a:ext>
              </a:extLst>
            </p:cNvPr>
            <p:cNvSpPr/>
            <p:nvPr/>
          </p:nvSpPr>
          <p:spPr>
            <a:xfrm>
              <a:off x="4520677" y="3585093"/>
              <a:ext cx="4874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목표 전력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0930E86-EE40-43BF-9FFD-1042EBA392FF}"/>
              </a:ext>
            </a:extLst>
          </p:cNvPr>
          <p:cNvGrpSpPr/>
          <p:nvPr/>
        </p:nvGrpSpPr>
        <p:grpSpPr>
          <a:xfrm>
            <a:off x="538982" y="1855388"/>
            <a:ext cx="2528690" cy="835005"/>
            <a:chOff x="6177167" y="1700808"/>
            <a:chExt cx="2528690" cy="835005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2C51AFB-6275-4F06-9C19-9300EC84DED6}"/>
                </a:ext>
              </a:extLst>
            </p:cNvPr>
            <p:cNvGrpSpPr/>
            <p:nvPr/>
          </p:nvGrpSpPr>
          <p:grpSpPr>
            <a:xfrm>
              <a:off x="6177167" y="1700808"/>
              <a:ext cx="1926022" cy="721431"/>
              <a:chOff x="5692418" y="1753651"/>
              <a:chExt cx="3074464" cy="721431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8B7615B-8FB8-42CC-B02C-7B6133C88D7F}"/>
                  </a:ext>
                </a:extLst>
              </p:cNvPr>
              <p:cNvSpPr/>
              <p:nvPr/>
            </p:nvSpPr>
            <p:spPr>
              <a:xfrm>
                <a:off x="5822353" y="2045047"/>
                <a:ext cx="2880000" cy="7200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2DFBEA81-503E-4D87-B1F2-23C64BE615BF}"/>
                  </a:ext>
                </a:extLst>
              </p:cNvPr>
              <p:cNvSpPr/>
              <p:nvPr/>
            </p:nvSpPr>
            <p:spPr>
              <a:xfrm>
                <a:off x="5822353" y="2403074"/>
                <a:ext cx="2880000" cy="7200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76F78F-ECD7-4F76-B78F-D0039EFD85F6}"/>
                  </a:ext>
                </a:extLst>
              </p:cNvPr>
              <p:cNvSpPr txBox="1"/>
              <p:nvPr/>
            </p:nvSpPr>
            <p:spPr>
              <a:xfrm>
                <a:off x="5692418" y="1843641"/>
                <a:ext cx="1124403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충전량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E0E53A4-3C68-49BF-89F5-3C3B6190242E}"/>
                  </a:ext>
                </a:extLst>
              </p:cNvPr>
              <p:cNvSpPr txBox="1"/>
              <p:nvPr/>
            </p:nvSpPr>
            <p:spPr>
              <a:xfrm>
                <a:off x="5692418" y="2201668"/>
                <a:ext cx="11349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방전량</a:t>
                </a:r>
                <a:endPara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E679431-6117-4443-89A7-FCC25732B376}"/>
                  </a:ext>
                </a:extLst>
              </p:cNvPr>
              <p:cNvSpPr txBox="1"/>
              <p:nvPr/>
            </p:nvSpPr>
            <p:spPr>
              <a:xfrm>
                <a:off x="7270746" y="1753651"/>
                <a:ext cx="1496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1,350.5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66D3B8F-8FE4-4265-9146-55D17D57A666}"/>
                  </a:ext>
                </a:extLst>
              </p:cNvPr>
              <p:cNvSpPr txBox="1"/>
              <p:nvPr/>
            </p:nvSpPr>
            <p:spPr>
              <a:xfrm>
                <a:off x="7419971" y="2115095"/>
                <a:ext cx="13469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9DAF780-D8CE-4BFB-8530-8E01FDAB46EA}"/>
                </a:ext>
              </a:extLst>
            </p:cNvPr>
            <p:cNvGrpSpPr/>
            <p:nvPr/>
          </p:nvGrpSpPr>
          <p:grpSpPr>
            <a:xfrm>
              <a:off x="8123038" y="1772816"/>
              <a:ext cx="582819" cy="762997"/>
              <a:chOff x="8066098" y="1891729"/>
              <a:chExt cx="639759" cy="762997"/>
            </a:xfrm>
          </p:grpSpPr>
          <p:pic>
            <p:nvPicPr>
              <p:cNvPr id="1030" name="Picture 6" descr="batteryì ëí ì´ë¯¸ì§ ê²ìê²°ê³¼">
                <a:extLst>
                  <a:ext uri="{FF2B5EF4-FFF2-40B4-BE49-F238E27FC236}">
                    <a16:creationId xmlns:a16="http://schemas.microsoft.com/office/drawing/2014/main" id="{CC4F744F-F3B3-485E-8365-75D4A55106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04661" y="2092093"/>
                <a:ext cx="562633" cy="5626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F9E8319-76FD-483E-A8DE-0A24EA344155}"/>
                  </a:ext>
                </a:extLst>
              </p:cNvPr>
              <p:cNvSpPr txBox="1"/>
              <p:nvPr/>
            </p:nvSpPr>
            <p:spPr>
              <a:xfrm>
                <a:off x="8087885" y="1891729"/>
                <a:ext cx="59618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SOC(</a:t>
                </a:r>
                <a:r>
                  <a:rPr lang="ko-KR" altLang="en-US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잔량</a:t>
                </a:r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endParaRPr lang="ko-KR" altLang="en-US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86409813-82A2-477A-891E-83BB61D4C3B4}"/>
                  </a:ext>
                </a:extLst>
              </p:cNvPr>
              <p:cNvSpPr txBox="1"/>
              <p:nvPr/>
            </p:nvSpPr>
            <p:spPr>
              <a:xfrm>
                <a:off x="8066098" y="2016579"/>
                <a:ext cx="63975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85.5</a:t>
                </a:r>
                <a:r>
                  <a:rPr lang="en-US" altLang="ko-KR" sz="6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%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id="{326C0E9F-B729-49BB-BB61-B6DE399D0AFA}"/>
                </a:ext>
              </a:extLst>
            </p:cNvPr>
            <p:cNvSpPr/>
            <p:nvPr/>
          </p:nvSpPr>
          <p:spPr>
            <a:xfrm>
              <a:off x="7703543" y="1990090"/>
              <a:ext cx="36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550E4392-BDD3-4354-ACB8-CD2465050FA5}"/>
                </a:ext>
              </a:extLst>
            </p:cNvPr>
            <p:cNvSpPr/>
            <p:nvPr/>
          </p:nvSpPr>
          <p:spPr>
            <a:xfrm>
              <a:off x="7524536" y="2351662"/>
              <a:ext cx="54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A2BD2EC5-8EDF-4C32-99EC-DB7BB5DFF4B0}"/>
              </a:ext>
            </a:extLst>
          </p:cNvPr>
          <p:cNvCxnSpPr>
            <a:cxnSpLocks/>
          </p:cNvCxnSpPr>
          <p:nvPr/>
        </p:nvCxnSpPr>
        <p:spPr>
          <a:xfrm>
            <a:off x="3203848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CEBF775B-DE6E-4F49-AEB2-666721D16C6B}"/>
              </a:ext>
            </a:extLst>
          </p:cNvPr>
          <p:cNvSpPr/>
          <p:nvPr/>
        </p:nvSpPr>
        <p:spPr>
          <a:xfrm>
            <a:off x="6220009" y="1772816"/>
            <a:ext cx="1820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현황</a:t>
            </a:r>
          </a:p>
        </p:txBody>
      </p:sp>
      <p:graphicFrame>
        <p:nvGraphicFramePr>
          <p:cNvPr id="432" name="표 431">
            <a:extLst>
              <a:ext uri="{FF2B5EF4-FFF2-40B4-BE49-F238E27FC236}">
                <a16:creationId xmlns:a16="http://schemas.microsoft.com/office/drawing/2014/main" id="{F221DEEC-D221-43F4-AE5D-020112FA5F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58567" y="1955559"/>
          <a:ext cx="247252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85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7C964B72-F699-41B3-87AA-CA113F5E89DD}"/>
              </a:ext>
            </a:extLst>
          </p:cNvPr>
          <p:cNvGrpSpPr/>
          <p:nvPr/>
        </p:nvGrpSpPr>
        <p:grpSpPr>
          <a:xfrm>
            <a:off x="6536610" y="2511816"/>
            <a:ext cx="114467" cy="310233"/>
            <a:chOff x="1234728" y="4790879"/>
            <a:chExt cx="144016" cy="310233"/>
          </a:xfrm>
        </p:grpSpPr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B78D41D4-6F9B-4B1F-B721-BB24D7F14A37}"/>
                </a:ext>
              </a:extLst>
            </p:cNvPr>
            <p:cNvSpPr/>
            <p:nvPr/>
          </p:nvSpPr>
          <p:spPr>
            <a:xfrm>
              <a:off x="1234728" y="4836597"/>
              <a:ext cx="144016" cy="26451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1C73D5E-6ACA-4865-8CB3-71143312D6E7}"/>
                </a:ext>
              </a:extLst>
            </p:cNvPr>
            <p:cNvSpPr/>
            <p:nvPr/>
          </p:nvSpPr>
          <p:spPr>
            <a:xfrm>
              <a:off x="1234728" y="4790879"/>
              <a:ext cx="144016" cy="1752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71C7AAB-605F-4D84-9CE8-FB3360C85C77}"/>
              </a:ext>
            </a:extLst>
          </p:cNvPr>
          <p:cNvSpPr/>
          <p:nvPr/>
        </p:nvSpPr>
        <p:spPr>
          <a:xfrm>
            <a:off x="6704807" y="2485608"/>
            <a:ext cx="115200" cy="336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1EF9215C-371A-49BB-BE4D-073D043046C0}"/>
              </a:ext>
            </a:extLst>
          </p:cNvPr>
          <p:cNvGrpSpPr/>
          <p:nvPr/>
        </p:nvGrpSpPr>
        <p:grpSpPr>
          <a:xfrm>
            <a:off x="6873004" y="2555912"/>
            <a:ext cx="114467" cy="266137"/>
            <a:chOff x="1907704" y="3275281"/>
            <a:chExt cx="288032" cy="535432"/>
          </a:xfrm>
        </p:grpSpPr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F26ECC88-F688-4E90-A0D7-4ABEA5B1A48E}"/>
                </a:ext>
              </a:extLst>
            </p:cNvPr>
            <p:cNvSpPr/>
            <p:nvPr/>
          </p:nvSpPr>
          <p:spPr>
            <a:xfrm>
              <a:off x="1907704" y="3321001"/>
              <a:ext cx="288032" cy="4897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A5D5CF2D-CD6D-4C7D-9084-465A3892AD44}"/>
                </a:ext>
              </a:extLst>
            </p:cNvPr>
            <p:cNvSpPr/>
            <p:nvPr/>
          </p:nvSpPr>
          <p:spPr>
            <a:xfrm>
              <a:off x="1907704" y="3275281"/>
              <a:ext cx="288032" cy="28948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C9DDE754-3325-4B58-8E09-4839254C81B1}"/>
              </a:ext>
            </a:extLst>
          </p:cNvPr>
          <p:cNvSpPr/>
          <p:nvPr/>
        </p:nvSpPr>
        <p:spPr>
          <a:xfrm>
            <a:off x="7002272" y="2678159"/>
            <a:ext cx="114467" cy="1438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473" name="표 472">
            <a:extLst>
              <a:ext uri="{FF2B5EF4-FFF2-40B4-BE49-F238E27FC236}">
                <a16:creationId xmlns:a16="http://schemas.microsoft.com/office/drawing/2014/main" id="{2F8534F8-9C45-4FA9-974C-9D28DE2BE4E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780" y="3025225"/>
          <a:ext cx="2547265" cy="1505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kWh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49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167CB208-C939-468B-9EDA-186F499CC695}"/>
              </a:ext>
            </a:extLst>
          </p:cNvPr>
          <p:cNvGrpSpPr/>
          <p:nvPr/>
        </p:nvGrpSpPr>
        <p:grpSpPr>
          <a:xfrm>
            <a:off x="839944" y="3950985"/>
            <a:ext cx="1526152" cy="367021"/>
            <a:chOff x="1354667" y="3680460"/>
            <a:chExt cx="4732866" cy="586740"/>
          </a:xfrm>
        </p:grpSpPr>
        <p:sp>
          <p:nvSpPr>
            <p:cNvPr id="475" name="자유형 5">
              <a:extLst>
                <a:ext uri="{FF2B5EF4-FFF2-40B4-BE49-F238E27FC236}">
                  <a16:creationId xmlns:a16="http://schemas.microsoft.com/office/drawing/2014/main" id="{31EDAFE0-33E8-4D9E-BACD-F6F5E8E71769}"/>
                </a:ext>
              </a:extLst>
            </p:cNvPr>
            <p:cNvSpPr/>
            <p:nvPr/>
          </p:nvSpPr>
          <p:spPr>
            <a:xfrm>
              <a:off x="2286000" y="3680460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6" name="자유형 4">
              <a:extLst>
                <a:ext uri="{FF2B5EF4-FFF2-40B4-BE49-F238E27FC236}">
                  <a16:creationId xmlns:a16="http://schemas.microsoft.com/office/drawing/2014/main" id="{F3D077D5-2351-4B33-80D1-CD16D269945E}"/>
                </a:ext>
              </a:extLst>
            </p:cNvPr>
            <p:cNvSpPr/>
            <p:nvPr/>
          </p:nvSpPr>
          <p:spPr>
            <a:xfrm rot="10259621">
              <a:off x="2260738" y="3727732"/>
              <a:ext cx="1757660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자유형 7">
              <a:extLst>
                <a:ext uri="{FF2B5EF4-FFF2-40B4-BE49-F238E27FC236}">
                  <a16:creationId xmlns:a16="http://schemas.microsoft.com/office/drawing/2014/main" id="{4131A876-5876-4422-A47C-627DA3DA80CE}"/>
                </a:ext>
              </a:extLst>
            </p:cNvPr>
            <p:cNvSpPr/>
            <p:nvPr/>
          </p:nvSpPr>
          <p:spPr>
            <a:xfrm>
              <a:off x="4023360" y="3699510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8" name="자유형 1">
              <a:extLst>
                <a:ext uri="{FF2B5EF4-FFF2-40B4-BE49-F238E27FC236}">
                  <a16:creationId xmlns:a16="http://schemas.microsoft.com/office/drawing/2014/main" id="{031800C9-D736-4006-B7E9-4786AFD6444F}"/>
                </a:ext>
              </a:extLst>
            </p:cNvPr>
            <p:cNvSpPr/>
            <p:nvPr/>
          </p:nvSpPr>
          <p:spPr>
            <a:xfrm>
              <a:off x="1354667" y="3683000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B9E20F1B-76AB-4030-B0BF-0FA65E260901}"/>
              </a:ext>
            </a:extLst>
          </p:cNvPr>
          <p:cNvSpPr txBox="1"/>
          <p:nvPr/>
        </p:nvSpPr>
        <p:spPr>
          <a:xfrm>
            <a:off x="487833" y="2810774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6AA38E67-180D-4530-B09E-693416BB02CB}"/>
              </a:ext>
            </a:extLst>
          </p:cNvPr>
          <p:cNvGrpSpPr/>
          <p:nvPr/>
        </p:nvGrpSpPr>
        <p:grpSpPr>
          <a:xfrm>
            <a:off x="777998" y="4489565"/>
            <a:ext cx="2088232" cy="254366"/>
            <a:chOff x="766046" y="3528551"/>
            <a:chExt cx="2088232" cy="254366"/>
          </a:xfrm>
        </p:grpSpPr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46D1C422-9D3C-457B-A1F8-EF401B2EDCFE}"/>
                </a:ext>
              </a:extLst>
            </p:cNvPr>
            <p:cNvGrpSpPr/>
            <p:nvPr/>
          </p:nvGrpSpPr>
          <p:grpSpPr>
            <a:xfrm>
              <a:off x="1558134" y="3547722"/>
              <a:ext cx="631876" cy="216024"/>
              <a:chOff x="1187624" y="4744315"/>
              <a:chExt cx="631876" cy="216024"/>
            </a:xfrm>
          </p:grpSpPr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D9CC6030-32AB-4A0F-8105-77FA245344E5}"/>
                  </a:ext>
                </a:extLst>
              </p:cNvPr>
              <p:cNvSpPr/>
              <p:nvPr/>
            </p:nvSpPr>
            <p:spPr>
              <a:xfrm>
                <a:off x="118762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2" name="직사각형 481">
                <a:extLst>
                  <a:ext uri="{FF2B5EF4-FFF2-40B4-BE49-F238E27FC236}">
                    <a16:creationId xmlns:a16="http://schemas.microsoft.com/office/drawing/2014/main" id="{742057B4-A907-4EA8-BC6D-A5518C3F11A9}"/>
                  </a:ext>
                </a:extLst>
              </p:cNvPr>
              <p:cNvSpPr/>
              <p:nvPr/>
            </p:nvSpPr>
            <p:spPr>
              <a:xfrm>
                <a:off x="147565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10%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BF4D68AB-AB84-424A-B9BC-DB5E54EC1C98}"/>
                </a:ext>
              </a:extLst>
            </p:cNvPr>
            <p:cNvGrpSpPr/>
            <p:nvPr/>
          </p:nvGrpSpPr>
          <p:grpSpPr>
            <a:xfrm>
              <a:off x="2278214" y="3528551"/>
              <a:ext cx="576064" cy="254366"/>
              <a:chOff x="1907704" y="4725144"/>
              <a:chExt cx="576064" cy="254366"/>
            </a:xfrm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DDD6D9B-4E7C-4379-BD38-020DCE661248}"/>
                  </a:ext>
                </a:extLst>
              </p:cNvPr>
              <p:cNvSpPr/>
              <p:nvPr/>
            </p:nvSpPr>
            <p:spPr>
              <a:xfrm>
                <a:off x="190770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51BE330A-469D-4C28-8DBB-8D0DAD6DFD19}"/>
                  </a:ext>
                </a:extLst>
              </p:cNvPr>
              <p:cNvSpPr/>
              <p:nvPr/>
            </p:nvSpPr>
            <p:spPr>
              <a:xfrm>
                <a:off x="2213173" y="4725144"/>
                <a:ext cx="270595" cy="254366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9%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6" name="그룹 485">
              <a:extLst>
                <a:ext uri="{FF2B5EF4-FFF2-40B4-BE49-F238E27FC236}">
                  <a16:creationId xmlns:a16="http://schemas.microsoft.com/office/drawing/2014/main" id="{A0C2E0E6-8E6E-4C39-BC63-243296081593}"/>
                </a:ext>
              </a:extLst>
            </p:cNvPr>
            <p:cNvGrpSpPr/>
            <p:nvPr/>
          </p:nvGrpSpPr>
          <p:grpSpPr>
            <a:xfrm>
              <a:off x="766046" y="3547722"/>
              <a:ext cx="703884" cy="216024"/>
              <a:chOff x="395536" y="4744315"/>
              <a:chExt cx="703884" cy="21602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99CEFB3C-E87E-44BB-BBD3-E373D5DA7D4D}"/>
                  </a:ext>
                </a:extLst>
              </p:cNvPr>
              <p:cNvSpPr/>
              <p:nvPr/>
            </p:nvSpPr>
            <p:spPr>
              <a:xfrm>
                <a:off x="395536" y="4781396"/>
                <a:ext cx="356537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한전 사용</a:t>
                </a:r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DCC09B29-675D-495C-B303-CD106C2A54FB}"/>
                  </a:ext>
                </a:extLst>
              </p:cNvPr>
              <p:cNvSpPr/>
              <p:nvPr/>
            </p:nvSpPr>
            <p:spPr>
              <a:xfrm>
                <a:off x="75557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81%</a:t>
                </a:r>
                <a:endParaRPr lang="ko-KR" altLang="en-US" sz="1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grpSp>
        <p:nvGrpSpPr>
          <p:cNvPr id="497" name="그룹 496">
            <a:extLst>
              <a:ext uri="{FF2B5EF4-FFF2-40B4-BE49-F238E27FC236}">
                <a16:creationId xmlns:a16="http://schemas.microsoft.com/office/drawing/2014/main" id="{A4C89D16-588B-41A7-8391-C28C5E313976}"/>
              </a:ext>
            </a:extLst>
          </p:cNvPr>
          <p:cNvGrpSpPr/>
          <p:nvPr/>
        </p:nvGrpSpPr>
        <p:grpSpPr>
          <a:xfrm>
            <a:off x="1255755" y="3100721"/>
            <a:ext cx="1853801" cy="157480"/>
            <a:chOff x="4632535" y="2929429"/>
            <a:chExt cx="1853801" cy="157480"/>
          </a:xfrm>
        </p:grpSpPr>
        <p:cxnSp>
          <p:nvCxnSpPr>
            <p:cNvPr id="498" name="직선 연결선 497">
              <a:extLst>
                <a:ext uri="{FF2B5EF4-FFF2-40B4-BE49-F238E27FC236}">
                  <a16:creationId xmlns:a16="http://schemas.microsoft.com/office/drawing/2014/main" id="{3D00BBDD-5B83-4846-AE79-60675D6A75B4}"/>
                </a:ext>
              </a:extLst>
            </p:cNvPr>
            <p:cNvCxnSpPr/>
            <p:nvPr/>
          </p:nvCxnSpPr>
          <p:spPr>
            <a:xfrm>
              <a:off x="4632535" y="3015425"/>
              <a:ext cx="149996" cy="0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9" name="직사각형 498">
              <a:extLst>
                <a:ext uri="{FF2B5EF4-FFF2-40B4-BE49-F238E27FC236}">
                  <a16:creationId xmlns:a16="http://schemas.microsoft.com/office/drawing/2014/main" id="{643C5AC5-7051-4A71-AA9B-7751735D58BB}"/>
                </a:ext>
              </a:extLst>
            </p:cNvPr>
            <p:cNvSpPr/>
            <p:nvPr/>
          </p:nvSpPr>
          <p:spPr>
            <a:xfrm>
              <a:off x="4710713" y="2931990"/>
              <a:ext cx="550418" cy="15491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실제 사용량</a:t>
              </a:r>
            </a:p>
          </p:txBody>
        </p:sp>
        <p:cxnSp>
          <p:nvCxnSpPr>
            <p:cNvPr id="500" name="직선 연결선 499">
              <a:extLst>
                <a:ext uri="{FF2B5EF4-FFF2-40B4-BE49-F238E27FC236}">
                  <a16:creationId xmlns:a16="http://schemas.microsoft.com/office/drawing/2014/main" id="{50F18DFC-D4EE-4F4D-919A-960CDBBB7F11}"/>
                </a:ext>
              </a:extLst>
            </p:cNvPr>
            <p:cNvCxnSpPr/>
            <p:nvPr/>
          </p:nvCxnSpPr>
          <p:spPr>
            <a:xfrm>
              <a:off x="5280128" y="3009449"/>
              <a:ext cx="149996" cy="0"/>
            </a:xfrm>
            <a:prstGeom prst="lin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1" name="직사각형 500">
              <a:extLst>
                <a:ext uri="{FF2B5EF4-FFF2-40B4-BE49-F238E27FC236}">
                  <a16:creationId xmlns:a16="http://schemas.microsoft.com/office/drawing/2014/main" id="{38724598-60E3-4E65-9129-F9DD93A10F2D}"/>
                </a:ext>
              </a:extLst>
            </p:cNvPr>
            <p:cNvSpPr/>
            <p:nvPr/>
          </p:nvSpPr>
          <p:spPr>
            <a:xfrm>
              <a:off x="5358305" y="2929429"/>
              <a:ext cx="548985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ESS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  <p:cxnSp>
          <p:nvCxnSpPr>
            <p:cNvPr id="502" name="직선 연결선 501">
              <a:extLst>
                <a:ext uri="{FF2B5EF4-FFF2-40B4-BE49-F238E27FC236}">
                  <a16:creationId xmlns:a16="http://schemas.microsoft.com/office/drawing/2014/main" id="{63D0324A-6260-423A-94F3-F9E6EFC37BCC}"/>
                </a:ext>
              </a:extLst>
            </p:cNvPr>
            <p:cNvCxnSpPr/>
            <p:nvPr/>
          </p:nvCxnSpPr>
          <p:spPr>
            <a:xfrm>
              <a:off x="5905793" y="3009449"/>
              <a:ext cx="149996" cy="0"/>
            </a:xfrm>
            <a:prstGeom prst="lin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D729EFFA-79C8-4355-B1F3-4AB70759F294}"/>
                </a:ext>
              </a:extLst>
            </p:cNvPr>
            <p:cNvSpPr/>
            <p:nvPr/>
          </p:nvSpPr>
          <p:spPr>
            <a:xfrm>
              <a:off x="6000509" y="2929429"/>
              <a:ext cx="485827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PV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D5C8F503-535E-47AB-B100-C4985AF3CB28}"/>
              </a:ext>
            </a:extLst>
          </p:cNvPr>
          <p:cNvGrpSpPr/>
          <p:nvPr/>
        </p:nvGrpSpPr>
        <p:grpSpPr>
          <a:xfrm>
            <a:off x="1475828" y="2780928"/>
            <a:ext cx="1673038" cy="254348"/>
            <a:chOff x="6419190" y="4725153"/>
            <a:chExt cx="1673038" cy="254348"/>
          </a:xfrm>
        </p:grpSpPr>
        <p:sp>
          <p:nvSpPr>
            <p:cNvPr id="505" name="직사각형 504">
              <a:extLst>
                <a:ext uri="{FF2B5EF4-FFF2-40B4-BE49-F238E27FC236}">
                  <a16:creationId xmlns:a16="http://schemas.microsoft.com/office/drawing/2014/main" id="{12EDA300-F348-4188-A499-27A872F47C78}"/>
                </a:ext>
              </a:extLst>
            </p:cNvPr>
            <p:cNvSpPr/>
            <p:nvPr/>
          </p:nvSpPr>
          <p:spPr>
            <a:xfrm>
              <a:off x="7139098" y="4776288"/>
              <a:ext cx="390541" cy="18233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A5587CF6-98C5-43FD-8866-1EE4F2E52488}"/>
                </a:ext>
              </a:extLst>
            </p:cNvPr>
            <p:cNvSpPr/>
            <p:nvPr/>
          </p:nvSpPr>
          <p:spPr>
            <a:xfrm>
              <a:off x="7494198" y="4725153"/>
              <a:ext cx="462178" cy="2543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1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7" name="직사각형 506">
              <a:extLst>
                <a:ext uri="{FF2B5EF4-FFF2-40B4-BE49-F238E27FC236}">
                  <a16:creationId xmlns:a16="http://schemas.microsoft.com/office/drawing/2014/main" id="{FFEBC14C-A3E3-439E-8C30-5F7B44A54666}"/>
                </a:ext>
              </a:extLst>
            </p:cNvPr>
            <p:cNvSpPr/>
            <p:nvPr/>
          </p:nvSpPr>
          <p:spPr>
            <a:xfrm>
              <a:off x="7876204" y="4795451"/>
              <a:ext cx="216024" cy="14401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C5B47DF7-3275-43C5-A4D0-B25B380B6996}"/>
                </a:ext>
              </a:extLst>
            </p:cNvPr>
            <p:cNvSpPr/>
            <p:nvPr/>
          </p:nvSpPr>
          <p:spPr>
            <a:xfrm>
              <a:off x="6419190" y="4775713"/>
              <a:ext cx="725954" cy="18235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4067B1-72CD-480D-85A5-6A68D85FBAF0}"/>
              </a:ext>
            </a:extLst>
          </p:cNvPr>
          <p:cNvGrpSpPr/>
          <p:nvPr/>
        </p:nvGrpSpPr>
        <p:grpSpPr>
          <a:xfrm>
            <a:off x="7892205" y="1416537"/>
            <a:ext cx="943186" cy="181080"/>
            <a:chOff x="5772819" y="420208"/>
            <a:chExt cx="943186" cy="207079"/>
          </a:xfrm>
        </p:grpSpPr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D64568B-B001-407C-B4E5-8A205B8A0FD1}"/>
                </a:ext>
              </a:extLst>
            </p:cNvPr>
            <p:cNvSpPr txBox="1"/>
            <p:nvPr/>
          </p:nvSpPr>
          <p:spPr>
            <a:xfrm>
              <a:off x="5772819" y="420208"/>
              <a:ext cx="94318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군관리로 돌아가기</a:t>
              </a:r>
            </a:p>
          </p:txBody>
        </p:sp>
        <p:sp>
          <p:nvSpPr>
            <p:cNvPr id="1045" name="사각형: 둥근 모서리 1044">
              <a:extLst>
                <a:ext uri="{FF2B5EF4-FFF2-40B4-BE49-F238E27FC236}">
                  <a16:creationId xmlns:a16="http://schemas.microsoft.com/office/drawing/2014/main" id="{5850ADCA-97C0-4E39-85B1-6616D9B77623}"/>
                </a:ext>
              </a:extLst>
            </p:cNvPr>
            <p:cNvSpPr/>
            <p:nvPr/>
          </p:nvSpPr>
          <p:spPr>
            <a:xfrm>
              <a:off x="5797598" y="454187"/>
              <a:ext cx="893629" cy="17310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81F6D433-C5A6-4EF7-A871-A59CEB8638BA}"/>
              </a:ext>
            </a:extLst>
          </p:cNvPr>
          <p:cNvSpPr/>
          <p:nvPr/>
        </p:nvSpPr>
        <p:spPr>
          <a:xfrm>
            <a:off x="3994177" y="258630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791EFF-4D0B-4599-BFFE-E3245F4BA496}"/>
              </a:ext>
            </a:extLst>
          </p:cNvPr>
          <p:cNvSpPr/>
          <p:nvPr/>
        </p:nvSpPr>
        <p:spPr>
          <a:xfrm>
            <a:off x="3410158" y="4108489"/>
            <a:ext cx="599739" cy="3073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3685FE69-CB0D-4204-A3DA-90301D0774BC}"/>
              </a:ext>
            </a:extLst>
          </p:cNvPr>
          <p:cNvSpPr/>
          <p:nvPr/>
        </p:nvSpPr>
        <p:spPr>
          <a:xfrm>
            <a:off x="4060667" y="4115777"/>
            <a:ext cx="599739" cy="2927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3EA2D479-7E99-41DA-9C94-4BD75F2FD823}"/>
              </a:ext>
            </a:extLst>
          </p:cNvPr>
          <p:cNvSpPr/>
          <p:nvPr/>
        </p:nvSpPr>
        <p:spPr>
          <a:xfrm>
            <a:off x="4711176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16307DE7-9372-42C7-9FB9-4C7756B334F4}"/>
              </a:ext>
            </a:extLst>
          </p:cNvPr>
          <p:cNvSpPr/>
          <p:nvPr/>
        </p:nvSpPr>
        <p:spPr>
          <a:xfrm>
            <a:off x="5361685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1E837DAE-4E21-470A-B954-186F5A4E3FEF}"/>
              </a:ext>
            </a:extLst>
          </p:cNvPr>
          <p:cNvSpPr/>
          <p:nvPr/>
        </p:nvSpPr>
        <p:spPr>
          <a:xfrm>
            <a:off x="3410158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FBA7B535-11B3-4D05-8D08-69FBFBE07B1D}"/>
              </a:ext>
            </a:extLst>
          </p:cNvPr>
          <p:cNvSpPr/>
          <p:nvPr/>
        </p:nvSpPr>
        <p:spPr>
          <a:xfrm>
            <a:off x="4060667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4C1AD86D-29CB-4BFA-B6D3-5398D05EFB67}"/>
              </a:ext>
            </a:extLst>
          </p:cNvPr>
          <p:cNvSpPr/>
          <p:nvPr/>
        </p:nvSpPr>
        <p:spPr>
          <a:xfrm>
            <a:off x="4711176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44A4D227-3715-4EC5-B3E8-B6CA1C2FDE42}"/>
              </a:ext>
            </a:extLst>
          </p:cNvPr>
          <p:cNvSpPr/>
          <p:nvPr/>
        </p:nvSpPr>
        <p:spPr>
          <a:xfrm>
            <a:off x="5361685" y="4449016"/>
            <a:ext cx="599739" cy="30736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9182581-FF0D-40F0-9AA9-C0806A8A66E5}"/>
              </a:ext>
            </a:extLst>
          </p:cNvPr>
          <p:cNvSpPr txBox="1"/>
          <p:nvPr/>
        </p:nvSpPr>
        <p:spPr>
          <a:xfrm>
            <a:off x="3355046" y="4075586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730F0DB-B26B-4F5D-838F-EAC5A15F177B}"/>
              </a:ext>
            </a:extLst>
          </p:cNvPr>
          <p:cNvSpPr txBox="1"/>
          <p:nvPr/>
        </p:nvSpPr>
        <p:spPr>
          <a:xfrm>
            <a:off x="3517837" y="4189203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B3542F8-820E-44CB-9F43-C695421064D1}"/>
              </a:ext>
            </a:extLst>
          </p:cNvPr>
          <p:cNvSpPr txBox="1"/>
          <p:nvPr/>
        </p:nvSpPr>
        <p:spPr>
          <a:xfrm>
            <a:off x="3516095" y="4275987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FF4BAD73-1F20-4C4F-A3C2-E8C6C2815EDC}"/>
              </a:ext>
            </a:extLst>
          </p:cNvPr>
          <p:cNvSpPr txBox="1"/>
          <p:nvPr/>
        </p:nvSpPr>
        <p:spPr>
          <a:xfrm>
            <a:off x="3317716" y="4187517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4A67ABDE-8217-46E9-8E8F-2B6A31CDEF18}"/>
              </a:ext>
            </a:extLst>
          </p:cNvPr>
          <p:cNvSpPr txBox="1"/>
          <p:nvPr/>
        </p:nvSpPr>
        <p:spPr>
          <a:xfrm>
            <a:off x="3312502" y="4277962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F345C2B-ADD4-4930-A564-6341E48F82F1}"/>
              </a:ext>
            </a:extLst>
          </p:cNvPr>
          <p:cNvSpPr txBox="1"/>
          <p:nvPr/>
        </p:nvSpPr>
        <p:spPr>
          <a:xfrm>
            <a:off x="4166627" y="4184962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2675094-0B8D-439D-AEA6-CAF9F37BFD9B}"/>
              </a:ext>
            </a:extLst>
          </p:cNvPr>
          <p:cNvSpPr txBox="1"/>
          <p:nvPr/>
        </p:nvSpPr>
        <p:spPr>
          <a:xfrm>
            <a:off x="4164885" y="4271746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42DC47A0-EB13-456C-9AD1-6B3713707046}"/>
              </a:ext>
            </a:extLst>
          </p:cNvPr>
          <p:cNvSpPr txBox="1"/>
          <p:nvPr/>
        </p:nvSpPr>
        <p:spPr>
          <a:xfrm>
            <a:off x="3966506" y="4174548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5B3C624-A0AE-4A79-98A0-DDCF87B627D0}"/>
              </a:ext>
            </a:extLst>
          </p:cNvPr>
          <p:cNvSpPr txBox="1"/>
          <p:nvPr/>
        </p:nvSpPr>
        <p:spPr>
          <a:xfrm>
            <a:off x="3961292" y="4276653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5C2779-8A1B-49CA-B2C6-C75C0A022F4A}"/>
              </a:ext>
            </a:extLst>
          </p:cNvPr>
          <p:cNvSpPr txBox="1"/>
          <p:nvPr/>
        </p:nvSpPr>
        <p:spPr>
          <a:xfrm>
            <a:off x="4011605" y="4085903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PCS_2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C46DD4-5FF3-431B-95B9-5A8469D62401}"/>
              </a:ext>
            </a:extLst>
          </p:cNvPr>
          <p:cNvGrpSpPr/>
          <p:nvPr/>
        </p:nvGrpSpPr>
        <p:grpSpPr>
          <a:xfrm>
            <a:off x="4608949" y="4075754"/>
            <a:ext cx="805559" cy="374585"/>
            <a:chOff x="4135417" y="5220442"/>
            <a:chExt cx="805559" cy="374585"/>
          </a:xfrm>
        </p:grpSpPr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AEE8AF1-2CEB-458A-9622-F4AA4C044111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C41D1C7C-BECE-4C37-9163-A278ABC751A5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7BBF20-AEDC-42F2-B470-8B92F84403FE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6AFC570-C994-434C-B257-E6B8AB708B25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622655E-A38D-4681-BEC9-62EC40468F7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13F14097-2BD7-403D-A488-CC7289B83C80}"/>
              </a:ext>
            </a:extLst>
          </p:cNvPr>
          <p:cNvGrpSpPr/>
          <p:nvPr/>
        </p:nvGrpSpPr>
        <p:grpSpPr>
          <a:xfrm>
            <a:off x="5265894" y="4075754"/>
            <a:ext cx="805559" cy="374585"/>
            <a:chOff x="4135417" y="5220442"/>
            <a:chExt cx="805559" cy="374585"/>
          </a:xfrm>
        </p:grpSpPr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900D788A-52FD-4B81-9345-0EB2309CB9FE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8CD9C91C-F2C6-4119-967E-F33B5A946BCE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FAA851-BBDC-4000-8C95-CAC66AA6C80D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3BCEA067-6847-4B73-8FF5-BDE4ED90E972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4B10FEDA-CABB-4CF3-AFCA-5CC83E8E926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3102FEB7-CF1D-4820-8223-F392825FA826}"/>
              </a:ext>
            </a:extLst>
          </p:cNvPr>
          <p:cNvGrpSpPr/>
          <p:nvPr/>
        </p:nvGrpSpPr>
        <p:grpSpPr>
          <a:xfrm>
            <a:off x="3324591" y="4417802"/>
            <a:ext cx="776403" cy="451529"/>
            <a:chOff x="4137026" y="5220442"/>
            <a:chExt cx="542695" cy="451529"/>
          </a:xfrm>
        </p:grpSpPr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EB27A0DB-2785-4C27-B168-E118D5BA35D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B95BE1C-7923-46E6-817E-31A307CE3537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0923083E-4D37-4989-90E9-2110F37AF8E9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93DBED27-339A-40A9-87FD-076F1531A727}"/>
              </a:ext>
            </a:extLst>
          </p:cNvPr>
          <p:cNvSpPr/>
          <p:nvPr/>
        </p:nvSpPr>
        <p:spPr>
          <a:xfrm>
            <a:off x="4055684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4" name="사각형: 둥근 모서리 403">
            <a:extLst>
              <a:ext uri="{FF2B5EF4-FFF2-40B4-BE49-F238E27FC236}">
                <a16:creationId xmlns:a16="http://schemas.microsoft.com/office/drawing/2014/main" id="{995D5B99-C5C7-4FFC-9D7F-334B3EAF14C4}"/>
              </a:ext>
            </a:extLst>
          </p:cNvPr>
          <p:cNvSpPr/>
          <p:nvPr/>
        </p:nvSpPr>
        <p:spPr>
          <a:xfrm>
            <a:off x="4706193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사각형: 둥근 모서리 404">
            <a:extLst>
              <a:ext uri="{FF2B5EF4-FFF2-40B4-BE49-F238E27FC236}">
                <a16:creationId xmlns:a16="http://schemas.microsoft.com/office/drawing/2014/main" id="{18CF606F-FC9D-41A8-81FC-2C49DE9944DA}"/>
              </a:ext>
            </a:extLst>
          </p:cNvPr>
          <p:cNvSpPr/>
          <p:nvPr/>
        </p:nvSpPr>
        <p:spPr>
          <a:xfrm>
            <a:off x="5356702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901D8D44-D22E-4CDF-8741-86B9BBFBBAF6}"/>
              </a:ext>
            </a:extLst>
          </p:cNvPr>
          <p:cNvSpPr/>
          <p:nvPr/>
        </p:nvSpPr>
        <p:spPr>
          <a:xfrm>
            <a:off x="3416953" y="4801254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0A53505-7903-45B3-9D0B-D0B37AF0F3A8}"/>
              </a:ext>
            </a:extLst>
          </p:cNvPr>
          <p:cNvGrpSpPr/>
          <p:nvPr/>
        </p:nvGrpSpPr>
        <p:grpSpPr>
          <a:xfrm>
            <a:off x="6188932" y="2863398"/>
            <a:ext cx="2701514" cy="314700"/>
            <a:chOff x="475933" y="4908190"/>
            <a:chExt cx="2804731" cy="314700"/>
          </a:xfrm>
        </p:grpSpPr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8CC72A27-D062-4659-A20B-75407950CBB4}"/>
                </a:ext>
              </a:extLst>
            </p:cNvPr>
            <p:cNvSpPr/>
            <p:nvPr/>
          </p:nvSpPr>
          <p:spPr>
            <a:xfrm>
              <a:off x="475933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ESS</a:t>
              </a:r>
              <a:r>
                <a:rPr lang="ko-KR" altLang="en-US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E3ECF995-9CB8-4F12-83C5-D74A8FB0FC3C}"/>
                </a:ext>
              </a:extLst>
            </p:cNvPr>
            <p:cNvSpPr/>
            <p:nvPr/>
          </p:nvSpPr>
          <p:spPr>
            <a:xfrm>
              <a:off x="753539" y="4915601"/>
              <a:ext cx="606962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A8D24558-F4AD-4E4F-A0A3-8068DB053CD0}"/>
                </a:ext>
              </a:extLst>
            </p:cNvPr>
            <p:cNvSpPr/>
            <p:nvPr/>
          </p:nvSpPr>
          <p:spPr>
            <a:xfrm>
              <a:off x="1098838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DR</a:t>
              </a:r>
              <a:r>
                <a:rPr lang="ko-KR" altLang="en-US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6EE38BF5-3A72-48E4-8BA9-BF2390F8238C}"/>
                </a:ext>
              </a:extLst>
            </p:cNvPr>
            <p:cNvSpPr/>
            <p:nvPr/>
          </p:nvSpPr>
          <p:spPr>
            <a:xfrm>
              <a:off x="1364833" y="4915601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36966B20-072A-484B-AAA1-2F378CBFE402}"/>
                </a:ext>
              </a:extLst>
            </p:cNvPr>
            <p:cNvSpPr/>
            <p:nvPr/>
          </p:nvSpPr>
          <p:spPr>
            <a:xfrm>
              <a:off x="2134425" y="4934890"/>
              <a:ext cx="825695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4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전체 수익</a:t>
              </a:r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FCA66087-7611-49F7-9D41-C19434ED8685}"/>
                </a:ext>
              </a:extLst>
            </p:cNvPr>
            <p:cNvSpPr/>
            <p:nvPr/>
          </p:nvSpPr>
          <p:spPr>
            <a:xfrm>
              <a:off x="2615847" y="4921226"/>
              <a:ext cx="664817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120,000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2C3C8100-F6E5-466E-AA22-4126D1A5B4B8}"/>
                </a:ext>
              </a:extLst>
            </p:cNvPr>
            <p:cNvSpPr/>
            <p:nvPr/>
          </p:nvSpPr>
          <p:spPr>
            <a:xfrm>
              <a:off x="1708458" y="4921854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PV</a:t>
              </a:r>
              <a:r>
                <a:rPr lang="ko-KR" altLang="en-US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1099ED14-65AD-46EB-A7BA-5B26FEDEDD39}"/>
                </a:ext>
              </a:extLst>
            </p:cNvPr>
            <p:cNvSpPr/>
            <p:nvPr/>
          </p:nvSpPr>
          <p:spPr>
            <a:xfrm>
              <a:off x="1972163" y="4908190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56" name="그림 255">
            <a:extLst>
              <a:ext uri="{FF2B5EF4-FFF2-40B4-BE49-F238E27FC236}">
                <a16:creationId xmlns:a16="http://schemas.microsoft.com/office/drawing/2014/main" id="{416D2369-6C47-4232-BA32-BEB28EFD5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61" y="5063901"/>
            <a:ext cx="2540384" cy="930152"/>
          </a:xfrm>
          <a:prstGeom prst="rect">
            <a:avLst/>
          </a:prstGeom>
        </p:spPr>
      </p:pic>
      <p:pic>
        <p:nvPicPr>
          <p:cNvPr id="2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33E656-4CE7-4FD6-B80A-8D95023DF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1315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E213D376-B9D2-4C8A-9D09-1CA7048CFCD7}"/>
              </a:ext>
            </a:extLst>
          </p:cNvPr>
          <p:cNvSpPr/>
          <p:nvPr/>
        </p:nvSpPr>
        <p:spPr>
          <a:xfrm>
            <a:off x="6704807" y="2485175"/>
            <a:ext cx="115200" cy="14389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CD43F859-36B4-4A0D-AA79-2C93492229B2}"/>
              </a:ext>
            </a:extLst>
          </p:cNvPr>
          <p:cNvGrpSpPr/>
          <p:nvPr/>
        </p:nvGrpSpPr>
        <p:grpSpPr>
          <a:xfrm>
            <a:off x="6538441" y="3462802"/>
            <a:ext cx="2147058" cy="1068681"/>
            <a:chOff x="1180851" y="2959945"/>
            <a:chExt cx="7495605" cy="1884776"/>
          </a:xfrm>
        </p:grpSpPr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24EDACE7-0304-4CBC-924D-AEC098E17F26}"/>
                </a:ext>
              </a:extLst>
            </p:cNvPr>
            <p:cNvCxnSpPr/>
            <p:nvPr/>
          </p:nvCxnSpPr>
          <p:spPr>
            <a:xfrm>
              <a:off x="1187624" y="2959945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연결선 268">
              <a:extLst>
                <a:ext uri="{FF2B5EF4-FFF2-40B4-BE49-F238E27FC236}">
                  <a16:creationId xmlns:a16="http://schemas.microsoft.com/office/drawing/2014/main" id="{ECDECD13-0411-4837-B722-8AD7BB921564}"/>
                </a:ext>
              </a:extLst>
            </p:cNvPr>
            <p:cNvCxnSpPr/>
            <p:nvPr/>
          </p:nvCxnSpPr>
          <p:spPr>
            <a:xfrm>
              <a:off x="1187624" y="393586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0" name="그룹 269">
              <a:extLst>
                <a:ext uri="{FF2B5EF4-FFF2-40B4-BE49-F238E27FC236}">
                  <a16:creationId xmlns:a16="http://schemas.microsoft.com/office/drawing/2014/main" id="{51877911-0A13-4BE3-9E5A-276196AFBCFA}"/>
                </a:ext>
              </a:extLst>
            </p:cNvPr>
            <p:cNvGrpSpPr/>
            <p:nvPr/>
          </p:nvGrpSpPr>
          <p:grpSpPr>
            <a:xfrm flipH="1" flipV="1">
              <a:off x="4357435" y="3939476"/>
              <a:ext cx="2688227" cy="652703"/>
              <a:chOff x="1501760" y="2998490"/>
              <a:chExt cx="2520272" cy="1366614"/>
            </a:xfrm>
          </p:grpSpPr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694340A-F38E-463E-9B94-DF2BDE34D46F}"/>
                  </a:ext>
                </a:extLst>
              </p:cNvPr>
              <p:cNvSpPr/>
              <p:nvPr/>
            </p:nvSpPr>
            <p:spPr>
              <a:xfrm>
                <a:off x="1501760" y="4217882"/>
                <a:ext cx="72000" cy="14722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7" name="직사각형 366">
                <a:extLst>
                  <a:ext uri="{FF2B5EF4-FFF2-40B4-BE49-F238E27FC236}">
                    <a16:creationId xmlns:a16="http://schemas.microsoft.com/office/drawing/2014/main" id="{A2C8F4AE-E366-4A5C-9644-59951BC6873B}"/>
                  </a:ext>
                </a:extLst>
              </p:cNvPr>
              <p:cNvSpPr/>
              <p:nvPr/>
            </p:nvSpPr>
            <p:spPr>
              <a:xfrm>
                <a:off x="3950032" y="2998490"/>
                <a:ext cx="72000" cy="136661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8" name="직사각형 367">
                <a:extLst>
                  <a:ext uri="{FF2B5EF4-FFF2-40B4-BE49-F238E27FC236}">
                    <a16:creationId xmlns:a16="http://schemas.microsoft.com/office/drawing/2014/main" id="{705A7D7D-DFDC-49F5-A545-0A0BF3992C46}"/>
                  </a:ext>
                </a:extLst>
              </p:cNvPr>
              <p:cNvSpPr/>
              <p:nvPr/>
            </p:nvSpPr>
            <p:spPr>
              <a:xfrm>
                <a:off x="3638317" y="3069104"/>
                <a:ext cx="72000" cy="129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9" name="직사각형 368">
                <a:extLst>
                  <a:ext uri="{FF2B5EF4-FFF2-40B4-BE49-F238E27FC236}">
                    <a16:creationId xmlns:a16="http://schemas.microsoft.com/office/drawing/2014/main" id="{C3112926-62A8-4766-85DA-0F5B2DEF9475}"/>
                  </a:ext>
                </a:extLst>
              </p:cNvPr>
              <p:cNvSpPr/>
              <p:nvPr/>
            </p:nvSpPr>
            <p:spPr>
              <a:xfrm>
                <a:off x="3327361" y="3214514"/>
                <a:ext cx="72000" cy="115059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CEB3820F-F57A-4E00-A3A1-6A02D87BBC35}"/>
                  </a:ext>
                </a:extLst>
              </p:cNvPr>
              <p:cNvSpPr/>
              <p:nvPr/>
            </p:nvSpPr>
            <p:spPr>
              <a:xfrm>
                <a:off x="3013928" y="3575612"/>
                <a:ext cx="72000" cy="78949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3" name="직사각형 372">
                <a:extLst>
                  <a:ext uri="{FF2B5EF4-FFF2-40B4-BE49-F238E27FC236}">
                    <a16:creationId xmlns:a16="http://schemas.microsoft.com/office/drawing/2014/main" id="{E34EA65C-227F-4EFE-97EC-3793068DAEFC}"/>
                  </a:ext>
                </a:extLst>
              </p:cNvPr>
              <p:cNvSpPr/>
              <p:nvPr/>
            </p:nvSpPr>
            <p:spPr>
              <a:xfrm>
                <a:off x="2748848" y="3681104"/>
                <a:ext cx="72000" cy="684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4" name="직사각형 373">
                <a:extLst>
                  <a:ext uri="{FF2B5EF4-FFF2-40B4-BE49-F238E27FC236}">
                    <a16:creationId xmlns:a16="http://schemas.microsoft.com/office/drawing/2014/main" id="{48873385-E59B-4D13-B4BB-D3B50E9441B7}"/>
                  </a:ext>
                </a:extLst>
              </p:cNvPr>
              <p:cNvSpPr/>
              <p:nvPr/>
            </p:nvSpPr>
            <p:spPr>
              <a:xfrm>
                <a:off x="2437864" y="3807104"/>
                <a:ext cx="72000" cy="55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6" name="직사각형 375">
                <a:extLst>
                  <a:ext uri="{FF2B5EF4-FFF2-40B4-BE49-F238E27FC236}">
                    <a16:creationId xmlns:a16="http://schemas.microsoft.com/office/drawing/2014/main" id="{F1ACF56C-A0F3-46BA-A537-5E404F2CBA13}"/>
                  </a:ext>
                </a:extLst>
              </p:cNvPr>
              <p:cNvSpPr/>
              <p:nvPr/>
            </p:nvSpPr>
            <p:spPr>
              <a:xfrm>
                <a:off x="2123923" y="3862586"/>
                <a:ext cx="72000" cy="50251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7" name="직사각형 376">
                <a:extLst>
                  <a:ext uri="{FF2B5EF4-FFF2-40B4-BE49-F238E27FC236}">
                    <a16:creationId xmlns:a16="http://schemas.microsoft.com/office/drawing/2014/main" id="{73E0FC23-4637-4CB6-8294-92FA7A322E19}"/>
                  </a:ext>
                </a:extLst>
              </p:cNvPr>
              <p:cNvSpPr/>
              <p:nvPr/>
            </p:nvSpPr>
            <p:spPr>
              <a:xfrm>
                <a:off x="1789792" y="4059104"/>
                <a:ext cx="72000" cy="30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7A2E4343-AA22-48F6-9831-EB243B44661F}"/>
                </a:ext>
              </a:extLst>
            </p:cNvPr>
            <p:cNvGrpSpPr/>
            <p:nvPr/>
          </p:nvGrpSpPr>
          <p:grpSpPr>
            <a:xfrm>
              <a:off x="1403648" y="3249056"/>
              <a:ext cx="2520272" cy="684000"/>
              <a:chOff x="1403648" y="2780928"/>
              <a:chExt cx="2520272" cy="1584176"/>
            </a:xfrm>
          </p:grpSpPr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B3C4EAEC-2EF5-4692-977D-16258F36BACF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C305AF79-C10A-4585-A676-C63CC16DFE5D}"/>
                  </a:ext>
                </a:extLst>
              </p:cNvPr>
              <p:cNvSpPr/>
              <p:nvPr/>
            </p:nvSpPr>
            <p:spPr>
              <a:xfrm>
                <a:off x="3540205" y="2998490"/>
                <a:ext cx="72000" cy="136661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C463C553-AC7D-42B0-B67F-76B5A16123D2}"/>
                  </a:ext>
                </a:extLst>
              </p:cNvPr>
              <p:cNvSpPr/>
              <p:nvPr/>
            </p:nvSpPr>
            <p:spPr>
              <a:xfrm>
                <a:off x="3229249" y="3249104"/>
                <a:ext cx="72000" cy="111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670E839-2165-49E7-B915-9BDC38E3D0D8}"/>
                  </a:ext>
                </a:extLst>
              </p:cNvPr>
              <p:cNvSpPr/>
              <p:nvPr/>
            </p:nvSpPr>
            <p:spPr>
              <a:xfrm>
                <a:off x="2915816" y="3429104"/>
                <a:ext cx="72000" cy="93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EE7E7F2B-0D5A-426C-9A31-48FA3F47BC88}"/>
                  </a:ext>
                </a:extLst>
              </p:cNvPr>
              <p:cNvSpPr/>
              <p:nvPr/>
            </p:nvSpPr>
            <p:spPr>
              <a:xfrm>
                <a:off x="2650736" y="3575612"/>
                <a:ext cx="72000" cy="7894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86C1866E-FA2F-4905-B324-8D47DE4B23C6}"/>
                  </a:ext>
                </a:extLst>
              </p:cNvPr>
              <p:cNvSpPr/>
              <p:nvPr/>
            </p:nvSpPr>
            <p:spPr>
              <a:xfrm>
                <a:off x="2339752" y="3753104"/>
                <a:ext cx="72000" cy="61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03759C99-D9FC-48A8-99C9-EE2EA06E1B31}"/>
                  </a:ext>
                </a:extLst>
              </p:cNvPr>
              <p:cNvSpPr/>
              <p:nvPr/>
            </p:nvSpPr>
            <p:spPr>
              <a:xfrm>
                <a:off x="2025811" y="3933104"/>
                <a:ext cx="72000" cy="43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23905ECD-3317-42B9-8DD3-6EB3DA9A4A28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0DA99728-2D44-41DC-9A68-29168FF6DE9D}"/>
                  </a:ext>
                </a:extLst>
              </p:cNvPr>
              <p:cNvSpPr/>
              <p:nvPr/>
            </p:nvSpPr>
            <p:spPr>
              <a:xfrm>
                <a:off x="3851920" y="2780928"/>
                <a:ext cx="72000" cy="15841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1481EEEF-831C-496D-B62F-740FD8A8FAD9}"/>
                </a:ext>
              </a:extLst>
            </p:cNvPr>
            <p:cNvGrpSpPr/>
            <p:nvPr/>
          </p:nvGrpSpPr>
          <p:grpSpPr>
            <a:xfrm>
              <a:off x="7308297" y="3782267"/>
              <a:ext cx="353772" cy="155437"/>
              <a:chOff x="1403648" y="4005104"/>
              <a:chExt cx="360032" cy="360000"/>
            </a:xfrm>
          </p:grpSpPr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AD0511E9-51AB-46A3-B59F-8CE74D1C3A8E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BD94A21D-75E2-4211-84B9-E40B07993584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AA10651C-DB51-4774-B3C1-5B911A0B53D0}"/>
                </a:ext>
              </a:extLst>
            </p:cNvPr>
            <p:cNvCxnSpPr/>
            <p:nvPr/>
          </p:nvCxnSpPr>
          <p:spPr>
            <a:xfrm>
              <a:off x="1180851" y="4316387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E54558C3-313A-4336-BED6-A6CA5DDAFE2D}"/>
                </a:ext>
              </a:extLst>
            </p:cNvPr>
            <p:cNvCxnSpPr/>
            <p:nvPr/>
          </p:nvCxnSpPr>
          <p:spPr>
            <a:xfrm>
              <a:off x="1180851" y="3376982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19B7F2A2-2BE3-4D3F-B684-685124FCB123}"/>
                </a:ext>
              </a:extLst>
            </p:cNvPr>
            <p:cNvCxnSpPr/>
            <p:nvPr/>
          </p:nvCxnSpPr>
          <p:spPr>
            <a:xfrm>
              <a:off x="1180851" y="484472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자유형 33">
              <a:extLst>
                <a:ext uri="{FF2B5EF4-FFF2-40B4-BE49-F238E27FC236}">
                  <a16:creationId xmlns:a16="http://schemas.microsoft.com/office/drawing/2014/main" id="{0F74D185-08F2-4534-ADE7-5BAF3F773520}"/>
                </a:ext>
              </a:extLst>
            </p:cNvPr>
            <p:cNvSpPr/>
            <p:nvPr/>
          </p:nvSpPr>
          <p:spPr>
            <a:xfrm flipH="1" flipV="1">
              <a:off x="4353593" y="3937702"/>
              <a:ext cx="2689623" cy="68400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5" name="자유형 83">
              <a:extLst>
                <a:ext uri="{FF2B5EF4-FFF2-40B4-BE49-F238E27FC236}">
                  <a16:creationId xmlns:a16="http://schemas.microsoft.com/office/drawing/2014/main" id="{4550CD62-5A0B-4049-B646-1A2ABF2D07F7}"/>
                </a:ext>
              </a:extLst>
            </p:cNvPr>
            <p:cNvSpPr/>
            <p:nvPr/>
          </p:nvSpPr>
          <p:spPr>
            <a:xfrm>
              <a:off x="1397086" y="3160835"/>
              <a:ext cx="2742866" cy="770368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E97A0F5-F812-4130-BAD7-27EDFF573DC0}"/>
              </a:ext>
            </a:extLst>
          </p:cNvPr>
          <p:cNvGrpSpPr/>
          <p:nvPr/>
        </p:nvGrpSpPr>
        <p:grpSpPr>
          <a:xfrm>
            <a:off x="3526025" y="5317506"/>
            <a:ext cx="2430416" cy="190268"/>
            <a:chOff x="3418761" y="4940755"/>
            <a:chExt cx="2430416" cy="19026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D49F22AB-17D8-4589-AB99-1A2B0B85FDAA}"/>
                </a:ext>
              </a:extLst>
            </p:cNvPr>
            <p:cNvGrpSpPr/>
            <p:nvPr/>
          </p:nvGrpSpPr>
          <p:grpSpPr>
            <a:xfrm>
              <a:off x="3418761" y="4940755"/>
              <a:ext cx="1835844" cy="184666"/>
              <a:chOff x="3535608" y="4989368"/>
              <a:chExt cx="1835844" cy="184666"/>
            </a:xfrm>
          </p:grpSpPr>
          <p:sp>
            <p:nvSpPr>
              <p:cNvPr id="407" name="사각형: 둥근 모서리 406">
                <a:extLst>
                  <a:ext uri="{FF2B5EF4-FFF2-40B4-BE49-F238E27FC236}">
                    <a16:creationId xmlns:a16="http://schemas.microsoft.com/office/drawing/2014/main" id="{048E4DE1-D7A8-452E-8463-A0DC0C89AF19}"/>
                  </a:ext>
                </a:extLst>
              </p:cNvPr>
              <p:cNvSpPr/>
              <p:nvPr/>
            </p:nvSpPr>
            <p:spPr>
              <a:xfrm>
                <a:off x="3535608" y="5016742"/>
                <a:ext cx="257502" cy="129918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98F989EC-9F16-48B2-BA01-18F6E055AD57}"/>
                  </a:ext>
                </a:extLst>
              </p:cNvPr>
              <p:cNvSpPr txBox="1"/>
              <p:nvPr/>
            </p:nvSpPr>
            <p:spPr>
              <a:xfrm>
                <a:off x="369425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PCS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7" name="사각형: 둥근 모서리 416">
                <a:extLst>
                  <a:ext uri="{FF2B5EF4-FFF2-40B4-BE49-F238E27FC236}">
                    <a16:creationId xmlns:a16="http://schemas.microsoft.com/office/drawing/2014/main" id="{D1F06681-278F-465D-91AE-A3FFF36AA439}"/>
                  </a:ext>
                </a:extLst>
              </p:cNvPr>
              <p:cNvSpPr/>
              <p:nvPr/>
            </p:nvSpPr>
            <p:spPr>
              <a:xfrm>
                <a:off x="4158568" y="5016742"/>
                <a:ext cx="257502" cy="129918"/>
              </a:xfrm>
              <a:prstGeom prst="roundRect">
                <a:avLst/>
              </a:prstGeom>
              <a:solidFill>
                <a:schemeClr val="accent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A36FC55C-1AFC-4D4F-AF8E-1879ABC4227B}"/>
                  </a:ext>
                </a:extLst>
              </p:cNvPr>
              <p:cNvSpPr txBox="1"/>
              <p:nvPr/>
            </p:nvSpPr>
            <p:spPr>
              <a:xfrm>
                <a:off x="431721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BMS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9" name="사각형: 둥근 모서리 418">
                <a:extLst>
                  <a:ext uri="{FF2B5EF4-FFF2-40B4-BE49-F238E27FC236}">
                    <a16:creationId xmlns:a16="http://schemas.microsoft.com/office/drawing/2014/main" id="{F6BCCD55-7BC8-4744-BEDE-27F3A2F60D19}"/>
                  </a:ext>
                </a:extLst>
              </p:cNvPr>
              <p:cNvSpPr/>
              <p:nvPr/>
            </p:nvSpPr>
            <p:spPr>
              <a:xfrm>
                <a:off x="4794451" y="5016742"/>
                <a:ext cx="257502" cy="129918"/>
              </a:xfrm>
              <a:prstGeom prst="roundRect">
                <a:avLst/>
              </a:prstGeom>
              <a:solidFill>
                <a:srgbClr val="FFC0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BB2E9C6-0B8B-4B8E-91A9-0C6EA163A71A}"/>
                  </a:ext>
                </a:extLst>
              </p:cNvPr>
              <p:cNvSpPr txBox="1"/>
              <p:nvPr/>
            </p:nvSpPr>
            <p:spPr>
              <a:xfrm>
                <a:off x="4953099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PV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78" name="사각형: 둥근 모서리 377">
              <a:extLst>
                <a:ext uri="{FF2B5EF4-FFF2-40B4-BE49-F238E27FC236}">
                  <a16:creationId xmlns:a16="http://schemas.microsoft.com/office/drawing/2014/main" id="{926C030D-5BE2-4DEF-A9CF-8785E95EF045}"/>
                </a:ext>
              </a:extLst>
            </p:cNvPr>
            <p:cNvSpPr/>
            <p:nvPr/>
          </p:nvSpPr>
          <p:spPr>
            <a:xfrm>
              <a:off x="5272176" y="4973731"/>
              <a:ext cx="257502" cy="129918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7EA9089C-21D1-4B79-B5EB-345C0D96FB6A}"/>
                </a:ext>
              </a:extLst>
            </p:cNvPr>
            <p:cNvSpPr txBox="1"/>
            <p:nvPr/>
          </p:nvSpPr>
          <p:spPr>
            <a:xfrm>
              <a:off x="5430824" y="4946357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087FFC54-1FA8-4A28-A8D0-978D49820A84}"/>
              </a:ext>
            </a:extLst>
          </p:cNvPr>
          <p:cNvGrpSpPr/>
          <p:nvPr/>
        </p:nvGrpSpPr>
        <p:grpSpPr>
          <a:xfrm>
            <a:off x="5282110" y="4407283"/>
            <a:ext cx="869295" cy="376502"/>
            <a:chOff x="4137026" y="5220442"/>
            <a:chExt cx="869295" cy="376502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D92E09D4-DDAE-4E97-B02B-A402A14126C8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E5B5187D-1CBC-45D5-BC91-19969A0AB4DD}"/>
                </a:ext>
              </a:extLst>
            </p:cNvPr>
            <p:cNvSpPr txBox="1"/>
            <p:nvPr/>
          </p:nvSpPr>
          <p:spPr>
            <a:xfrm>
              <a:off x="4407707" y="5327235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FB98C49B-6BFC-4CD9-9E28-3036B18FC29B}"/>
                </a:ext>
              </a:extLst>
            </p:cNvPr>
            <p:cNvSpPr txBox="1"/>
            <p:nvPr/>
          </p:nvSpPr>
          <p:spPr>
            <a:xfrm>
              <a:off x="4407707" y="5427667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7C470C9C-D3D3-4DFD-8006-25F7FD00345D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누적 발전량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C50BBFEC-9559-4AF2-9ACD-557F5C869A96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예측 발전량</a:t>
              </a:r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56D5DC7B-0941-4426-8700-A3C5DE9AD58F}"/>
              </a:ext>
            </a:extLst>
          </p:cNvPr>
          <p:cNvGrpSpPr/>
          <p:nvPr/>
        </p:nvGrpSpPr>
        <p:grpSpPr>
          <a:xfrm>
            <a:off x="3979418" y="4417149"/>
            <a:ext cx="776403" cy="451529"/>
            <a:chOff x="4137026" y="5220442"/>
            <a:chExt cx="542695" cy="451529"/>
          </a:xfrm>
        </p:grpSpPr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F3A6E826-0668-4B7A-88A9-C03298B1425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8E6D9281-782A-4D99-BFC6-FB68A153158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3D542D4-D6A3-4ACA-8B5B-DC65E26DEC5B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3" name="그룹 392">
            <a:extLst>
              <a:ext uri="{FF2B5EF4-FFF2-40B4-BE49-F238E27FC236}">
                <a16:creationId xmlns:a16="http://schemas.microsoft.com/office/drawing/2014/main" id="{D33E31D0-A877-4175-8905-5D9ED299A4EE}"/>
              </a:ext>
            </a:extLst>
          </p:cNvPr>
          <p:cNvGrpSpPr/>
          <p:nvPr/>
        </p:nvGrpSpPr>
        <p:grpSpPr>
          <a:xfrm>
            <a:off x="4627207" y="4416436"/>
            <a:ext cx="776403" cy="451529"/>
            <a:chOff x="4137026" y="5220442"/>
            <a:chExt cx="542695" cy="451529"/>
          </a:xfrm>
        </p:grpSpPr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1685644A-17CD-417F-977C-F9045DB39A45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IOT_3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07FFC255-73B0-410F-9824-FF36DEF43C0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FF0000"/>
                  </a:solidFill>
                </a:rPr>
                <a:t>Disconnected</a:t>
              </a:r>
              <a:endParaRPr lang="ko-KR" altLang="en-US" sz="500" b="1" dirty="0">
                <a:solidFill>
                  <a:srgbClr val="FF0000"/>
                </a:solidFill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A77A9920-EC18-46F1-B862-B76DBA7F4AB3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EC1E9281-7282-4A36-827D-BDFEA3B95940}"/>
              </a:ext>
            </a:extLst>
          </p:cNvPr>
          <p:cNvGrpSpPr/>
          <p:nvPr/>
        </p:nvGrpSpPr>
        <p:grpSpPr>
          <a:xfrm>
            <a:off x="1217504" y="1756776"/>
            <a:ext cx="1044000" cy="1446233"/>
            <a:chOff x="4177831" y="6268325"/>
            <a:chExt cx="1044000" cy="1446233"/>
          </a:xfrm>
        </p:grpSpPr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BC5AE00E-28BB-44BD-9A79-7331BE2DEB30}"/>
                </a:ext>
              </a:extLst>
            </p:cNvPr>
            <p:cNvSpPr/>
            <p:nvPr/>
          </p:nvSpPr>
          <p:spPr>
            <a:xfrm>
              <a:off x="4194936" y="6268325"/>
              <a:ext cx="1009791" cy="14462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17009BFA-ADDF-411F-9CB3-B3884F9B5F7C}"/>
                </a:ext>
              </a:extLst>
            </p:cNvPr>
            <p:cNvCxnSpPr/>
            <p:nvPr/>
          </p:nvCxnSpPr>
          <p:spPr>
            <a:xfrm>
              <a:off x="4375831" y="7088257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4F4D27E2-C02D-4EEF-86A1-EA28CB54799D}"/>
                </a:ext>
              </a:extLst>
            </p:cNvPr>
            <p:cNvSpPr txBox="1"/>
            <p:nvPr/>
          </p:nvSpPr>
          <p:spPr>
            <a:xfrm>
              <a:off x="4177831" y="6283637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오늘의 사용량</a:t>
              </a:r>
            </a:p>
          </p:txBody>
        </p: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FFA32402-08D0-44EC-8C7C-0F07887F8D4A}"/>
                </a:ext>
              </a:extLst>
            </p:cNvPr>
            <p:cNvCxnSpPr/>
            <p:nvPr/>
          </p:nvCxnSpPr>
          <p:spPr>
            <a:xfrm>
              <a:off x="4375831" y="728514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FA73E06D-F6FA-4814-8DC6-8663D76D017F}"/>
                </a:ext>
              </a:extLst>
            </p:cNvPr>
            <p:cNvCxnSpPr/>
            <p:nvPr/>
          </p:nvCxnSpPr>
          <p:spPr>
            <a:xfrm>
              <a:off x="4375831" y="748203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FB861DF6-06A9-4637-A0E4-420170C33F37}"/>
                </a:ext>
              </a:extLst>
            </p:cNvPr>
            <p:cNvCxnSpPr/>
            <p:nvPr/>
          </p:nvCxnSpPr>
          <p:spPr>
            <a:xfrm>
              <a:off x="4375831" y="6497590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207623C3-C6F6-45FF-8A23-322D9DD1B7AB}"/>
                </a:ext>
              </a:extLst>
            </p:cNvPr>
            <p:cNvCxnSpPr/>
            <p:nvPr/>
          </p:nvCxnSpPr>
          <p:spPr>
            <a:xfrm>
              <a:off x="4375831" y="6694479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직선 연결선 257">
              <a:extLst>
                <a:ext uri="{FF2B5EF4-FFF2-40B4-BE49-F238E27FC236}">
                  <a16:creationId xmlns:a16="http://schemas.microsoft.com/office/drawing/2014/main" id="{DB313785-5DCE-4547-9B95-6429396F266D}"/>
                </a:ext>
              </a:extLst>
            </p:cNvPr>
            <p:cNvCxnSpPr/>
            <p:nvPr/>
          </p:nvCxnSpPr>
          <p:spPr>
            <a:xfrm>
              <a:off x="4375831" y="6891368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6B8E71EA-22D8-4CE3-A891-71BBBA9D52E8}"/>
                </a:ext>
              </a:extLst>
            </p:cNvPr>
            <p:cNvSpPr txBox="1"/>
            <p:nvPr/>
          </p:nvSpPr>
          <p:spPr>
            <a:xfrm>
              <a:off x="4177831" y="649303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피크 관리 현황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0928E12-8C07-47E6-86AC-FE59E9BB5932}"/>
                </a:ext>
              </a:extLst>
            </p:cNvPr>
            <p:cNvSpPr txBox="1"/>
            <p:nvPr/>
          </p:nvSpPr>
          <p:spPr>
            <a:xfrm>
              <a:off x="4177831" y="668932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ko-KR" altLang="en-US" dirty="0"/>
                <a:t>계획 사용량 조회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3B83FC75-7A34-4AE7-9F82-FCD3EFE68E04}"/>
                </a:ext>
              </a:extLst>
            </p:cNvPr>
            <p:cNvSpPr txBox="1"/>
            <p:nvPr/>
          </p:nvSpPr>
          <p:spPr>
            <a:xfrm>
              <a:off x="4177831" y="688596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ESS </a:t>
              </a:r>
              <a:r>
                <a:rPr lang="ko-KR" altLang="en-US" sz="8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충방전량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조회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99555CD2-143B-411A-AA4F-A228A0D7EB64}"/>
                </a:ext>
              </a:extLst>
            </p:cNvPr>
            <p:cNvSpPr txBox="1"/>
            <p:nvPr/>
          </p:nvSpPr>
          <p:spPr>
            <a:xfrm>
              <a:off x="4177831" y="708225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발전량 조회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3E0AFAF9-51BA-49D2-8CB4-F264884C0B30}"/>
                </a:ext>
              </a:extLst>
            </p:cNvPr>
            <p:cNvSpPr txBox="1"/>
            <p:nvPr/>
          </p:nvSpPr>
          <p:spPr>
            <a:xfrm>
              <a:off x="4177831" y="727831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DR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실적 조회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F007F0A3-7B83-4209-A661-11D088A1CAF5}"/>
                </a:ext>
              </a:extLst>
            </p:cNvPr>
            <p:cNvSpPr txBox="1"/>
            <p:nvPr/>
          </p:nvSpPr>
          <p:spPr>
            <a:xfrm>
              <a:off x="4177831" y="749433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사용량 구성</a:t>
              </a:r>
            </a:p>
          </p:txBody>
        </p:sp>
      </p:grpSp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01FE166B-63A6-411B-94AE-4DA877632F15}"/>
              </a:ext>
            </a:extLst>
          </p:cNvPr>
          <p:cNvGrpSpPr/>
          <p:nvPr/>
        </p:nvGrpSpPr>
        <p:grpSpPr>
          <a:xfrm>
            <a:off x="2128327" y="1748184"/>
            <a:ext cx="1044000" cy="854335"/>
            <a:chOff x="4299223" y="6353169"/>
            <a:chExt cx="1044000" cy="854335"/>
          </a:xfrm>
        </p:grpSpPr>
        <p:sp>
          <p:nvSpPr>
            <p:cNvPr id="291" name="직사각형 290">
              <a:extLst>
                <a:ext uri="{FF2B5EF4-FFF2-40B4-BE49-F238E27FC236}">
                  <a16:creationId xmlns:a16="http://schemas.microsoft.com/office/drawing/2014/main" id="{FF24D733-CBC9-4390-8129-821E5E071B32}"/>
                </a:ext>
              </a:extLst>
            </p:cNvPr>
            <p:cNvSpPr/>
            <p:nvPr/>
          </p:nvSpPr>
          <p:spPr>
            <a:xfrm>
              <a:off x="4385547" y="6353169"/>
              <a:ext cx="871352" cy="8543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F125D3D9-1660-47D2-9801-096B8DDA9A07}"/>
                </a:ext>
              </a:extLst>
            </p:cNvPr>
            <p:cNvSpPr txBox="1"/>
            <p:nvPr/>
          </p:nvSpPr>
          <p:spPr>
            <a:xfrm>
              <a:off x="4299223" y="6368481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IOE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통신상태</a:t>
              </a:r>
            </a:p>
          </p:txBody>
        </p:sp>
        <p:cxnSp>
          <p:nvCxnSpPr>
            <p:cNvPr id="295" name="직선 연결선 294">
              <a:extLst>
                <a:ext uri="{FF2B5EF4-FFF2-40B4-BE49-F238E27FC236}">
                  <a16:creationId xmlns:a16="http://schemas.microsoft.com/office/drawing/2014/main" id="{51996589-E95D-4FD7-B5ED-4FDFF963DE19}"/>
                </a:ext>
              </a:extLst>
            </p:cNvPr>
            <p:cNvCxnSpPr/>
            <p:nvPr/>
          </p:nvCxnSpPr>
          <p:spPr>
            <a:xfrm>
              <a:off x="4497223" y="658243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연결선 295">
              <a:extLst>
                <a:ext uri="{FF2B5EF4-FFF2-40B4-BE49-F238E27FC236}">
                  <a16:creationId xmlns:a16="http://schemas.microsoft.com/office/drawing/2014/main" id="{03A70B62-0086-4797-B915-CB6D8A3708B6}"/>
                </a:ext>
              </a:extLst>
            </p:cNvPr>
            <p:cNvCxnSpPr/>
            <p:nvPr/>
          </p:nvCxnSpPr>
          <p:spPr>
            <a:xfrm>
              <a:off x="4497223" y="6779323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연결선 296">
              <a:extLst>
                <a:ext uri="{FF2B5EF4-FFF2-40B4-BE49-F238E27FC236}">
                  <a16:creationId xmlns:a16="http://schemas.microsoft.com/office/drawing/2014/main" id="{F4810F0F-034F-43EE-905C-4EAC75B30587}"/>
                </a:ext>
              </a:extLst>
            </p:cNvPr>
            <p:cNvCxnSpPr/>
            <p:nvPr/>
          </p:nvCxnSpPr>
          <p:spPr>
            <a:xfrm>
              <a:off x="4497223" y="6976212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E29B2F6-4042-4916-8C1F-6352B2138508}"/>
                </a:ext>
              </a:extLst>
            </p:cNvPr>
            <p:cNvSpPr txBox="1"/>
            <p:nvPr/>
          </p:nvSpPr>
          <p:spPr>
            <a:xfrm>
              <a:off x="4299223" y="657787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PCS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운전상태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86E617ED-E703-4870-89D0-2C67B38D0AE7}"/>
                </a:ext>
              </a:extLst>
            </p:cNvPr>
            <p:cNvSpPr txBox="1"/>
            <p:nvPr/>
          </p:nvSpPr>
          <p:spPr>
            <a:xfrm>
              <a:off x="4299223" y="677416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BMS </a:t>
              </a:r>
              <a:r>
                <a:rPr lang="ko-KR" altLang="en-US" dirty="0"/>
                <a:t>운전상태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80F3F1F0-64E0-4685-BF29-5D1496A9151D}"/>
                </a:ext>
              </a:extLst>
            </p:cNvPr>
            <p:cNvSpPr txBox="1"/>
            <p:nvPr/>
          </p:nvSpPr>
          <p:spPr>
            <a:xfrm>
              <a:off x="4299223" y="697080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운전상태</a:t>
              </a:r>
            </a:p>
          </p:txBody>
        </p:sp>
      </p:grpSp>
      <p:grpSp>
        <p:nvGrpSpPr>
          <p:cNvPr id="310" name="그룹 309">
            <a:extLst>
              <a:ext uri="{FF2B5EF4-FFF2-40B4-BE49-F238E27FC236}">
                <a16:creationId xmlns:a16="http://schemas.microsoft.com/office/drawing/2014/main" id="{37172882-BC4A-4E37-AC6C-0DB9293DE4DF}"/>
              </a:ext>
            </a:extLst>
          </p:cNvPr>
          <p:cNvGrpSpPr/>
          <p:nvPr/>
        </p:nvGrpSpPr>
        <p:grpSpPr>
          <a:xfrm>
            <a:off x="3822088" y="1751525"/>
            <a:ext cx="1044000" cy="833083"/>
            <a:chOff x="5986543" y="6211594"/>
            <a:chExt cx="1044000" cy="833083"/>
          </a:xfrm>
        </p:grpSpPr>
        <p:sp>
          <p:nvSpPr>
            <p:cNvPr id="311" name="직사각형 310">
              <a:extLst>
                <a:ext uri="{FF2B5EF4-FFF2-40B4-BE49-F238E27FC236}">
                  <a16:creationId xmlns:a16="http://schemas.microsoft.com/office/drawing/2014/main" id="{78F21C8D-4590-4803-975B-068C46C540FA}"/>
                </a:ext>
              </a:extLst>
            </p:cNvPr>
            <p:cNvSpPr/>
            <p:nvPr/>
          </p:nvSpPr>
          <p:spPr>
            <a:xfrm>
              <a:off x="6052050" y="6211594"/>
              <a:ext cx="912986" cy="8330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11F8E4C6-66DE-4E8C-9C93-EF923826EFFF}"/>
                </a:ext>
              </a:extLst>
            </p:cNvPr>
            <p:cNvSpPr txBox="1"/>
            <p:nvPr/>
          </p:nvSpPr>
          <p:spPr>
            <a:xfrm>
              <a:off x="5986543" y="6226906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한전 요금 조회</a:t>
              </a:r>
            </a:p>
          </p:txBody>
        </p:sp>
        <p:cxnSp>
          <p:nvCxnSpPr>
            <p:cNvPr id="313" name="직선 연결선 312">
              <a:extLst>
                <a:ext uri="{FF2B5EF4-FFF2-40B4-BE49-F238E27FC236}">
                  <a16:creationId xmlns:a16="http://schemas.microsoft.com/office/drawing/2014/main" id="{A0F68DA5-031B-4AEA-A7D1-61B43DBCC329}"/>
                </a:ext>
              </a:extLst>
            </p:cNvPr>
            <p:cNvCxnSpPr/>
            <p:nvPr/>
          </p:nvCxnSpPr>
          <p:spPr>
            <a:xfrm>
              <a:off x="6184543" y="6440859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직선 연결선 348">
              <a:extLst>
                <a:ext uri="{FF2B5EF4-FFF2-40B4-BE49-F238E27FC236}">
                  <a16:creationId xmlns:a16="http://schemas.microsoft.com/office/drawing/2014/main" id="{E14B7088-5B18-4A76-99D4-C14F3D9ECF50}"/>
                </a:ext>
              </a:extLst>
            </p:cNvPr>
            <p:cNvCxnSpPr/>
            <p:nvPr/>
          </p:nvCxnSpPr>
          <p:spPr>
            <a:xfrm>
              <a:off x="6184543" y="6637748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238531F3-AEB4-458A-ACB1-2379A8B53BA3}"/>
                </a:ext>
              </a:extLst>
            </p:cNvPr>
            <p:cNvCxnSpPr/>
            <p:nvPr/>
          </p:nvCxnSpPr>
          <p:spPr>
            <a:xfrm>
              <a:off x="6184543" y="6834637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57DE0924-8C08-4450-900F-5BF053D686F6}"/>
                </a:ext>
              </a:extLst>
            </p:cNvPr>
            <p:cNvSpPr txBox="1"/>
            <p:nvPr/>
          </p:nvSpPr>
          <p:spPr>
            <a:xfrm>
              <a:off x="5986543" y="643630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ESS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수익 조회</a:t>
              </a: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54AF4BDD-D519-48B5-9AF5-A06F7D84FCE1}"/>
                </a:ext>
              </a:extLst>
            </p:cNvPr>
            <p:cNvSpPr txBox="1"/>
            <p:nvPr/>
          </p:nvSpPr>
          <p:spPr>
            <a:xfrm>
              <a:off x="5986543" y="663259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DR </a:t>
              </a:r>
              <a:r>
                <a:rPr lang="ko-KR" altLang="en-US" dirty="0"/>
                <a:t>수익 조회</a:t>
              </a: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CA4C639E-88E8-4892-9E91-2F692F821AD0}"/>
                </a:ext>
              </a:extLst>
            </p:cNvPr>
            <p:cNvSpPr txBox="1"/>
            <p:nvPr/>
          </p:nvSpPr>
          <p:spPr>
            <a:xfrm>
              <a:off x="5986543" y="682923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수익 조회</a:t>
              </a:r>
            </a:p>
          </p:txBody>
        </p:sp>
      </p:grpSp>
      <p:sp>
        <p:nvSpPr>
          <p:cNvPr id="412" name="말풍선: 모서리가 둥근 사각형 411">
            <a:extLst>
              <a:ext uri="{FF2B5EF4-FFF2-40B4-BE49-F238E27FC236}">
                <a16:creationId xmlns:a16="http://schemas.microsoft.com/office/drawing/2014/main" id="{B1DD3D9F-1DE4-4B49-A6C7-CB364D833325}"/>
              </a:ext>
            </a:extLst>
          </p:cNvPr>
          <p:cNvSpPr/>
          <p:nvPr/>
        </p:nvSpPr>
        <p:spPr>
          <a:xfrm>
            <a:off x="1093685" y="2258735"/>
            <a:ext cx="2716347" cy="1215049"/>
          </a:xfrm>
          <a:prstGeom prst="wedgeRoundRectCallout">
            <a:avLst>
              <a:gd name="adj1" fmla="val -27212"/>
              <a:gd name="adj2" fmla="val -71125"/>
              <a:gd name="adj3" fmla="val 16667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2">
                    <a:lumMod val="25000"/>
                  </a:schemeClr>
                </a:solidFill>
              </a:rPr>
              <a:t>서비스 포털 시연 시나리오</a:t>
            </a:r>
            <a:endParaRPr lang="en-US" altLang="ko-KR" sz="1000" b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altLang="ko-KR" sz="900" b="1" dirty="0">
                <a:solidFill>
                  <a:schemeClr val="bg2">
                    <a:lumMod val="25000"/>
                  </a:schemeClr>
                </a:solidFill>
              </a:rPr>
              <a:t>‘</a:t>
            </a:r>
            <a:r>
              <a:rPr lang="ko-KR" altLang="en-US" sz="900" b="1" dirty="0" err="1">
                <a:solidFill>
                  <a:schemeClr val="bg2">
                    <a:lumMod val="25000"/>
                  </a:schemeClr>
                </a:solidFill>
              </a:rPr>
              <a:t>군관리</a:t>
            </a:r>
            <a:r>
              <a:rPr lang="ko-KR" altLang="en-US" sz="9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ko-KR" sz="900" b="1" dirty="0">
                <a:solidFill>
                  <a:schemeClr val="bg2">
                    <a:lumMod val="25000"/>
                  </a:schemeClr>
                </a:solidFill>
              </a:rPr>
              <a:t>Main’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 사이트 선택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</a:t>
            </a:r>
          </a:p>
          <a:p>
            <a:r>
              <a:rPr lang="en-US" altLang="ko-KR" sz="900" b="1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‘Site Main’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이동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 </a:t>
            </a:r>
          </a:p>
          <a:p>
            <a:r>
              <a:rPr lang="en-US" altLang="ko-KR" sz="900" b="1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‘Site Main’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의 메뉴에서 </a:t>
            </a:r>
            <a:r>
              <a:rPr lang="en-US" altLang="ko-KR" sz="900" b="1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900" b="1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오늘의 사용량</a:t>
            </a:r>
            <a:r>
              <a:rPr lang="en-US" altLang="ko-KR" sz="900" b="1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 선택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altLang="ko-KR" sz="900" b="1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900" b="1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오늘의 사용량</a:t>
            </a:r>
            <a:r>
              <a:rPr lang="en-US" altLang="ko-KR" sz="900" b="1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 모니터링 화면으로 이동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sym typeface="Wingdings" panose="05000000000000000000" pitchFamily="2" charset="2"/>
            </a:endParaRPr>
          </a:p>
          <a:p>
            <a:endParaRPr lang="en-US" altLang="ko-KR" sz="900" dirty="0">
              <a:solidFill>
                <a:schemeClr val="bg2">
                  <a:lumMod val="25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*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타 메뉴는 메뉴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퍼블리싱만 적용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이동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x)</a:t>
            </a:r>
            <a:endParaRPr lang="ko-KR" alt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13" name="직사각형 412">
            <a:extLst>
              <a:ext uri="{FF2B5EF4-FFF2-40B4-BE49-F238E27FC236}">
                <a16:creationId xmlns:a16="http://schemas.microsoft.com/office/drawing/2014/main" id="{71C86A8D-6433-43FE-A723-BC9D924001FB}"/>
              </a:ext>
            </a:extLst>
          </p:cNvPr>
          <p:cNvSpPr/>
          <p:nvPr/>
        </p:nvSpPr>
        <p:spPr>
          <a:xfrm>
            <a:off x="1257397" y="1789668"/>
            <a:ext cx="910639" cy="17542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FA6605A3-B387-4C37-9AB1-EC86FDCBFBB7}"/>
              </a:ext>
            </a:extLst>
          </p:cNvPr>
          <p:cNvGrpSpPr/>
          <p:nvPr/>
        </p:nvGrpSpPr>
        <p:grpSpPr>
          <a:xfrm>
            <a:off x="6807187" y="3260290"/>
            <a:ext cx="1933365" cy="363942"/>
            <a:chOff x="2987840" y="283425"/>
            <a:chExt cx="1933365" cy="363942"/>
          </a:xfrm>
        </p:grpSpPr>
        <p:cxnSp>
          <p:nvCxnSpPr>
            <p:cNvPr id="362" name="직선 연결선 361">
              <a:extLst>
                <a:ext uri="{FF2B5EF4-FFF2-40B4-BE49-F238E27FC236}">
                  <a16:creationId xmlns:a16="http://schemas.microsoft.com/office/drawing/2014/main" id="{C39FDAA2-BA6D-47FB-8029-2923977A356A}"/>
                </a:ext>
              </a:extLst>
            </p:cNvPr>
            <p:cNvCxnSpPr/>
            <p:nvPr/>
          </p:nvCxnSpPr>
          <p:spPr>
            <a:xfrm>
              <a:off x="2987840" y="392891"/>
              <a:ext cx="14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직사각형 362">
              <a:extLst>
                <a:ext uri="{FF2B5EF4-FFF2-40B4-BE49-F238E27FC236}">
                  <a16:creationId xmlns:a16="http://schemas.microsoft.com/office/drawing/2014/main" id="{E11AA1B0-65BD-4CFC-94AA-0F32A796DF13}"/>
                </a:ext>
              </a:extLst>
            </p:cNvPr>
            <p:cNvSpPr/>
            <p:nvPr/>
          </p:nvSpPr>
          <p:spPr>
            <a:xfrm>
              <a:off x="3072010" y="285820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</a:t>
              </a:r>
            </a:p>
          </p:txBody>
        </p:sp>
        <p:cxnSp>
          <p:nvCxnSpPr>
            <p:cNvPr id="364" name="직선 연결선 363">
              <a:extLst>
                <a:ext uri="{FF2B5EF4-FFF2-40B4-BE49-F238E27FC236}">
                  <a16:creationId xmlns:a16="http://schemas.microsoft.com/office/drawing/2014/main" id="{99B5A2B5-9FF8-488E-8288-55BF8579FC86}"/>
                </a:ext>
              </a:extLst>
            </p:cNvPr>
            <p:cNvCxnSpPr/>
            <p:nvPr/>
          </p:nvCxnSpPr>
          <p:spPr>
            <a:xfrm>
              <a:off x="3410158" y="392891"/>
              <a:ext cx="14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65" name="직사각형 364">
              <a:extLst>
                <a:ext uri="{FF2B5EF4-FFF2-40B4-BE49-F238E27FC236}">
                  <a16:creationId xmlns:a16="http://schemas.microsoft.com/office/drawing/2014/main" id="{DB3161F5-7681-46A4-8388-CF3F6B9D8679}"/>
                </a:ext>
              </a:extLst>
            </p:cNvPr>
            <p:cNvSpPr/>
            <p:nvPr/>
          </p:nvSpPr>
          <p:spPr>
            <a:xfrm>
              <a:off x="3497913" y="283425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</a:t>
              </a:r>
            </a:p>
          </p:txBody>
        </p:sp>
        <p:cxnSp>
          <p:nvCxnSpPr>
            <p:cNvPr id="366" name="직선 연결선 365">
              <a:extLst>
                <a:ext uri="{FF2B5EF4-FFF2-40B4-BE49-F238E27FC236}">
                  <a16:creationId xmlns:a16="http://schemas.microsoft.com/office/drawing/2014/main" id="{E087D2D4-9CFB-4B7A-B526-25023614C0FF}"/>
                </a:ext>
              </a:extLst>
            </p:cNvPr>
            <p:cNvCxnSpPr/>
            <p:nvPr/>
          </p:nvCxnSpPr>
          <p:spPr>
            <a:xfrm>
              <a:off x="4357958" y="392891"/>
              <a:ext cx="144000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621D5EBB-6046-482B-83A8-AD21B76B3C56}"/>
                </a:ext>
              </a:extLst>
            </p:cNvPr>
            <p:cNvSpPr/>
            <p:nvPr/>
          </p:nvSpPr>
          <p:spPr>
            <a:xfrm>
              <a:off x="4433158" y="287327"/>
              <a:ext cx="45979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 계획</a:t>
              </a:r>
            </a:p>
          </p:txBody>
        </p:sp>
        <p:cxnSp>
          <p:nvCxnSpPr>
            <p:cNvPr id="375" name="직선 연결선 374">
              <a:extLst>
                <a:ext uri="{FF2B5EF4-FFF2-40B4-BE49-F238E27FC236}">
                  <a16:creationId xmlns:a16="http://schemas.microsoft.com/office/drawing/2014/main" id="{531D09B3-1833-42E9-8319-0BFAC106A2BE}"/>
                </a:ext>
              </a:extLst>
            </p:cNvPr>
            <p:cNvCxnSpPr/>
            <p:nvPr/>
          </p:nvCxnSpPr>
          <p:spPr>
            <a:xfrm>
              <a:off x="3842877" y="392891"/>
              <a:ext cx="144000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7" name="직사각형 396">
              <a:extLst>
                <a:ext uri="{FF2B5EF4-FFF2-40B4-BE49-F238E27FC236}">
                  <a16:creationId xmlns:a16="http://schemas.microsoft.com/office/drawing/2014/main" id="{2CA790AC-6E15-443E-B1B3-F5F03F895321}"/>
                </a:ext>
              </a:extLst>
            </p:cNvPr>
            <p:cNvSpPr/>
            <p:nvPr/>
          </p:nvSpPr>
          <p:spPr>
            <a:xfrm>
              <a:off x="3913093" y="2851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 계획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800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24" y="1363447"/>
            <a:ext cx="8635704" cy="47287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15" name="TextBox 1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오늘의 사용량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33" y="5838909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414008" y="580526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172273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오늘의 사용량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06120"/>
              </p:ext>
            </p:extLst>
          </p:nvPr>
        </p:nvGraphicFramePr>
        <p:xfrm>
          <a:off x="560288" y="2567939"/>
          <a:ext cx="8208912" cy="2353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34" name="직선 연결선 33"/>
          <p:cNvCxnSpPr/>
          <p:nvPr/>
        </p:nvCxnSpPr>
        <p:spPr>
          <a:xfrm>
            <a:off x="1280368" y="2924944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1280368" y="3861048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104904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6680968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281015" y="2104123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오늘 사용량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6" name="직선 연결선 5"/>
          <p:cNvCxnSpPr>
            <a:cxnSpLocks/>
          </p:cNvCxnSpPr>
          <p:nvPr/>
        </p:nvCxnSpPr>
        <p:spPr>
          <a:xfrm>
            <a:off x="4198788" y="2567940"/>
            <a:ext cx="0" cy="21572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699624-A77E-4414-8D4F-FD12E65B31A0}"/>
              </a:ext>
            </a:extLst>
          </p:cNvPr>
          <p:cNvGrpSpPr/>
          <p:nvPr/>
        </p:nvGrpSpPr>
        <p:grpSpPr>
          <a:xfrm>
            <a:off x="485190" y="5521301"/>
            <a:ext cx="862386" cy="211955"/>
            <a:chOff x="4861742" y="3907374"/>
            <a:chExt cx="862386" cy="211955"/>
          </a:xfrm>
        </p:grpSpPr>
        <p:pic>
          <p:nvPicPr>
            <p:cNvPr id="3078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1A45E5E3-1AA0-4F83-A1FA-A9032D70F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01B1EF-0970-42CC-A534-2866FAB0E9CC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1BFFD84-CE10-481D-8058-F0C5A5DFCF3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824DEAD-98B5-4B7B-9D4F-7A772D95083B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0FC5F7F-3A66-4B86-AC6A-B5FA793ED7DF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5A75C43-6877-453F-B6B7-6BE0BBBD2A4E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AA98987-7C72-4214-9B40-AD056B06C65B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3C0B695-DE6A-46AB-9C35-5177DD3A5405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50AC323-AFD0-48AD-B8D4-B04597702473}"/>
              </a:ext>
            </a:extLst>
          </p:cNvPr>
          <p:cNvSpPr/>
          <p:nvPr/>
        </p:nvSpPr>
        <p:spPr>
          <a:xfrm>
            <a:off x="1398391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0951E9A-917F-46DE-A715-91317564ABC3}"/>
              </a:ext>
            </a:extLst>
          </p:cNvPr>
          <p:cNvGrpSpPr/>
          <p:nvPr/>
        </p:nvGrpSpPr>
        <p:grpSpPr>
          <a:xfrm>
            <a:off x="1338768" y="2107163"/>
            <a:ext cx="1044000" cy="1067081"/>
            <a:chOff x="5207857" y="6250351"/>
            <a:chExt cx="1044000" cy="1067081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C10D695-7625-4F99-A1F6-2A0E3CB7E9E9}"/>
                </a:ext>
              </a:extLst>
            </p:cNvPr>
            <p:cNvSpPr/>
            <p:nvPr/>
          </p:nvSpPr>
          <p:spPr>
            <a:xfrm>
              <a:off x="5294181" y="6250351"/>
              <a:ext cx="871352" cy="106708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F7A923C-DB1B-4AAF-929A-11D1CE5B2D6D}"/>
                </a:ext>
              </a:extLst>
            </p:cNvPr>
            <p:cNvSpPr txBox="1"/>
            <p:nvPr/>
          </p:nvSpPr>
          <p:spPr>
            <a:xfrm>
              <a:off x="5207857" y="626566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/>
                <a:t>일 </a:t>
              </a:r>
              <a:r>
                <a:rPr lang="en-US" altLang="ko-KR"/>
                <a:t>(</a:t>
              </a:r>
              <a:r>
                <a:rPr lang="ko-KR" altLang="en-US"/>
                <a:t>오늘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66BF527-9A31-42A8-A9EE-3822968F9E83}"/>
                </a:ext>
              </a:extLst>
            </p:cNvPr>
            <p:cNvCxnSpPr/>
            <p:nvPr/>
          </p:nvCxnSpPr>
          <p:spPr>
            <a:xfrm>
              <a:off x="5405857" y="647961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43AA8579-CD8F-4700-8D2F-81D345E9B5F2}"/>
                </a:ext>
              </a:extLst>
            </p:cNvPr>
            <p:cNvCxnSpPr/>
            <p:nvPr/>
          </p:nvCxnSpPr>
          <p:spPr>
            <a:xfrm>
              <a:off x="5405857" y="667650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85E4A0BD-8EAE-4E7D-8783-1E140B1CF4FA}"/>
                </a:ext>
              </a:extLst>
            </p:cNvPr>
            <p:cNvCxnSpPr/>
            <p:nvPr/>
          </p:nvCxnSpPr>
          <p:spPr>
            <a:xfrm>
              <a:off x="5405857" y="687339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CEC4B9A-F6B8-42A1-BF95-52A865B398CD}"/>
                </a:ext>
              </a:extLst>
            </p:cNvPr>
            <p:cNvSpPr txBox="1"/>
            <p:nvPr/>
          </p:nvSpPr>
          <p:spPr>
            <a:xfrm>
              <a:off x="5207857" y="647506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주 </a:t>
              </a:r>
              <a:r>
                <a:rPr lang="en-US" altLang="ko-KR" dirty="0"/>
                <a:t>(</a:t>
              </a:r>
              <a:r>
                <a:rPr lang="ko-KR" altLang="en-US" dirty="0"/>
                <a:t>이번주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A2665C8-E971-409B-BCF7-E327EA627259}"/>
                </a:ext>
              </a:extLst>
            </p:cNvPr>
            <p:cNvSpPr txBox="1"/>
            <p:nvPr/>
          </p:nvSpPr>
          <p:spPr>
            <a:xfrm>
              <a:off x="5207857" y="667135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월 </a:t>
              </a:r>
              <a:r>
                <a:rPr lang="en-US" altLang="ko-KR" dirty="0"/>
                <a:t>(</a:t>
              </a:r>
              <a:r>
                <a:rPr lang="ko-KR" altLang="en-US" dirty="0" err="1"/>
                <a:t>이번달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75D319C-7253-48D6-B3C8-5036CC76A711}"/>
                </a:ext>
              </a:extLst>
            </p:cNvPr>
            <p:cNvSpPr txBox="1"/>
            <p:nvPr/>
          </p:nvSpPr>
          <p:spPr>
            <a:xfrm>
              <a:off x="5207857" y="686799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년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올해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1082D33A-65F0-4CA7-96EE-4D2E4F89BBB8}"/>
                </a:ext>
              </a:extLst>
            </p:cNvPr>
            <p:cNvCxnSpPr/>
            <p:nvPr/>
          </p:nvCxnSpPr>
          <p:spPr>
            <a:xfrm>
              <a:off x="5405857" y="707926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BE1A2FC-FAD8-45BB-B50E-85D5A0E5DE60}"/>
                </a:ext>
              </a:extLst>
            </p:cNvPr>
            <p:cNvSpPr txBox="1"/>
            <p:nvPr/>
          </p:nvSpPr>
          <p:spPr>
            <a:xfrm>
              <a:off x="5207857" y="7073862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기간 설정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168363D-F5D0-4E33-B3FA-71BA44925953}"/>
              </a:ext>
            </a:extLst>
          </p:cNvPr>
          <p:cNvGrpSpPr/>
          <p:nvPr/>
        </p:nvGrpSpPr>
        <p:grpSpPr>
          <a:xfrm>
            <a:off x="1506678" y="2825422"/>
            <a:ext cx="7084586" cy="1755929"/>
            <a:chOff x="1413934" y="2825423"/>
            <a:chExt cx="7084586" cy="1548992"/>
          </a:xfrm>
        </p:grpSpPr>
        <p:sp>
          <p:nvSpPr>
            <p:cNvPr id="11" name="자유형 10"/>
            <p:cNvSpPr/>
            <p:nvPr/>
          </p:nvSpPr>
          <p:spPr>
            <a:xfrm>
              <a:off x="1413934" y="3166369"/>
              <a:ext cx="2687266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자유형 83">
              <a:extLst>
                <a:ext uri="{FF2B5EF4-FFF2-40B4-BE49-F238E27FC236}">
                  <a16:creationId xmlns:a16="http://schemas.microsoft.com/office/drawing/2014/main" id="{CFBF7A0F-8817-4B4A-97D4-1DF5FA9AC123}"/>
                </a:ext>
              </a:extLst>
            </p:cNvPr>
            <p:cNvSpPr/>
            <p:nvPr/>
          </p:nvSpPr>
          <p:spPr>
            <a:xfrm>
              <a:off x="1437877" y="2831156"/>
              <a:ext cx="3422156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1" name="자유형 33">
              <a:extLst>
                <a:ext uri="{FF2B5EF4-FFF2-40B4-BE49-F238E27FC236}">
                  <a16:creationId xmlns:a16="http://schemas.microsoft.com/office/drawing/2014/main" id="{F8774554-6CAF-4183-82C4-54C7E1DE8CEB}"/>
                </a:ext>
              </a:extLst>
            </p:cNvPr>
            <p:cNvSpPr/>
            <p:nvPr/>
          </p:nvSpPr>
          <p:spPr>
            <a:xfrm flipH="1">
              <a:off x="4815075" y="2825423"/>
              <a:ext cx="3683445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A5F481B-C57D-4C7E-B518-B898BF575B05}"/>
              </a:ext>
            </a:extLst>
          </p:cNvPr>
          <p:cNvCxnSpPr/>
          <p:nvPr/>
        </p:nvCxnSpPr>
        <p:spPr>
          <a:xfrm>
            <a:off x="7401048" y="2398531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90CFB75-16EB-456A-BF92-C0438044E7C5}"/>
              </a:ext>
            </a:extLst>
          </p:cNvPr>
          <p:cNvSpPr/>
          <p:nvPr/>
        </p:nvSpPr>
        <p:spPr>
          <a:xfrm>
            <a:off x="7977112" y="2276303"/>
            <a:ext cx="91792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사용량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B0A562D-00E6-4E12-9C05-2773B3A1E29A}"/>
              </a:ext>
            </a:extLst>
          </p:cNvPr>
          <p:cNvGrpSpPr/>
          <p:nvPr/>
        </p:nvGrpSpPr>
        <p:grpSpPr>
          <a:xfrm>
            <a:off x="5945552" y="5177653"/>
            <a:ext cx="2988332" cy="549089"/>
            <a:chOff x="4752020" y="5186415"/>
            <a:chExt cx="2988332" cy="549089"/>
          </a:xfrm>
        </p:grpSpPr>
        <p:sp>
          <p:nvSpPr>
            <p:cNvPr id="56" name="직사각형 55"/>
            <p:cNvSpPr/>
            <p:nvPr/>
          </p:nvSpPr>
          <p:spPr>
            <a:xfrm>
              <a:off x="6176879" y="5301208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6648434" y="5186415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800</a:t>
              </a:r>
              <a:endParaRPr lang="ko-KR" altLang="en-US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7380312" y="5301208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7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42C06206-44BA-4ED1-AEC3-DC146478BD41}"/>
                </a:ext>
              </a:extLst>
            </p:cNvPr>
            <p:cNvSpPr/>
            <p:nvPr/>
          </p:nvSpPr>
          <p:spPr>
            <a:xfrm>
              <a:off x="4752020" y="5301208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예측 사용량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AB4175BE-622F-41B5-8B09-CDEBD9970FB0}"/>
                </a:ext>
              </a:extLst>
            </p:cNvPr>
            <p:cNvSpPr/>
            <p:nvPr/>
          </p:nvSpPr>
          <p:spPr>
            <a:xfrm>
              <a:off x="5225946" y="5186415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800</a:t>
              </a:r>
              <a:endParaRPr lang="ko-KR" altLang="en-US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4B071EB-C9EC-4DF3-8230-402F540A72DF}"/>
                </a:ext>
              </a:extLst>
            </p:cNvPr>
            <p:cNvSpPr/>
            <p:nvPr/>
          </p:nvSpPr>
          <p:spPr>
            <a:xfrm>
              <a:off x="5964968" y="5301208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7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79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A8AE225B-1849-4D84-ACC2-85F6710F2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F39CC248-C684-400C-A7BF-6D26600C0D64}"/>
              </a:ext>
            </a:extLst>
          </p:cNvPr>
          <p:cNvSpPr/>
          <p:nvPr/>
        </p:nvSpPr>
        <p:spPr>
          <a:xfrm>
            <a:off x="2456867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7B7B3EF-3DED-41B4-A7D6-9B1CBBA6C1E4}"/>
              </a:ext>
            </a:extLst>
          </p:cNvPr>
          <p:cNvGrpSpPr/>
          <p:nvPr/>
        </p:nvGrpSpPr>
        <p:grpSpPr>
          <a:xfrm>
            <a:off x="2405820" y="2097824"/>
            <a:ext cx="1044000" cy="1067081"/>
            <a:chOff x="5207857" y="6250351"/>
            <a:chExt cx="1044000" cy="1067081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E2DB2F6E-6256-4575-AF07-B08509889AE8}"/>
                </a:ext>
              </a:extLst>
            </p:cNvPr>
            <p:cNvSpPr/>
            <p:nvPr/>
          </p:nvSpPr>
          <p:spPr>
            <a:xfrm>
              <a:off x="5294181" y="6250351"/>
              <a:ext cx="871352" cy="106708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81CBB5E-04E7-47E5-9ED5-DCB2E0B389C9}"/>
                </a:ext>
              </a:extLst>
            </p:cNvPr>
            <p:cNvSpPr txBox="1"/>
            <p:nvPr/>
          </p:nvSpPr>
          <p:spPr>
            <a:xfrm>
              <a:off x="5207857" y="626566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15</a:t>
              </a:r>
              <a:r>
                <a:rPr lang="ko-KR" altLang="en-US" dirty="0"/>
                <a:t>분</a:t>
              </a: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86B33D9F-A80F-4AA1-BA86-DD6101F88CC6}"/>
                </a:ext>
              </a:extLst>
            </p:cNvPr>
            <p:cNvCxnSpPr/>
            <p:nvPr/>
          </p:nvCxnSpPr>
          <p:spPr>
            <a:xfrm>
              <a:off x="5405857" y="647961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0482E6B0-D687-49D7-87E3-33B9463D1F34}"/>
                </a:ext>
              </a:extLst>
            </p:cNvPr>
            <p:cNvCxnSpPr/>
            <p:nvPr/>
          </p:nvCxnSpPr>
          <p:spPr>
            <a:xfrm>
              <a:off x="5405857" y="667650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DC3A104F-7E3B-40BA-BBB2-67B100748251}"/>
                </a:ext>
              </a:extLst>
            </p:cNvPr>
            <p:cNvCxnSpPr/>
            <p:nvPr/>
          </p:nvCxnSpPr>
          <p:spPr>
            <a:xfrm>
              <a:off x="5405857" y="687339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2C0D1EE-E96F-411C-8E69-A35747E93792}"/>
                </a:ext>
              </a:extLst>
            </p:cNvPr>
            <p:cNvSpPr txBox="1"/>
            <p:nvPr/>
          </p:nvSpPr>
          <p:spPr>
            <a:xfrm>
              <a:off x="5207857" y="647506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시간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BFED7B8-16CF-4704-AE46-BCB1A72D1A80}"/>
                </a:ext>
              </a:extLst>
            </p:cNvPr>
            <p:cNvSpPr txBox="1"/>
            <p:nvPr/>
          </p:nvSpPr>
          <p:spPr>
            <a:xfrm>
              <a:off x="5207857" y="667135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일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C77D6D7-0995-4F9C-AC94-1B619EEBDB74}"/>
                </a:ext>
              </a:extLst>
            </p:cNvPr>
            <p:cNvSpPr txBox="1"/>
            <p:nvPr/>
          </p:nvSpPr>
          <p:spPr>
            <a:xfrm>
              <a:off x="5207857" y="686799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주</a:t>
              </a:r>
            </a:p>
          </p:txBody>
        </p: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6276141-D468-4E99-AC35-12DE684831C0}"/>
                </a:ext>
              </a:extLst>
            </p:cNvPr>
            <p:cNvCxnSpPr/>
            <p:nvPr/>
          </p:nvCxnSpPr>
          <p:spPr>
            <a:xfrm>
              <a:off x="5405857" y="707926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B5C9829-159D-4B12-84A2-ADE22AFFC848}"/>
                </a:ext>
              </a:extLst>
            </p:cNvPr>
            <p:cNvSpPr txBox="1"/>
            <p:nvPr/>
          </p:nvSpPr>
          <p:spPr>
            <a:xfrm>
              <a:off x="5207857" y="7073862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월</a:t>
              </a: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47D89AD-4176-430A-B850-EA62750140D1}"/>
              </a:ext>
            </a:extLst>
          </p:cNvPr>
          <p:cNvSpPr/>
          <p:nvPr/>
        </p:nvSpPr>
        <p:spPr>
          <a:xfrm>
            <a:off x="1394387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7EB5E91-CCDE-4570-9EB0-D55F6FE19FA9}"/>
              </a:ext>
            </a:extLst>
          </p:cNvPr>
          <p:cNvSpPr/>
          <p:nvPr/>
        </p:nvSpPr>
        <p:spPr>
          <a:xfrm>
            <a:off x="2419594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75493FBC-C064-4680-ABBB-FE3E24380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725398"/>
              </p:ext>
            </p:extLst>
          </p:nvPr>
        </p:nvGraphicFramePr>
        <p:xfrm>
          <a:off x="558032" y="4941168"/>
          <a:ext cx="8208000" cy="356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오늘 사용량</a:t>
                      </a:r>
                      <a:endParaRPr lang="en-US" altLang="ko-KR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540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520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530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예측 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620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A0DBC9A0-2D3C-44CC-A407-750ACAAB5F6F}"/>
              </a:ext>
            </a:extLst>
          </p:cNvPr>
          <p:cNvGrpSpPr/>
          <p:nvPr/>
        </p:nvGrpSpPr>
        <p:grpSpPr>
          <a:xfrm>
            <a:off x="1309112" y="5497546"/>
            <a:ext cx="859338" cy="222065"/>
            <a:chOff x="1309112" y="5497546"/>
            <a:chExt cx="859338" cy="22206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2DFADD4-06F4-4ACF-929D-C4FB59A5AE3E}"/>
                </a:ext>
              </a:extLst>
            </p:cNvPr>
            <p:cNvSpPr txBox="1"/>
            <p:nvPr/>
          </p:nvSpPr>
          <p:spPr>
            <a:xfrm>
              <a:off x="1393511" y="5534945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그래프 변경하기</a:t>
              </a:r>
            </a:p>
          </p:txBody>
        </p:sp>
        <p:pic>
          <p:nvPicPr>
            <p:cNvPr id="1026" name="Picture 2" descr="ê·¸ëíì ëí ì´ë¯¸ì§ ê²ìê²°ê³¼">
              <a:extLst>
                <a:ext uri="{FF2B5EF4-FFF2-40B4-BE49-F238E27FC236}">
                  <a16:creationId xmlns:a16="http://schemas.microsoft.com/office/drawing/2014/main" id="{7BB24988-2516-4372-8A22-728F0D1D1E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9112" y="5497546"/>
              <a:ext cx="214956" cy="214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9" name="말풍선: 모서리가 둥근 사각형 98">
            <a:extLst>
              <a:ext uri="{FF2B5EF4-FFF2-40B4-BE49-F238E27FC236}">
                <a16:creationId xmlns:a16="http://schemas.microsoft.com/office/drawing/2014/main" id="{16E194CA-EA8B-4A9A-8DC6-965A011FAB8D}"/>
              </a:ext>
            </a:extLst>
          </p:cNvPr>
          <p:cNvSpPr/>
          <p:nvPr/>
        </p:nvSpPr>
        <p:spPr>
          <a:xfrm>
            <a:off x="2359686" y="5526764"/>
            <a:ext cx="2418543" cy="905031"/>
          </a:xfrm>
          <a:prstGeom prst="wedgeRoundRectCallout">
            <a:avLst>
              <a:gd name="adj1" fmla="val -58719"/>
              <a:gd name="adj2" fmla="val -41741"/>
              <a:gd name="adj3" fmla="val 16667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그래프 변경하기 선택하면 상단 그래프 형식 변경 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‘2</a:t>
            </a:r>
            <a:r>
              <a:rPr lang="ko-KR" altLang="en-US" sz="900" dirty="0" err="1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차원꺽인선형그래프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’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↔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막대그래프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’</a:t>
            </a:r>
          </a:p>
          <a:p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가능하면 현재 선택된 그래프의 반대 이미지 적용 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현재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900" dirty="0" err="1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꺽인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 상태이나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막대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 아이콘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)</a:t>
            </a:r>
            <a:endParaRPr lang="ko-KR" alt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550AF72D-0CA9-48E5-B272-C6A683EE001A}"/>
              </a:ext>
            </a:extLst>
          </p:cNvPr>
          <p:cNvSpPr/>
          <p:nvPr/>
        </p:nvSpPr>
        <p:spPr>
          <a:xfrm>
            <a:off x="1325234" y="5494553"/>
            <a:ext cx="810802" cy="20184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말풍선: 모서리가 둥근 사각형 100">
            <a:extLst>
              <a:ext uri="{FF2B5EF4-FFF2-40B4-BE49-F238E27FC236}">
                <a16:creationId xmlns:a16="http://schemas.microsoft.com/office/drawing/2014/main" id="{C92C5477-A745-48E9-83F0-187AB1836F60}"/>
              </a:ext>
            </a:extLst>
          </p:cNvPr>
          <p:cNvSpPr/>
          <p:nvPr/>
        </p:nvSpPr>
        <p:spPr>
          <a:xfrm>
            <a:off x="6428059" y="5786224"/>
            <a:ext cx="2418543" cy="371878"/>
          </a:xfrm>
          <a:prstGeom prst="wedgeRoundRectCallout">
            <a:avLst>
              <a:gd name="adj1" fmla="val -34061"/>
              <a:gd name="adj2" fmla="val -71468"/>
              <a:gd name="adj3" fmla="val 16667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기존 정보 모두 삭제하고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예측 사용량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과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현재 사용량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만 유지</a:t>
            </a:r>
            <a:endParaRPr lang="ko-KR" alt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2" name="말풍선: 모서리가 둥근 사각형 101">
            <a:extLst>
              <a:ext uri="{FF2B5EF4-FFF2-40B4-BE49-F238E27FC236}">
                <a16:creationId xmlns:a16="http://schemas.microsoft.com/office/drawing/2014/main" id="{7C8DD93A-A889-414D-98F0-4C8C2088F062}"/>
              </a:ext>
            </a:extLst>
          </p:cNvPr>
          <p:cNvSpPr/>
          <p:nvPr/>
        </p:nvSpPr>
        <p:spPr>
          <a:xfrm>
            <a:off x="6587409" y="2746900"/>
            <a:ext cx="2418543" cy="371878"/>
          </a:xfrm>
          <a:prstGeom prst="wedgeRoundRectCallout">
            <a:avLst>
              <a:gd name="adj1" fmla="val -34335"/>
              <a:gd name="adj2" fmla="val -105322"/>
              <a:gd name="adj3" fmla="val 16667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기존 정보 모두 삭제하고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예측 사용량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과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오늘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’(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현재사용량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)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만 유지</a:t>
            </a:r>
            <a:endParaRPr lang="ko-KR" alt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1822F00-763F-46DB-956D-9238F16577E0}"/>
              </a:ext>
            </a:extLst>
          </p:cNvPr>
          <p:cNvSpPr/>
          <p:nvPr/>
        </p:nvSpPr>
        <p:spPr>
          <a:xfrm>
            <a:off x="5798158" y="2278769"/>
            <a:ext cx="3022314" cy="25454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말풍선: 모서리가 둥근 사각형 105">
            <a:extLst>
              <a:ext uri="{FF2B5EF4-FFF2-40B4-BE49-F238E27FC236}">
                <a16:creationId xmlns:a16="http://schemas.microsoft.com/office/drawing/2014/main" id="{8E100705-5328-43CF-AE5D-877FFF35571D}"/>
              </a:ext>
            </a:extLst>
          </p:cNvPr>
          <p:cNvSpPr/>
          <p:nvPr/>
        </p:nvSpPr>
        <p:spPr>
          <a:xfrm>
            <a:off x="6309268" y="4269580"/>
            <a:ext cx="2418543" cy="371878"/>
          </a:xfrm>
          <a:prstGeom prst="wedgeRoundRectCallout">
            <a:avLst>
              <a:gd name="adj1" fmla="val -37349"/>
              <a:gd name="adj2" fmla="val 112056"/>
              <a:gd name="adj3" fmla="val 16667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그래프와 매칭되는 표를 그래프 하단에 추가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그래프 좌표 값 표시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)</a:t>
            </a:r>
            <a:endParaRPr lang="ko-KR" alt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DE54A68-0418-4BD9-9A7E-D1AC9EBEED06}"/>
              </a:ext>
            </a:extLst>
          </p:cNvPr>
          <p:cNvSpPr/>
          <p:nvPr/>
        </p:nvSpPr>
        <p:spPr>
          <a:xfrm>
            <a:off x="1337390" y="1744826"/>
            <a:ext cx="2213933" cy="160827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말풍선: 모서리가 둥근 사각형 111">
            <a:extLst>
              <a:ext uri="{FF2B5EF4-FFF2-40B4-BE49-F238E27FC236}">
                <a16:creationId xmlns:a16="http://schemas.microsoft.com/office/drawing/2014/main" id="{114A4CC8-A958-403F-B945-E6C42E4A3A26}"/>
              </a:ext>
            </a:extLst>
          </p:cNvPr>
          <p:cNvSpPr/>
          <p:nvPr/>
        </p:nvSpPr>
        <p:spPr>
          <a:xfrm>
            <a:off x="2697888" y="643533"/>
            <a:ext cx="3611380" cy="905031"/>
          </a:xfrm>
          <a:prstGeom prst="wedgeRoundRectCallout">
            <a:avLst>
              <a:gd name="adj1" fmla="val -36527"/>
              <a:gd name="adj2" fmla="val 68080"/>
              <a:gd name="adj3" fmla="val 16667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조회 범위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와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정보 갱신주기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 상세화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조회 범위는 아래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4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개의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predefine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값과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‘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기간설정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’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의 사용자 입력 값 사용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선택된 범위에 따라 하단 그래프 및 표의 단위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범위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)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변경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정보 갱신주기는 아래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5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개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predefine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</a:rPr>
              <a:t>값 사용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 UI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상에는 변경 사항 없음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내부 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fulling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간격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설정</a:t>
            </a:r>
            <a:r>
              <a:rPr lang="en-US" altLang="ko-KR" sz="9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)</a:t>
            </a:r>
            <a:endParaRPr lang="ko-KR" alt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322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20669</TotalTime>
  <Words>1117</Words>
  <Application>Microsoft Office PowerPoint</Application>
  <PresentationFormat>화면 슬라이드 쇼(4:3)</PresentationFormat>
  <Paragraphs>592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박준호</dc:creator>
  <cp:lastModifiedBy>Kim Lein</cp:lastModifiedBy>
  <cp:revision>1057</cp:revision>
  <cp:lastPrinted>2018-01-26T02:17:04Z</cp:lastPrinted>
  <dcterms:created xsi:type="dcterms:W3CDTF">2015-05-21T08:47:43Z</dcterms:created>
  <dcterms:modified xsi:type="dcterms:W3CDTF">2018-07-10T05:35:28Z</dcterms:modified>
</cp:coreProperties>
</file>