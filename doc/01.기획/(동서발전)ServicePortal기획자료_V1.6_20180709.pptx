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7" r:id="rId2"/>
    <p:sldId id="459" r:id="rId3"/>
    <p:sldId id="469" r:id="rId4"/>
    <p:sldId id="460" r:id="rId5"/>
    <p:sldId id="471" r:id="rId6"/>
    <p:sldId id="470" r:id="rId7"/>
    <p:sldId id="482" r:id="rId8"/>
    <p:sldId id="452" r:id="rId9"/>
    <p:sldId id="483" r:id="rId10"/>
    <p:sldId id="473" r:id="rId11"/>
    <p:sldId id="456" r:id="rId12"/>
    <p:sldId id="451" r:id="rId13"/>
    <p:sldId id="464" r:id="rId14"/>
    <p:sldId id="463" r:id="rId15"/>
    <p:sldId id="465" r:id="rId16"/>
    <p:sldId id="457" r:id="rId17"/>
    <p:sldId id="475" r:id="rId18"/>
    <p:sldId id="455" r:id="rId19"/>
    <p:sldId id="461" r:id="rId20"/>
    <p:sldId id="462" r:id="rId21"/>
    <p:sldId id="476" r:id="rId22"/>
    <p:sldId id="477" r:id="rId23"/>
    <p:sldId id="453" r:id="rId24"/>
    <p:sldId id="454" r:id="rId25"/>
    <p:sldId id="466" r:id="rId26"/>
    <p:sldId id="467" r:id="rId27"/>
    <p:sldId id="478" r:id="rId28"/>
    <p:sldId id="479" r:id="rId29"/>
    <p:sldId id="480" r:id="rId30"/>
    <p:sldId id="481" r:id="rId31"/>
    <p:sldId id="343" r:id="rId32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54"/>
    <a:srgbClr val="B266F0"/>
    <a:srgbClr val="BA63EF"/>
    <a:srgbClr val="242541"/>
    <a:srgbClr val="333359"/>
    <a:srgbClr val="2F2F52"/>
    <a:srgbClr val="2A2A4A"/>
    <a:srgbClr val="4A4A6E"/>
    <a:srgbClr val="464766"/>
    <a:srgbClr val="4241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0924" autoAdjust="0"/>
  </p:normalViewPr>
  <p:slideViewPr>
    <p:cSldViewPr>
      <p:cViewPr varScale="1">
        <p:scale>
          <a:sx n="162" d="100"/>
          <a:sy n="162" d="100"/>
        </p:scale>
        <p:origin x="228" y="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588" y="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2D26B3C9-9A17-46C0-9B1D-406C344E724A}" type="datetimeFigureOut">
              <a:rPr lang="ko-KR" altLang="en-US" smtClean="0"/>
              <a:t>2018-07-09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E8427E8-CDF4-48B0-B63E-B48A0364E1C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6382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A2CD87C2-35A0-4795-A3A0-55DB84929E8E}" type="datetimeFigureOut">
              <a:rPr lang="ko-KR" altLang="en-US" smtClean="0"/>
              <a:t>2018-07-09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2" tIns="45660" rIns="91322" bIns="4566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322" tIns="45660" rIns="91322" bIns="4566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22FA440-8160-4005-8BD9-DCE672FDC07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3758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148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552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066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324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5544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201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233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4999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7003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60712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2630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14489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591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1251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34889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91512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244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92632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9407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96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3933056"/>
            <a:ext cx="9144000" cy="2924943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254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452131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2000" dirty="0">
              <a:solidFill>
                <a:srgbClr val="257CBB"/>
              </a:solidFill>
              <a:latin typeface="+mn-ea"/>
            </a:endParaRPr>
          </a:p>
          <a:p>
            <a:pPr algn="ctr"/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 </a:t>
            </a:r>
            <a:r>
              <a:rPr lang="ko-KR" altLang="en-US" sz="2000" dirty="0">
                <a:solidFill>
                  <a:srgbClr val="257CBB"/>
                </a:solidFill>
                <a:latin typeface="+mn-ea"/>
              </a:rPr>
              <a:t>감사합니다 </a:t>
            </a:r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</a:t>
            </a:r>
            <a:endParaRPr lang="ko-KR" altLang="en-US" sz="2000" dirty="0">
              <a:solidFill>
                <a:srgbClr val="257CBB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1649D6-9D65-4BCC-A31F-106C806072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429" y="3150304"/>
            <a:ext cx="1714500" cy="17145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207362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5400" b="1" dirty="0">
                <a:solidFill>
                  <a:srgbClr val="257CBB"/>
                </a:solidFill>
                <a:latin typeface="+mn-ea"/>
              </a:rPr>
              <a:t>Q &amp; A</a:t>
            </a:r>
            <a:endParaRPr lang="ko-KR" altLang="en-US" sz="5400" b="1" dirty="0">
              <a:solidFill>
                <a:srgbClr val="257CBB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378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4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170080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90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836712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505" y="6579035"/>
            <a:ext cx="1656184" cy="22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5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98072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8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35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808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D6BE4A-4DE6-452D-B5AD-4C317B342E84}"/>
              </a:ext>
            </a:extLst>
          </p:cNvPr>
          <p:cNvSpPr/>
          <p:nvPr userDrawn="1"/>
        </p:nvSpPr>
        <p:spPr>
          <a:xfrm>
            <a:off x="0" y="1700808"/>
            <a:ext cx="9144000" cy="4176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477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385192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9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76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499992" y="0"/>
            <a:ext cx="4644008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674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404664"/>
            <a:ext cx="9144000" cy="792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9144000" cy="404664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7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592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1AF20-7F75-4E08-A0D2-FB887DF31B1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0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49" r:id="rId3"/>
    <p:sldLayoutId id="2147483650" r:id="rId4"/>
    <p:sldLayoutId id="2147483657" r:id="rId5"/>
    <p:sldLayoutId id="2147483654" r:id="rId6"/>
    <p:sldLayoutId id="2147483652" r:id="rId7"/>
    <p:sldLayoutId id="2147483659" r:id="rId8"/>
    <p:sldLayoutId id="2147483653" r:id="rId9"/>
    <p:sldLayoutId id="2147483655" r:id="rId10"/>
    <p:sldLayoutId id="214748365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20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20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79715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2018. </a:t>
            </a:r>
            <a:r>
              <a:rPr lang="en-US" altLang="ko-KR" sz="2000" b="1">
                <a:solidFill>
                  <a:schemeClr val="bg1"/>
                </a:solidFill>
                <a:latin typeface="+mn-ea"/>
              </a:rPr>
              <a:t>07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9099AD-FC6A-4E78-A90F-E9E3AEFCDD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72836"/>
            <a:ext cx="1299721" cy="28814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404664"/>
            <a:ext cx="2409825" cy="333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2299896"/>
            <a:ext cx="91440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tx2"/>
                </a:solidFill>
                <a:latin typeface="+mn-ea"/>
              </a:rPr>
              <a:t>EWP Services Portal</a:t>
            </a:r>
          </a:p>
          <a:p>
            <a:pPr algn="ctr"/>
            <a:r>
              <a:rPr lang="ko-KR" altLang="en-US" sz="4000" b="1" dirty="0" err="1">
                <a:solidFill>
                  <a:schemeClr val="tx2"/>
                </a:solidFill>
                <a:latin typeface="+mn-ea"/>
              </a:rPr>
              <a:t>기획案</a:t>
            </a:r>
            <a:r>
              <a:rPr lang="ko-KR" altLang="en-US" sz="4000" b="1" dirty="0">
                <a:solidFill>
                  <a:schemeClr val="tx2"/>
                </a:solidFill>
                <a:latin typeface="+mn-ea"/>
              </a:rPr>
              <a:t> </a:t>
            </a:r>
            <a:endParaRPr lang="ko-KR" altLang="en-US" sz="3200" b="1" dirty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1439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4926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0. Service Portal Menu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구성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3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주요 메뉴 구조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80529" y="4060209"/>
            <a:ext cx="1008511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Start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321086" y="4060209"/>
            <a:ext cx="1417119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2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대시보드</a:t>
            </a:r>
            <a:endParaRPr lang="ko-KR" altLang="en-US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787221" y="4060209"/>
            <a:ext cx="1613029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에너지</a:t>
            </a: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975739" y="4060209"/>
            <a:ext cx="1430384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</a:t>
            </a: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452320" y="4060209"/>
            <a:ext cx="1221082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80529" y="2348880"/>
            <a:ext cx="1008511" cy="1152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 이용</a:t>
            </a:r>
            <a:b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소개</a:t>
            </a:r>
            <a:b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/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가입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로그인</a:t>
            </a:r>
            <a:b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FAQ</a:t>
            </a: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780871" y="1628800"/>
            <a:ext cx="1690283" cy="18542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에너지 모니터링</a:t>
            </a:r>
            <a:b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0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오늘의 사용량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누적 사용량 비교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사용량 관리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 예측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5) ESS </a:t>
            </a:r>
            <a:r>
              <a:rPr lang="ko-KR" altLang="en-US" sz="10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충방전량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6) PV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발전량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7) DR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수요반응 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8)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 구성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341118" y="4974030"/>
            <a:ext cx="1690283" cy="1335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설비 모니터링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Meter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  <a:b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2) PCS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3) BMS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</a:p>
        </p:txBody>
      </p:sp>
      <p:cxnSp>
        <p:nvCxnSpPr>
          <p:cNvPr id="41" name="직선 화살표 연결선 40"/>
          <p:cNvCxnSpPr>
            <a:stCxn id="2" idx="0"/>
            <a:endCxn id="3" idx="2"/>
          </p:cNvCxnSpPr>
          <p:nvPr/>
        </p:nvCxnSpPr>
        <p:spPr>
          <a:xfrm flipV="1">
            <a:off x="784785" y="3501008"/>
            <a:ext cx="0" cy="559201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5971751" y="1628800"/>
            <a:ext cx="1413412" cy="18722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en-US" altLang="ko-KR" sz="1050" b="1" u="sng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iSmart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</a:t>
            </a:r>
            <a:b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조회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  <a:t>*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수익분석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서비스</a:t>
            </a:r>
            <a:b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</a:b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+ ESS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정산금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+ DR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정산금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34" name="꺾인 연결선 1033"/>
          <p:cNvCxnSpPr>
            <a:stCxn id="14" idx="2"/>
            <a:endCxn id="78" idx="0"/>
          </p:cNvCxnSpPr>
          <p:nvPr/>
        </p:nvCxnSpPr>
        <p:spPr>
          <a:xfrm rot="5400000">
            <a:off x="7825126" y="4729944"/>
            <a:ext cx="475471" cy="12700"/>
          </a:xfrm>
          <a:prstGeom prst="bentConnector3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7452320" y="4967680"/>
            <a:ext cx="1221082" cy="7564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설정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꺾인 연결선 23"/>
          <p:cNvCxnSpPr>
            <a:stCxn id="11" idx="0"/>
            <a:endCxn id="25" idx="2"/>
          </p:cNvCxnSpPr>
          <p:nvPr/>
        </p:nvCxnSpPr>
        <p:spPr>
          <a:xfrm rot="5400000" flipH="1" flipV="1">
            <a:off x="3321294" y="3755491"/>
            <a:ext cx="577160" cy="322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858840" y="3791101"/>
            <a:ext cx="15622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Energy Monitoring</a:t>
            </a:r>
            <a:endParaRPr lang="ko-KR" altLang="en-US" sz="1200" dirty="0"/>
          </a:p>
        </p:txBody>
      </p:sp>
      <p:sp>
        <p:nvSpPr>
          <p:cNvPr id="32" name="직사각형 31"/>
          <p:cNvSpPr/>
          <p:nvPr/>
        </p:nvSpPr>
        <p:spPr>
          <a:xfrm>
            <a:off x="7806571" y="3791101"/>
            <a:ext cx="604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Setup</a:t>
            </a:r>
            <a:endParaRPr lang="ko-KR" altLang="en-US" sz="1200" dirty="0"/>
          </a:p>
        </p:txBody>
      </p:sp>
      <p:sp>
        <p:nvSpPr>
          <p:cNvPr id="34" name="직사각형 33"/>
          <p:cNvSpPr/>
          <p:nvPr/>
        </p:nvSpPr>
        <p:spPr>
          <a:xfrm>
            <a:off x="1399100" y="4967681"/>
            <a:ext cx="1265313" cy="8638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Main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관제화면</a:t>
            </a:r>
            <a:b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군관리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Main</a:t>
            </a: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Main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" name="꺾인 연결선 37"/>
          <p:cNvCxnSpPr>
            <a:stCxn id="58" idx="2"/>
            <a:endCxn id="33" idx="0"/>
          </p:cNvCxnSpPr>
          <p:nvPr/>
        </p:nvCxnSpPr>
        <p:spPr>
          <a:xfrm rot="5400000">
            <a:off x="4946218" y="4732252"/>
            <a:ext cx="481821" cy="173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13" idx="0"/>
            <a:endCxn id="61" idx="2"/>
          </p:cNvCxnSpPr>
          <p:nvPr/>
        </p:nvCxnSpPr>
        <p:spPr>
          <a:xfrm rot="16200000" flipV="1">
            <a:off x="6405094" y="3774372"/>
            <a:ext cx="559201" cy="1247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4446447" y="4060209"/>
            <a:ext cx="1483095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장치 모니터링</a:t>
            </a:r>
          </a:p>
        </p:txBody>
      </p:sp>
      <p:cxnSp>
        <p:nvCxnSpPr>
          <p:cNvPr id="93" name="꺾인 연결선 92"/>
          <p:cNvCxnSpPr>
            <a:stCxn id="9" idx="2"/>
            <a:endCxn id="34" idx="0"/>
          </p:cNvCxnSpPr>
          <p:nvPr/>
        </p:nvCxnSpPr>
        <p:spPr>
          <a:xfrm rot="16200000" flipH="1">
            <a:off x="1792965" y="4728889"/>
            <a:ext cx="475472" cy="211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1542765" y="3792338"/>
            <a:ext cx="9755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Dashboard</a:t>
            </a:r>
            <a:endParaRPr lang="ko-KR" altLang="en-US" sz="1200" dirty="0"/>
          </a:p>
        </p:txBody>
      </p:sp>
      <p:sp>
        <p:nvSpPr>
          <p:cNvPr id="118" name="직사각형 117"/>
          <p:cNvSpPr/>
          <p:nvPr/>
        </p:nvSpPr>
        <p:spPr>
          <a:xfrm>
            <a:off x="6001025" y="3791101"/>
            <a:ext cx="13249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Billing/Revenue</a:t>
            </a:r>
            <a:endParaRPr lang="ko-KR" altLang="en-US" sz="1200" dirty="0"/>
          </a:p>
        </p:txBody>
      </p:sp>
      <p:sp>
        <p:nvSpPr>
          <p:cNvPr id="35" name="직사각형 34"/>
          <p:cNvSpPr/>
          <p:nvPr/>
        </p:nvSpPr>
        <p:spPr>
          <a:xfrm>
            <a:off x="4716016" y="3781680"/>
            <a:ext cx="9749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Equipment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4159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3DBBDF-6FD2-48CF-ADFF-696F85915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6" y="883898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C02C7-0A85-47A8-B096-742AA4003440}"/>
              </a:ext>
            </a:extLst>
          </p:cNvPr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37791-8265-4445-AB87-7443FFF53752}"/>
              </a:ext>
            </a:extLst>
          </p:cNvPr>
          <p:cNvSpPr txBox="1"/>
          <p:nvPr/>
        </p:nvSpPr>
        <p:spPr>
          <a:xfrm>
            <a:off x="4591499" y="360598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군관리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AE8D1E-3860-4535-80C9-DB5C02ED6459}"/>
              </a:ext>
            </a:extLst>
          </p:cNvPr>
          <p:cNvSpPr/>
          <p:nvPr/>
        </p:nvSpPr>
        <p:spPr>
          <a:xfrm>
            <a:off x="225512" y="5805264"/>
            <a:ext cx="8712968" cy="755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1일(오늘)(기본), 1주(7일), 1개월(30일), 기간설정으로 조회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사이트 명, 사용량,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충전량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방전량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, 발전량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     - 기간설정 버튼 클릭하면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캘린터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UI에서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시작, 종료 날짜 선택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지역별 선택하면 해당 지역 정보로 이동 (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drop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down에서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선택)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08BC2F-C037-44D5-8528-2FD0783A407E}"/>
              </a:ext>
            </a:extLst>
          </p:cNvPr>
          <p:cNvGrpSpPr/>
          <p:nvPr/>
        </p:nvGrpSpPr>
        <p:grpSpPr>
          <a:xfrm>
            <a:off x="5279734" y="1909017"/>
            <a:ext cx="479135" cy="2799246"/>
            <a:chOff x="5279734" y="1916832"/>
            <a:chExt cx="479135" cy="2799246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6E20D5A-B2E6-4014-89E6-83C726015C44}"/>
                </a:ext>
              </a:extLst>
            </p:cNvPr>
            <p:cNvSpPr/>
            <p:nvPr/>
          </p:nvSpPr>
          <p:spPr>
            <a:xfrm>
              <a:off x="5292080" y="1924647"/>
              <a:ext cx="412550" cy="225091"/>
            </a:xfrm>
            <a:prstGeom prst="rect">
              <a:avLst/>
            </a:prstGeom>
            <a:solidFill>
              <a:srgbClr val="2425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pic>
          <p:nvPicPr>
            <p:cNvPr id="1028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DFDA029D-F2E2-47A8-B8D7-6337DAE30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9734" y="19168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09C491-DC4F-4447-A64B-5A46F6DE1498}"/>
                </a:ext>
              </a:extLst>
            </p:cNvPr>
            <p:cNvSpPr txBox="1"/>
            <p:nvPr/>
          </p:nvSpPr>
          <p:spPr>
            <a:xfrm>
              <a:off x="5398829" y="193246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C69E99C-05D6-42F9-A111-A5A61E71DC0D}"/>
                </a:ext>
              </a:extLst>
            </p:cNvPr>
            <p:cNvSpPr/>
            <p:nvPr/>
          </p:nvSpPr>
          <p:spPr>
            <a:xfrm>
              <a:off x="5390120" y="3737357"/>
              <a:ext cx="279418" cy="216024"/>
            </a:xfrm>
            <a:prstGeom prst="rect">
              <a:avLst/>
            </a:prstGeom>
            <a:solidFill>
              <a:srgbClr val="4647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E2C767B-BBF5-42AD-B3A8-B89DA65997F6}"/>
                </a:ext>
              </a:extLst>
            </p:cNvPr>
            <p:cNvSpPr/>
            <p:nvPr/>
          </p:nvSpPr>
          <p:spPr>
            <a:xfrm>
              <a:off x="5376064" y="2290343"/>
              <a:ext cx="279418" cy="216024"/>
            </a:xfrm>
            <a:prstGeom prst="rect">
              <a:avLst/>
            </a:prstGeom>
            <a:solidFill>
              <a:srgbClr val="3D3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15F557E-FDC8-4EF2-92CE-6D31EEA94A83}"/>
                </a:ext>
              </a:extLst>
            </p:cNvPr>
            <p:cNvSpPr/>
            <p:nvPr/>
          </p:nvSpPr>
          <p:spPr>
            <a:xfrm>
              <a:off x="5416247" y="3026420"/>
              <a:ext cx="279418" cy="216024"/>
            </a:xfrm>
            <a:prstGeom prst="rect">
              <a:avLst/>
            </a:prstGeom>
            <a:solidFill>
              <a:srgbClr val="4241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A5491A6-AABE-4C58-8A97-ADC8CA4FA7D4}"/>
                </a:ext>
              </a:extLst>
            </p:cNvPr>
            <p:cNvSpPr/>
            <p:nvPr/>
          </p:nvSpPr>
          <p:spPr>
            <a:xfrm>
              <a:off x="5416247" y="4500054"/>
              <a:ext cx="279418" cy="216024"/>
            </a:xfrm>
            <a:prstGeom prst="rect">
              <a:avLst/>
            </a:prstGeom>
            <a:solidFill>
              <a:srgbClr val="4A4A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00FBD3A-675B-467B-9A2D-6FF5C471EC20}"/>
                </a:ext>
              </a:extLst>
            </p:cNvPr>
            <p:cNvSpPr/>
            <p:nvPr/>
          </p:nvSpPr>
          <p:spPr>
            <a:xfrm>
              <a:off x="5416247" y="2651365"/>
              <a:ext cx="279418" cy="216024"/>
            </a:xfrm>
            <a:prstGeom prst="rect">
              <a:avLst/>
            </a:prstGeom>
            <a:solidFill>
              <a:srgbClr val="2A2A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296644A-1936-45E2-84FE-BD623F9EFCAB}"/>
                </a:ext>
              </a:extLst>
            </p:cNvPr>
            <p:cNvSpPr/>
            <p:nvPr/>
          </p:nvSpPr>
          <p:spPr>
            <a:xfrm>
              <a:off x="5442630" y="3351726"/>
              <a:ext cx="279418" cy="216024"/>
            </a:xfrm>
            <a:prstGeom prst="rect">
              <a:avLst/>
            </a:prstGeom>
            <a:solidFill>
              <a:srgbClr val="2F2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21C7FAC-5B34-4110-8838-96DC8193A1FA}"/>
                </a:ext>
              </a:extLst>
            </p:cNvPr>
            <p:cNvSpPr/>
            <p:nvPr/>
          </p:nvSpPr>
          <p:spPr>
            <a:xfrm>
              <a:off x="5442630" y="4121070"/>
              <a:ext cx="279418" cy="216024"/>
            </a:xfrm>
            <a:prstGeom prst="rect">
              <a:avLst/>
            </a:prstGeom>
            <a:solidFill>
              <a:srgbClr val="3333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FD09AC-0064-4C59-AEF0-F308DE437E57}"/>
                </a:ext>
              </a:extLst>
            </p:cNvPr>
            <p:cNvSpPr txBox="1"/>
            <p:nvPr/>
          </p:nvSpPr>
          <p:spPr>
            <a:xfrm>
              <a:off x="5296706" y="3022345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552298-956A-4ED0-897E-E6DCDDD10F6F}"/>
                </a:ext>
              </a:extLst>
            </p:cNvPr>
            <p:cNvSpPr txBox="1"/>
            <p:nvPr/>
          </p:nvSpPr>
          <p:spPr>
            <a:xfrm>
              <a:off x="5296706" y="2287366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6D9DCA-DDF0-448E-A7A1-320BDD4334A1}"/>
                </a:ext>
              </a:extLst>
            </p:cNvPr>
            <p:cNvSpPr txBox="1"/>
            <p:nvPr/>
          </p:nvSpPr>
          <p:spPr>
            <a:xfrm>
              <a:off x="5296706" y="3753839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15CA8A-2E03-448D-B30B-E747FF038C21}"/>
                </a:ext>
              </a:extLst>
            </p:cNvPr>
            <p:cNvSpPr txBox="1"/>
            <p:nvPr/>
          </p:nvSpPr>
          <p:spPr>
            <a:xfrm>
              <a:off x="5296706" y="448645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3F148C7-C0F0-4E33-B32D-4D5B05C11D45}"/>
                </a:ext>
              </a:extLst>
            </p:cNvPr>
            <p:cNvSpPr txBox="1"/>
            <p:nvPr/>
          </p:nvSpPr>
          <p:spPr>
            <a:xfrm>
              <a:off x="5296706" y="265599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CCBEBE-DB01-4826-89C2-EB0440498D72}"/>
                </a:ext>
              </a:extLst>
            </p:cNvPr>
            <p:cNvSpPr txBox="1"/>
            <p:nvPr/>
          </p:nvSpPr>
          <p:spPr>
            <a:xfrm>
              <a:off x="5296706" y="3388187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1A567D-4C63-4769-B503-4B96DFE1752A}"/>
                </a:ext>
              </a:extLst>
            </p:cNvPr>
            <p:cNvSpPr txBox="1"/>
            <p:nvPr/>
          </p:nvSpPr>
          <p:spPr>
            <a:xfrm>
              <a:off x="5296706" y="411849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C90550E-2021-4C6D-B066-18F457DC6CB3}"/>
              </a:ext>
            </a:extLst>
          </p:cNvPr>
          <p:cNvGrpSpPr/>
          <p:nvPr/>
        </p:nvGrpSpPr>
        <p:grpSpPr>
          <a:xfrm>
            <a:off x="8316416" y="1400132"/>
            <a:ext cx="479135" cy="228668"/>
            <a:chOff x="8316416" y="1400132"/>
            <a:chExt cx="479135" cy="22866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9F94256-F21A-4324-96E3-733F7F1B8C3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82F637F-6C93-42D1-AEFB-31611FF403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76887E4-4D84-4CDF-8D62-ADFB60AE2924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38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F40ED9ED-01A8-404C-BCB7-2464C5905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1011859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53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4" y="908720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75A18DA-DBE2-4FDA-AD7E-5162F43FF9C5}"/>
              </a:ext>
            </a:extLst>
          </p:cNvPr>
          <p:cNvGrpSpPr/>
          <p:nvPr/>
        </p:nvGrpSpPr>
        <p:grpSpPr>
          <a:xfrm>
            <a:off x="4585495" y="1683390"/>
            <a:ext cx="504056" cy="323212"/>
            <a:chOff x="4211960" y="171222"/>
            <a:chExt cx="504056" cy="32321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0E74E72-B174-46D5-AE8E-CB2A842B2297}"/>
                </a:ext>
              </a:extLst>
            </p:cNvPr>
            <p:cNvSpPr/>
            <p:nvPr/>
          </p:nvSpPr>
          <p:spPr>
            <a:xfrm>
              <a:off x="4211960" y="196523"/>
              <a:ext cx="504056" cy="29457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C13D16B-2D56-4DF1-B0A3-6470764DD59C}"/>
                </a:ext>
              </a:extLst>
            </p:cNvPr>
            <p:cNvCxnSpPr/>
            <p:nvPr/>
          </p:nvCxnSpPr>
          <p:spPr>
            <a:xfrm>
              <a:off x="4283968" y="343812"/>
              <a:ext cx="36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14FEA4F8-0951-4465-AD97-CFD155E70187}"/>
                </a:ext>
              </a:extLst>
            </p:cNvPr>
            <p:cNvGrpSpPr/>
            <p:nvPr/>
          </p:nvGrpSpPr>
          <p:grpSpPr>
            <a:xfrm>
              <a:off x="4211960" y="171222"/>
              <a:ext cx="504056" cy="323212"/>
              <a:chOff x="3635856" y="225205"/>
              <a:chExt cx="504056" cy="32321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E42E2B-7164-4573-9BA4-6F85EE7E2DC3}"/>
                  </a:ext>
                </a:extLst>
              </p:cNvPr>
              <p:cNvSpPr txBox="1"/>
              <p:nvPr/>
            </p:nvSpPr>
            <p:spPr>
              <a:xfrm>
                <a:off x="3635856" y="225205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지역별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A19462-9D7C-4189-955A-3F90E917C1BB}"/>
                  </a:ext>
                </a:extLst>
              </p:cNvPr>
              <p:cNvSpPr txBox="1"/>
              <p:nvPr/>
            </p:nvSpPr>
            <p:spPr>
              <a:xfrm>
                <a:off x="3635856" y="363751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그룹별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453684" y="3645024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38B161-CF3A-41CE-AC37-D46FB430F4DA}"/>
              </a:ext>
            </a:extLst>
          </p:cNvPr>
          <p:cNvGrpSpPr/>
          <p:nvPr/>
        </p:nvGrpSpPr>
        <p:grpSpPr>
          <a:xfrm>
            <a:off x="8290793" y="1424366"/>
            <a:ext cx="479135" cy="228668"/>
            <a:chOff x="8316416" y="1400132"/>
            <a:chExt cx="479135" cy="22866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78E172E-0073-41B3-88B7-E2E066414C2C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D8A40A7-3CCC-4652-88CA-2067D27F82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9143CC-FB8A-45C6-A97B-009C73308F7D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2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A4064AC-4834-40BA-941C-42599C83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153" y="1036303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12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08720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452676" y="3645024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B1151-E136-43B2-A520-5E67A7F5AA83}"/>
              </a:ext>
            </a:extLst>
          </p:cNvPr>
          <p:cNvSpPr txBox="1"/>
          <p:nvPr/>
        </p:nvSpPr>
        <p:spPr>
          <a:xfrm>
            <a:off x="4645840" y="1556792"/>
            <a:ext cx="216024" cy="126000"/>
          </a:xfrm>
          <a:prstGeom prst="rect">
            <a:avLst/>
          </a:prstGeom>
          <a:solidFill>
            <a:srgbClr val="242541"/>
          </a:solidFill>
        </p:spPr>
        <p:txBody>
          <a:bodyPr wrap="square" rtlCol="0">
            <a:spAutoFit/>
          </a:bodyPr>
          <a:lstStyle/>
          <a:p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A98C9-C14F-4A5C-913E-31DACB2F7CF0}"/>
              </a:ext>
            </a:extLst>
          </p:cNvPr>
          <p:cNvSpPr txBox="1"/>
          <p:nvPr/>
        </p:nvSpPr>
        <p:spPr>
          <a:xfrm>
            <a:off x="4611263" y="1518750"/>
            <a:ext cx="5040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그룹별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C8C71F0-F582-420C-A5E7-D4AA62D7D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41" y="1883344"/>
            <a:ext cx="2052000" cy="118012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5C3B75B9-2A65-47F6-8D18-7133C28F9158}"/>
              </a:ext>
            </a:extLst>
          </p:cNvPr>
          <p:cNvGrpSpPr/>
          <p:nvPr/>
        </p:nvGrpSpPr>
        <p:grpSpPr>
          <a:xfrm>
            <a:off x="8289785" y="1439717"/>
            <a:ext cx="479135" cy="228668"/>
            <a:chOff x="8316416" y="1400132"/>
            <a:chExt cx="479135" cy="22866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620595A-7954-4D63-9DA4-F4C2553D247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59998A71-229C-4FA1-B3A6-56B26D4FC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72F7B8-F750-4F60-9468-C6F6EEEE453A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2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7D158F0-6BF5-4CCD-B66C-372F0FB2A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145" y="1025252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26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7810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48414"/>
              </p:ext>
            </p:extLst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A070D019-0857-40AD-9D17-113AFB2C779E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902469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8C58D39-F33E-4E72-B753-78EE7D6B69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4300" y="4059680"/>
              <a:ext cx="6284084" cy="7206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181395"/>
              </p:ext>
            </p:extLst>
          </p:nvPr>
        </p:nvGraphicFramePr>
        <p:xfrm>
          <a:off x="6258566" y="3243077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3068960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충</a:t>
            </a:r>
            <a:r>
              <a:rPr lang="en-US" altLang="ko-KR" sz="800" dirty="0">
                <a:solidFill>
                  <a:schemeClr val="bg1"/>
                </a:solidFill>
              </a:rPr>
              <a:t>/</a:t>
            </a:r>
            <a:r>
              <a:rPr lang="ko-KR" altLang="en-US" sz="800" dirty="0" err="1">
                <a:solidFill>
                  <a:schemeClr val="bg1"/>
                </a:solidFill>
              </a:rPr>
              <a:t>방전량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236" name="AutoShape 182">
            <a:extLst>
              <a:ext uri="{FF2B5EF4-FFF2-40B4-BE49-F238E27FC236}">
                <a16:creationId xmlns:a16="http://schemas.microsoft.com/office/drawing/2014/main" id="{92BD7031-A91D-4911-A5C6-3AAEB07710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0" y="4724039"/>
            <a:ext cx="2474453" cy="126182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sz="1600" dirty="0"/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CCA9A2CD-D04C-4334-8DDF-F894A22E3E13}"/>
              </a:ext>
            </a:extLst>
          </p:cNvPr>
          <p:cNvCxnSpPr>
            <a:cxnSpLocks/>
          </p:cNvCxnSpPr>
          <p:nvPr/>
        </p:nvCxnSpPr>
        <p:spPr>
          <a:xfrm>
            <a:off x="6402882" y="4931386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52D7CCF3-C7D4-40E1-8A0A-587E7D8E7BAE}"/>
              </a:ext>
            </a:extLst>
          </p:cNvPr>
          <p:cNvSpPr txBox="1"/>
          <p:nvPr/>
        </p:nvSpPr>
        <p:spPr>
          <a:xfrm>
            <a:off x="6367400" y="4759182"/>
            <a:ext cx="7090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오늘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FC9047-D872-47F1-935B-E27EB2458E0F}"/>
              </a:ext>
            </a:extLst>
          </p:cNvPr>
          <p:cNvSpPr txBox="1"/>
          <p:nvPr/>
        </p:nvSpPr>
        <p:spPr>
          <a:xfrm>
            <a:off x="7494445" y="475918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70B543-8956-4732-8176-F26D64993DDA}"/>
              </a:ext>
            </a:extLst>
          </p:cNvPr>
          <p:cNvSpPr txBox="1"/>
          <p:nvPr/>
        </p:nvSpPr>
        <p:spPr>
          <a:xfrm>
            <a:off x="8218435" y="475918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97E394EF-B90A-44C5-955A-B941F6E3DB4B}"/>
              </a:ext>
            </a:extLst>
          </p:cNvPr>
          <p:cNvSpPr txBox="1"/>
          <p:nvPr/>
        </p:nvSpPr>
        <p:spPr>
          <a:xfrm>
            <a:off x="6632423" y="4931386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7655BE92-5434-4F0A-94A1-1F3F4AEF4E00}"/>
              </a:ext>
            </a:extLst>
          </p:cNvPr>
          <p:cNvSpPr txBox="1"/>
          <p:nvPr/>
        </p:nvSpPr>
        <p:spPr>
          <a:xfrm>
            <a:off x="6632423" y="5047971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7049415-21D6-4609-87E2-E79B72C56834}"/>
              </a:ext>
            </a:extLst>
          </p:cNvPr>
          <p:cNvSpPr txBox="1"/>
          <p:nvPr/>
        </p:nvSpPr>
        <p:spPr>
          <a:xfrm>
            <a:off x="7409660" y="4931386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1,350.5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8E4AD24-A210-4985-8EE7-053CFFA8DDC4}"/>
              </a:ext>
            </a:extLst>
          </p:cNvPr>
          <p:cNvSpPr txBox="1"/>
          <p:nvPr/>
        </p:nvSpPr>
        <p:spPr>
          <a:xfrm>
            <a:off x="7409660" y="5047971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28C3C86-4139-48BE-AB80-48254B517557}"/>
              </a:ext>
            </a:extLst>
          </p:cNvPr>
          <p:cNvSpPr txBox="1"/>
          <p:nvPr/>
        </p:nvSpPr>
        <p:spPr>
          <a:xfrm>
            <a:off x="8197832" y="4984872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2.1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41052B01-A87D-4523-9C2D-4E15B5943919}"/>
              </a:ext>
            </a:extLst>
          </p:cNvPr>
          <p:cNvCxnSpPr>
            <a:cxnSpLocks/>
          </p:cNvCxnSpPr>
          <p:nvPr/>
        </p:nvCxnSpPr>
        <p:spPr>
          <a:xfrm>
            <a:off x="6402882" y="5329396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ECE04DF6-334C-4E0A-BF48-E2A955B75CA7}"/>
              </a:ext>
            </a:extLst>
          </p:cNvPr>
          <p:cNvSpPr txBox="1"/>
          <p:nvPr/>
        </p:nvSpPr>
        <p:spPr>
          <a:xfrm>
            <a:off x="6367400" y="5157192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>
                <a:solidFill>
                  <a:schemeClr val="bg1"/>
                </a:solidFill>
              </a:rPr>
              <a:t>이번달</a:t>
            </a:r>
            <a:r>
              <a:rPr lang="ko-KR" altLang="en-US" sz="500" dirty="0">
                <a:solidFill>
                  <a:schemeClr val="bg1"/>
                </a:solidFill>
              </a:rPr>
              <a:t>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D4CD7E1-D345-4258-8CF6-8E73034B6077}"/>
              </a:ext>
            </a:extLst>
          </p:cNvPr>
          <p:cNvSpPr txBox="1"/>
          <p:nvPr/>
        </p:nvSpPr>
        <p:spPr>
          <a:xfrm>
            <a:off x="7494445" y="515719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9F9F598-4586-4FBB-ABB2-21F3479FB491}"/>
              </a:ext>
            </a:extLst>
          </p:cNvPr>
          <p:cNvSpPr txBox="1"/>
          <p:nvPr/>
        </p:nvSpPr>
        <p:spPr>
          <a:xfrm>
            <a:off x="8218435" y="515719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A70A35B-A937-484D-9B15-0D951245E315}"/>
              </a:ext>
            </a:extLst>
          </p:cNvPr>
          <p:cNvSpPr txBox="1"/>
          <p:nvPr/>
        </p:nvSpPr>
        <p:spPr>
          <a:xfrm>
            <a:off x="6632423" y="5329396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3B20DCE-F895-4A9A-94AE-4107D018A165}"/>
              </a:ext>
            </a:extLst>
          </p:cNvPr>
          <p:cNvSpPr txBox="1"/>
          <p:nvPr/>
        </p:nvSpPr>
        <p:spPr>
          <a:xfrm>
            <a:off x="6632423" y="5445981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55099726-B1E8-423B-B8E4-0A6A4054F228}"/>
              </a:ext>
            </a:extLst>
          </p:cNvPr>
          <p:cNvSpPr txBox="1"/>
          <p:nvPr/>
        </p:nvSpPr>
        <p:spPr>
          <a:xfrm>
            <a:off x="7409660" y="5329396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0692847-ED87-43F2-9099-A7112BE8153B}"/>
              </a:ext>
            </a:extLst>
          </p:cNvPr>
          <p:cNvSpPr txBox="1"/>
          <p:nvPr/>
        </p:nvSpPr>
        <p:spPr>
          <a:xfrm>
            <a:off x="7409660" y="5445981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627A6BA-3454-4146-B93F-05CA68066CA7}"/>
              </a:ext>
            </a:extLst>
          </p:cNvPr>
          <p:cNvSpPr txBox="1"/>
          <p:nvPr/>
        </p:nvSpPr>
        <p:spPr>
          <a:xfrm>
            <a:off x="8197832" y="538401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911FEBBC-FC56-4683-A07C-9B9DB21FB0F5}"/>
              </a:ext>
            </a:extLst>
          </p:cNvPr>
          <p:cNvCxnSpPr>
            <a:cxnSpLocks/>
          </p:cNvCxnSpPr>
          <p:nvPr/>
        </p:nvCxnSpPr>
        <p:spPr>
          <a:xfrm>
            <a:off x="6402882" y="5717729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9E9BCFA8-F83E-4142-8E92-1B817AA46B93}"/>
              </a:ext>
            </a:extLst>
          </p:cNvPr>
          <p:cNvSpPr txBox="1"/>
          <p:nvPr/>
        </p:nvSpPr>
        <p:spPr>
          <a:xfrm>
            <a:off x="6341968" y="5545525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올해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058D7D0A-18BA-4F09-9F30-892654A1D1FD}"/>
              </a:ext>
            </a:extLst>
          </p:cNvPr>
          <p:cNvSpPr txBox="1"/>
          <p:nvPr/>
        </p:nvSpPr>
        <p:spPr>
          <a:xfrm>
            <a:off x="7469013" y="5545525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C86AD1E-11C8-4C60-9295-F1755989287E}"/>
              </a:ext>
            </a:extLst>
          </p:cNvPr>
          <p:cNvSpPr txBox="1"/>
          <p:nvPr/>
        </p:nvSpPr>
        <p:spPr>
          <a:xfrm>
            <a:off x="8193003" y="5545525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5396FD45-AFCE-45A7-88EF-403916F405B4}"/>
              </a:ext>
            </a:extLst>
          </p:cNvPr>
          <p:cNvSpPr txBox="1"/>
          <p:nvPr/>
        </p:nvSpPr>
        <p:spPr>
          <a:xfrm>
            <a:off x="6606991" y="5717729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AC63B0E-AA68-4053-A9A2-333CC5690AFD}"/>
              </a:ext>
            </a:extLst>
          </p:cNvPr>
          <p:cNvSpPr txBox="1"/>
          <p:nvPr/>
        </p:nvSpPr>
        <p:spPr>
          <a:xfrm>
            <a:off x="6606991" y="5834314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235F8015-21AB-44C6-B2A8-237119610DED}"/>
              </a:ext>
            </a:extLst>
          </p:cNvPr>
          <p:cNvSpPr txBox="1"/>
          <p:nvPr/>
        </p:nvSpPr>
        <p:spPr>
          <a:xfrm>
            <a:off x="7384228" y="5717729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58.9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5DB8234-93C5-443F-9D35-ED84CD68B68B}"/>
              </a:ext>
            </a:extLst>
          </p:cNvPr>
          <p:cNvSpPr txBox="1"/>
          <p:nvPr/>
        </p:nvSpPr>
        <p:spPr>
          <a:xfrm>
            <a:off x="7384228" y="5834314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192.1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F3B2C65-8CAA-40CD-96CB-3DEFFE1ED3A3}"/>
              </a:ext>
            </a:extLst>
          </p:cNvPr>
          <p:cNvSpPr txBox="1"/>
          <p:nvPr/>
        </p:nvSpPr>
        <p:spPr>
          <a:xfrm>
            <a:off x="8172400" y="5771691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464.9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415174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032950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6D7249B-CB22-407B-9810-677CB95DB599}"/>
              </a:ext>
            </a:extLst>
          </p:cNvPr>
          <p:cNvGrpSpPr/>
          <p:nvPr/>
        </p:nvGrpSpPr>
        <p:grpSpPr>
          <a:xfrm>
            <a:off x="4624718" y="3619242"/>
            <a:ext cx="523420" cy="169277"/>
            <a:chOff x="4484685" y="3585093"/>
            <a:chExt cx="523420" cy="169277"/>
          </a:xfrm>
        </p:grpSpPr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883A6E55-34C4-45A8-B274-3CA2D68C93B5}"/>
                </a:ext>
              </a:extLst>
            </p:cNvPr>
            <p:cNvCxnSpPr>
              <a:cxnSpLocks/>
            </p:cNvCxnSpPr>
            <p:nvPr/>
          </p:nvCxnSpPr>
          <p:spPr>
            <a:xfrm>
              <a:off x="4484685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CA300D37-BF19-4CD9-ADC8-0C7F14F46062}"/>
                </a:ext>
              </a:extLst>
            </p:cNvPr>
            <p:cNvSpPr/>
            <p:nvPr/>
          </p:nvSpPr>
          <p:spPr>
            <a:xfrm>
              <a:off x="4520677" y="3585093"/>
              <a:ext cx="4874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목표 전력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930E86-EE40-43BF-9FFD-1042EBA392FF}"/>
              </a:ext>
            </a:extLst>
          </p:cNvPr>
          <p:cNvGrpSpPr/>
          <p:nvPr/>
        </p:nvGrpSpPr>
        <p:grpSpPr>
          <a:xfrm>
            <a:off x="538982" y="1855388"/>
            <a:ext cx="2528690" cy="835005"/>
            <a:chOff x="6177167" y="1700808"/>
            <a:chExt cx="2528690" cy="835005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2C51AFB-6275-4F06-9C19-9300EC84DED6}"/>
                </a:ext>
              </a:extLst>
            </p:cNvPr>
            <p:cNvGrpSpPr/>
            <p:nvPr/>
          </p:nvGrpSpPr>
          <p:grpSpPr>
            <a:xfrm>
              <a:off x="6177167" y="1700808"/>
              <a:ext cx="1926022" cy="721431"/>
              <a:chOff x="5692418" y="1753651"/>
              <a:chExt cx="3074464" cy="721431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8B7615B-8FB8-42CC-B02C-7B6133C88D7F}"/>
                  </a:ext>
                </a:extLst>
              </p:cNvPr>
              <p:cNvSpPr/>
              <p:nvPr/>
            </p:nvSpPr>
            <p:spPr>
              <a:xfrm>
                <a:off x="5822353" y="2045047"/>
                <a:ext cx="2880000" cy="7200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2DFBEA81-503E-4D87-B1F2-23C64BE615BF}"/>
                  </a:ext>
                </a:extLst>
              </p:cNvPr>
              <p:cNvSpPr/>
              <p:nvPr/>
            </p:nvSpPr>
            <p:spPr>
              <a:xfrm>
                <a:off x="5822353" y="2403074"/>
                <a:ext cx="2880000" cy="7200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76F78F-ECD7-4F76-B78F-D0039EFD85F6}"/>
                  </a:ext>
                </a:extLst>
              </p:cNvPr>
              <p:cNvSpPr txBox="1"/>
              <p:nvPr/>
            </p:nvSpPr>
            <p:spPr>
              <a:xfrm>
                <a:off x="5692418" y="1843641"/>
                <a:ext cx="112440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충전량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E0E53A4-3C68-49BF-89F5-3C3B6190242E}"/>
                  </a:ext>
                </a:extLst>
              </p:cNvPr>
              <p:cNvSpPr txBox="1"/>
              <p:nvPr/>
            </p:nvSpPr>
            <p:spPr>
              <a:xfrm>
                <a:off x="5692418" y="2201668"/>
                <a:ext cx="11349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방전량</a:t>
                </a:r>
                <a:endPara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E679431-6117-4443-89A7-FCC25732B376}"/>
                  </a:ext>
                </a:extLst>
              </p:cNvPr>
              <p:cNvSpPr txBox="1"/>
              <p:nvPr/>
            </p:nvSpPr>
            <p:spPr>
              <a:xfrm>
                <a:off x="7270746" y="1753651"/>
                <a:ext cx="1496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1,350.5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66D3B8F-8FE4-4265-9146-55D17D57A666}"/>
                  </a:ext>
                </a:extLst>
              </p:cNvPr>
              <p:cNvSpPr txBox="1"/>
              <p:nvPr/>
            </p:nvSpPr>
            <p:spPr>
              <a:xfrm>
                <a:off x="7419971" y="2115095"/>
                <a:ext cx="1346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9DAF780-D8CE-4BFB-8530-8E01FDAB46EA}"/>
                </a:ext>
              </a:extLst>
            </p:cNvPr>
            <p:cNvGrpSpPr/>
            <p:nvPr/>
          </p:nvGrpSpPr>
          <p:grpSpPr>
            <a:xfrm>
              <a:off x="8123038" y="1772816"/>
              <a:ext cx="582819" cy="762997"/>
              <a:chOff x="8066098" y="1891729"/>
              <a:chExt cx="639759" cy="762997"/>
            </a:xfrm>
          </p:grpSpPr>
          <p:pic>
            <p:nvPicPr>
              <p:cNvPr id="1030" name="Picture 6" descr="batteryì ëí ì´ë¯¸ì§ ê²ìê²°ê³¼">
                <a:extLst>
                  <a:ext uri="{FF2B5EF4-FFF2-40B4-BE49-F238E27FC236}">
                    <a16:creationId xmlns:a16="http://schemas.microsoft.com/office/drawing/2014/main" id="{CC4F744F-F3B3-485E-8365-75D4A55106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04661" y="2092093"/>
                <a:ext cx="562633" cy="5626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F9E8319-76FD-483E-A8DE-0A24EA344155}"/>
                  </a:ext>
                </a:extLst>
              </p:cNvPr>
              <p:cNvSpPr txBox="1"/>
              <p:nvPr/>
            </p:nvSpPr>
            <p:spPr>
              <a:xfrm>
                <a:off x="8087885" y="1891729"/>
                <a:ext cx="59618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SOC(</a:t>
                </a:r>
                <a:r>
                  <a:rPr lang="ko-KR" altLang="en-US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잔량</a:t>
                </a:r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86409813-82A2-477A-891E-83BB61D4C3B4}"/>
                  </a:ext>
                </a:extLst>
              </p:cNvPr>
              <p:cNvSpPr txBox="1"/>
              <p:nvPr/>
            </p:nvSpPr>
            <p:spPr>
              <a:xfrm>
                <a:off x="8066098" y="2016579"/>
                <a:ext cx="6397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85.5</a:t>
                </a:r>
                <a:r>
                  <a:rPr lang="en-US" altLang="ko-KR" sz="6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%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326C0E9F-B729-49BB-BB61-B6DE399D0AFA}"/>
                </a:ext>
              </a:extLst>
            </p:cNvPr>
            <p:cNvSpPr/>
            <p:nvPr/>
          </p:nvSpPr>
          <p:spPr>
            <a:xfrm>
              <a:off x="7703543" y="1990090"/>
              <a:ext cx="36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550E4392-BDD3-4354-ACB8-CD2465050FA5}"/>
                </a:ext>
              </a:extLst>
            </p:cNvPr>
            <p:cNvSpPr/>
            <p:nvPr/>
          </p:nvSpPr>
          <p:spPr>
            <a:xfrm>
              <a:off x="7524536" y="2351662"/>
              <a:ext cx="54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6220009" y="1772816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475724"/>
              </p:ext>
            </p:extLst>
          </p:nvPr>
        </p:nvGraphicFramePr>
        <p:xfrm>
          <a:off x="6258567" y="1955559"/>
          <a:ext cx="247252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85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6536610" y="2511816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6704807" y="2485608"/>
            <a:ext cx="115200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6873004" y="2555912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7002272" y="2678159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864348"/>
              </p:ext>
            </p:extLst>
          </p:nvPr>
        </p:nvGraphicFramePr>
        <p:xfrm>
          <a:off x="556780" y="3025225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3950985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2810774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4489565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A4C89D16-588B-41A7-8391-C28C5E313976}"/>
              </a:ext>
            </a:extLst>
          </p:cNvPr>
          <p:cNvGrpSpPr/>
          <p:nvPr/>
        </p:nvGrpSpPr>
        <p:grpSpPr>
          <a:xfrm>
            <a:off x="1255755" y="3100721"/>
            <a:ext cx="1853801" cy="157480"/>
            <a:chOff x="4632535" y="2929429"/>
            <a:chExt cx="1853801" cy="157480"/>
          </a:xfrm>
        </p:grpSpPr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3D00BBDD-5B83-4846-AE79-60675D6A75B4}"/>
                </a:ext>
              </a:extLst>
            </p:cNvPr>
            <p:cNvCxnSpPr/>
            <p:nvPr/>
          </p:nvCxnSpPr>
          <p:spPr>
            <a:xfrm>
              <a:off x="4632535" y="3015425"/>
              <a:ext cx="149996" cy="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직사각형 498">
              <a:extLst>
                <a:ext uri="{FF2B5EF4-FFF2-40B4-BE49-F238E27FC236}">
                  <a16:creationId xmlns:a16="http://schemas.microsoft.com/office/drawing/2014/main" id="{643C5AC5-7051-4A71-AA9B-7751735D58BB}"/>
                </a:ext>
              </a:extLst>
            </p:cNvPr>
            <p:cNvSpPr/>
            <p:nvPr/>
          </p:nvSpPr>
          <p:spPr>
            <a:xfrm>
              <a:off x="4710713" y="2931990"/>
              <a:ext cx="550418" cy="15491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실제 사용량</a:t>
              </a:r>
            </a:p>
          </p:txBody>
        </p: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50F18DFC-D4EE-4F4D-919A-960CDBBB7F11}"/>
                </a:ext>
              </a:extLst>
            </p:cNvPr>
            <p:cNvCxnSpPr/>
            <p:nvPr/>
          </p:nvCxnSpPr>
          <p:spPr>
            <a:xfrm>
              <a:off x="5280128" y="3009449"/>
              <a:ext cx="149996" cy="0"/>
            </a:xfrm>
            <a:prstGeom prst="lin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1" name="직사각형 500">
              <a:extLst>
                <a:ext uri="{FF2B5EF4-FFF2-40B4-BE49-F238E27FC236}">
                  <a16:creationId xmlns:a16="http://schemas.microsoft.com/office/drawing/2014/main" id="{38724598-60E3-4E65-9129-F9DD93A10F2D}"/>
                </a:ext>
              </a:extLst>
            </p:cNvPr>
            <p:cNvSpPr/>
            <p:nvPr/>
          </p:nvSpPr>
          <p:spPr>
            <a:xfrm>
              <a:off x="5358305" y="2929429"/>
              <a:ext cx="548985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ESS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  <p:cxnSp>
          <p:nvCxnSpPr>
            <p:cNvPr id="502" name="직선 연결선 501">
              <a:extLst>
                <a:ext uri="{FF2B5EF4-FFF2-40B4-BE49-F238E27FC236}">
                  <a16:creationId xmlns:a16="http://schemas.microsoft.com/office/drawing/2014/main" id="{63D0324A-6260-423A-94F3-F9E6EFC37BCC}"/>
                </a:ext>
              </a:extLst>
            </p:cNvPr>
            <p:cNvCxnSpPr/>
            <p:nvPr/>
          </p:nvCxnSpPr>
          <p:spPr>
            <a:xfrm>
              <a:off x="5905793" y="3009449"/>
              <a:ext cx="149996" cy="0"/>
            </a:xfrm>
            <a:prstGeom prst="lin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D729EFFA-79C8-4355-B1F3-4AB70759F294}"/>
                </a:ext>
              </a:extLst>
            </p:cNvPr>
            <p:cNvSpPr/>
            <p:nvPr/>
          </p:nvSpPr>
          <p:spPr>
            <a:xfrm>
              <a:off x="6000509" y="2929429"/>
              <a:ext cx="485827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PV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2780928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0158" y="4108489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0667" y="4115777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1176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1685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0158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0667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1176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1685" y="4449016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5046" y="407558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17837" y="4189203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16095" y="4275987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17716" y="4187517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2502" y="4277962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66627" y="4184962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4885" y="4271746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66506" y="4174548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1292" y="4276653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1605" y="408590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08949" y="4075754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65894" y="4075754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4591" y="4417802"/>
            <a:ext cx="776403" cy="451529"/>
            <a:chOff x="4137026" y="5220442"/>
            <a:chExt cx="542695" cy="451529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55684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06193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56702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16953" y="4801254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0A53505-7903-45B3-9D0B-D0B37AF0F3A8}"/>
              </a:ext>
            </a:extLst>
          </p:cNvPr>
          <p:cNvGrpSpPr/>
          <p:nvPr/>
        </p:nvGrpSpPr>
        <p:grpSpPr>
          <a:xfrm>
            <a:off x="6188932" y="2863398"/>
            <a:ext cx="2701514" cy="314700"/>
            <a:chOff x="475933" y="4908190"/>
            <a:chExt cx="2804731" cy="314700"/>
          </a:xfrm>
        </p:grpSpPr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8CC72A27-D062-4659-A20B-75407950CBB4}"/>
                </a:ext>
              </a:extLst>
            </p:cNvPr>
            <p:cNvSpPr/>
            <p:nvPr/>
          </p:nvSpPr>
          <p:spPr>
            <a:xfrm>
              <a:off x="475933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ESS</a:t>
              </a:r>
              <a:r>
                <a:rPr lang="ko-KR" altLang="en-US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E3ECF995-9CB8-4F12-83C5-D74A8FB0FC3C}"/>
                </a:ext>
              </a:extLst>
            </p:cNvPr>
            <p:cNvSpPr/>
            <p:nvPr/>
          </p:nvSpPr>
          <p:spPr>
            <a:xfrm>
              <a:off x="753539" y="4915601"/>
              <a:ext cx="606962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A8D24558-F4AD-4E4F-A0A3-8068DB053CD0}"/>
                </a:ext>
              </a:extLst>
            </p:cNvPr>
            <p:cNvSpPr/>
            <p:nvPr/>
          </p:nvSpPr>
          <p:spPr>
            <a:xfrm>
              <a:off x="1098838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DR</a:t>
              </a:r>
              <a:r>
                <a:rPr lang="ko-KR" altLang="en-US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6EE38BF5-3A72-48E4-8BA9-BF2390F8238C}"/>
                </a:ext>
              </a:extLst>
            </p:cNvPr>
            <p:cNvSpPr/>
            <p:nvPr/>
          </p:nvSpPr>
          <p:spPr>
            <a:xfrm>
              <a:off x="1364833" y="4915601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36966B20-072A-484B-AAA1-2F378CBFE402}"/>
                </a:ext>
              </a:extLst>
            </p:cNvPr>
            <p:cNvSpPr/>
            <p:nvPr/>
          </p:nvSpPr>
          <p:spPr>
            <a:xfrm>
              <a:off x="2134425" y="4934890"/>
              <a:ext cx="825695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전체 수익</a:t>
              </a:r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FCA66087-7611-49F7-9D41-C19434ED8685}"/>
                </a:ext>
              </a:extLst>
            </p:cNvPr>
            <p:cNvSpPr/>
            <p:nvPr/>
          </p:nvSpPr>
          <p:spPr>
            <a:xfrm>
              <a:off x="2615847" y="4921226"/>
              <a:ext cx="664817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120,000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2C3C8100-F6E5-466E-AA22-4126D1A5B4B8}"/>
                </a:ext>
              </a:extLst>
            </p:cNvPr>
            <p:cNvSpPr/>
            <p:nvPr/>
          </p:nvSpPr>
          <p:spPr>
            <a:xfrm>
              <a:off x="1708458" y="4921854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PV</a:t>
              </a:r>
              <a:r>
                <a:rPr lang="ko-KR" altLang="en-US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1099ED14-65AD-46EB-A7BA-5B26FEDEDD39}"/>
                </a:ext>
              </a:extLst>
            </p:cNvPr>
            <p:cNvSpPr/>
            <p:nvPr/>
          </p:nvSpPr>
          <p:spPr>
            <a:xfrm>
              <a:off x="1972163" y="4908190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56" name="그림 255">
            <a:extLst>
              <a:ext uri="{FF2B5EF4-FFF2-40B4-BE49-F238E27FC236}">
                <a16:creationId xmlns:a16="http://schemas.microsoft.com/office/drawing/2014/main" id="{416D2369-6C47-4232-BA32-BEB28EFD5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61" y="5063901"/>
            <a:ext cx="2540384" cy="930152"/>
          </a:xfrm>
          <a:prstGeom prst="rect">
            <a:avLst/>
          </a:prstGeom>
        </p:spPr>
      </p:pic>
      <p:pic>
        <p:nvPicPr>
          <p:cNvPr id="2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33E656-4CE7-4FD6-B80A-8D95023DF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E213D376-B9D2-4C8A-9D09-1CA7048CFCD7}"/>
              </a:ext>
            </a:extLst>
          </p:cNvPr>
          <p:cNvSpPr/>
          <p:nvPr/>
        </p:nvSpPr>
        <p:spPr>
          <a:xfrm>
            <a:off x="6704807" y="2485175"/>
            <a:ext cx="115200" cy="1438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CD43F859-36B4-4A0D-AA79-2C93492229B2}"/>
              </a:ext>
            </a:extLst>
          </p:cNvPr>
          <p:cNvGrpSpPr/>
          <p:nvPr/>
        </p:nvGrpSpPr>
        <p:grpSpPr>
          <a:xfrm>
            <a:off x="6538441" y="3462802"/>
            <a:ext cx="2147058" cy="1068681"/>
            <a:chOff x="1180851" y="2959945"/>
            <a:chExt cx="7495605" cy="1884776"/>
          </a:xfrm>
        </p:grpSpPr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24EDACE7-0304-4CBC-924D-AEC098E17F26}"/>
                </a:ext>
              </a:extLst>
            </p:cNvPr>
            <p:cNvCxnSpPr/>
            <p:nvPr/>
          </p:nvCxnSpPr>
          <p:spPr>
            <a:xfrm>
              <a:off x="1187624" y="2959945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ECDECD13-0411-4837-B722-8AD7BB921564}"/>
                </a:ext>
              </a:extLst>
            </p:cNvPr>
            <p:cNvCxnSpPr/>
            <p:nvPr/>
          </p:nvCxnSpPr>
          <p:spPr>
            <a:xfrm>
              <a:off x="1187624" y="393586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0" name="그룹 269">
              <a:extLst>
                <a:ext uri="{FF2B5EF4-FFF2-40B4-BE49-F238E27FC236}">
                  <a16:creationId xmlns:a16="http://schemas.microsoft.com/office/drawing/2014/main" id="{51877911-0A13-4BE3-9E5A-276196AFBCFA}"/>
                </a:ext>
              </a:extLst>
            </p:cNvPr>
            <p:cNvGrpSpPr/>
            <p:nvPr/>
          </p:nvGrpSpPr>
          <p:grpSpPr>
            <a:xfrm flipH="1" flipV="1">
              <a:off x="4357435" y="3939476"/>
              <a:ext cx="2688227" cy="652703"/>
              <a:chOff x="1501760" y="2998490"/>
              <a:chExt cx="2520272" cy="1366614"/>
            </a:xfrm>
          </p:grpSpPr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694340A-F38E-463E-9B94-DF2BDE34D46F}"/>
                  </a:ext>
                </a:extLst>
              </p:cNvPr>
              <p:cNvSpPr/>
              <p:nvPr/>
            </p:nvSpPr>
            <p:spPr>
              <a:xfrm>
                <a:off x="1501760" y="4217882"/>
                <a:ext cx="72000" cy="14722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A2C8F4AE-E366-4A5C-9644-59951BC6873B}"/>
                  </a:ext>
                </a:extLst>
              </p:cNvPr>
              <p:cNvSpPr/>
              <p:nvPr/>
            </p:nvSpPr>
            <p:spPr>
              <a:xfrm>
                <a:off x="3950032" y="2998490"/>
                <a:ext cx="72000" cy="136661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8" name="직사각형 367">
                <a:extLst>
                  <a:ext uri="{FF2B5EF4-FFF2-40B4-BE49-F238E27FC236}">
                    <a16:creationId xmlns:a16="http://schemas.microsoft.com/office/drawing/2014/main" id="{705A7D7D-DFDC-49F5-A545-0A0BF3992C46}"/>
                  </a:ext>
                </a:extLst>
              </p:cNvPr>
              <p:cNvSpPr/>
              <p:nvPr/>
            </p:nvSpPr>
            <p:spPr>
              <a:xfrm>
                <a:off x="3638317" y="3069104"/>
                <a:ext cx="72000" cy="129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id="{C3112926-62A8-4766-85DA-0F5B2DEF9475}"/>
                  </a:ext>
                </a:extLst>
              </p:cNvPr>
              <p:cNvSpPr/>
              <p:nvPr/>
            </p:nvSpPr>
            <p:spPr>
              <a:xfrm>
                <a:off x="3327361" y="3214514"/>
                <a:ext cx="72000" cy="115059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CEB3820F-F57A-4E00-A3A1-6A02D87BBC35}"/>
                  </a:ext>
                </a:extLst>
              </p:cNvPr>
              <p:cNvSpPr/>
              <p:nvPr/>
            </p:nvSpPr>
            <p:spPr>
              <a:xfrm>
                <a:off x="3013928" y="3575612"/>
                <a:ext cx="72000" cy="78949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3" name="직사각형 372">
                <a:extLst>
                  <a:ext uri="{FF2B5EF4-FFF2-40B4-BE49-F238E27FC236}">
                    <a16:creationId xmlns:a16="http://schemas.microsoft.com/office/drawing/2014/main" id="{E34EA65C-227F-4EFE-97EC-3793068DAEFC}"/>
                  </a:ext>
                </a:extLst>
              </p:cNvPr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4" name="직사각형 373">
                <a:extLst>
                  <a:ext uri="{FF2B5EF4-FFF2-40B4-BE49-F238E27FC236}">
                    <a16:creationId xmlns:a16="http://schemas.microsoft.com/office/drawing/2014/main" id="{48873385-E59B-4D13-B4BB-D3B50E9441B7}"/>
                  </a:ext>
                </a:extLst>
              </p:cNvPr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6" name="직사각형 375">
                <a:extLst>
                  <a:ext uri="{FF2B5EF4-FFF2-40B4-BE49-F238E27FC236}">
                    <a16:creationId xmlns:a16="http://schemas.microsoft.com/office/drawing/2014/main" id="{F1ACF56C-A0F3-46BA-A537-5E404F2CBA13}"/>
                  </a:ext>
                </a:extLst>
              </p:cNvPr>
              <p:cNvSpPr/>
              <p:nvPr/>
            </p:nvSpPr>
            <p:spPr>
              <a:xfrm>
                <a:off x="2123923" y="3862586"/>
                <a:ext cx="72000" cy="5025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73E0FC23-4637-4CB6-8294-92FA7A322E19}"/>
                  </a:ext>
                </a:extLst>
              </p:cNvPr>
              <p:cNvSpPr/>
              <p:nvPr/>
            </p:nvSpPr>
            <p:spPr>
              <a:xfrm>
                <a:off x="1789792" y="4059104"/>
                <a:ext cx="72000" cy="30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7A2E4343-AA22-48F6-9831-EB243B44661F}"/>
                </a:ext>
              </a:extLst>
            </p:cNvPr>
            <p:cNvGrpSpPr/>
            <p:nvPr/>
          </p:nvGrpSpPr>
          <p:grpSpPr>
            <a:xfrm>
              <a:off x="1403648" y="3249056"/>
              <a:ext cx="2520272" cy="684000"/>
              <a:chOff x="1403648" y="2780928"/>
              <a:chExt cx="2520272" cy="1584176"/>
            </a:xfrm>
          </p:grpSpPr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B3C4EAEC-2EF5-4692-977D-16258F36BACF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C305AF79-C10A-4585-A676-C63CC16DFE5D}"/>
                  </a:ext>
                </a:extLst>
              </p:cNvPr>
              <p:cNvSpPr/>
              <p:nvPr/>
            </p:nvSpPr>
            <p:spPr>
              <a:xfrm>
                <a:off x="3540205" y="2998490"/>
                <a:ext cx="72000" cy="136661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C463C553-AC7D-42B0-B67F-76B5A16123D2}"/>
                  </a:ext>
                </a:extLst>
              </p:cNvPr>
              <p:cNvSpPr/>
              <p:nvPr/>
            </p:nvSpPr>
            <p:spPr>
              <a:xfrm>
                <a:off x="3229249" y="3249104"/>
                <a:ext cx="72000" cy="111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670E839-2165-49E7-B915-9BDC38E3D0D8}"/>
                  </a:ext>
                </a:extLst>
              </p:cNvPr>
              <p:cNvSpPr/>
              <p:nvPr/>
            </p:nvSpPr>
            <p:spPr>
              <a:xfrm>
                <a:off x="2915816" y="3429104"/>
                <a:ext cx="72000" cy="93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EE7E7F2B-0D5A-426C-9A31-48FA3F47BC88}"/>
                  </a:ext>
                </a:extLst>
              </p:cNvPr>
              <p:cNvSpPr/>
              <p:nvPr/>
            </p:nvSpPr>
            <p:spPr>
              <a:xfrm>
                <a:off x="2650736" y="3575612"/>
                <a:ext cx="72000" cy="7894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86C1866E-FA2F-4905-B324-8D47DE4B23C6}"/>
                  </a:ext>
                </a:extLst>
              </p:cNvPr>
              <p:cNvSpPr/>
              <p:nvPr/>
            </p:nvSpPr>
            <p:spPr>
              <a:xfrm>
                <a:off x="2339752" y="3753104"/>
                <a:ext cx="72000" cy="61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03759C99-D9FC-48A8-99C9-EE2EA06E1B31}"/>
                  </a:ext>
                </a:extLst>
              </p:cNvPr>
              <p:cNvSpPr/>
              <p:nvPr/>
            </p:nvSpPr>
            <p:spPr>
              <a:xfrm>
                <a:off x="2025811" y="3933104"/>
                <a:ext cx="72000" cy="43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23905ECD-3317-42B9-8DD3-6EB3DA9A4A28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0DA99728-2D44-41DC-9A68-29168FF6DE9D}"/>
                  </a:ext>
                </a:extLst>
              </p:cNvPr>
              <p:cNvSpPr/>
              <p:nvPr/>
            </p:nvSpPr>
            <p:spPr>
              <a:xfrm>
                <a:off x="3851920" y="2780928"/>
                <a:ext cx="72000" cy="15841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1481EEEF-831C-496D-B62F-740FD8A8FAD9}"/>
                </a:ext>
              </a:extLst>
            </p:cNvPr>
            <p:cNvGrpSpPr/>
            <p:nvPr/>
          </p:nvGrpSpPr>
          <p:grpSpPr>
            <a:xfrm>
              <a:off x="7308297" y="3782267"/>
              <a:ext cx="353772" cy="155437"/>
              <a:chOff x="1403648" y="4005104"/>
              <a:chExt cx="360032" cy="360000"/>
            </a:xfrm>
          </p:grpSpPr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AD0511E9-51AB-46A3-B59F-8CE74D1C3A8E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BD94A21D-75E2-4211-84B9-E40B07993584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AA10651C-DB51-4774-B3C1-5B911A0B53D0}"/>
                </a:ext>
              </a:extLst>
            </p:cNvPr>
            <p:cNvCxnSpPr/>
            <p:nvPr/>
          </p:nvCxnSpPr>
          <p:spPr>
            <a:xfrm>
              <a:off x="1180851" y="4316387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E54558C3-313A-4336-BED6-A6CA5DDAFE2D}"/>
                </a:ext>
              </a:extLst>
            </p:cNvPr>
            <p:cNvCxnSpPr/>
            <p:nvPr/>
          </p:nvCxnSpPr>
          <p:spPr>
            <a:xfrm>
              <a:off x="1180851" y="3376982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19B7F2A2-2BE3-4D3F-B684-685124FCB123}"/>
                </a:ext>
              </a:extLst>
            </p:cNvPr>
            <p:cNvCxnSpPr/>
            <p:nvPr/>
          </p:nvCxnSpPr>
          <p:spPr>
            <a:xfrm>
              <a:off x="1180851" y="484472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자유형 33">
              <a:extLst>
                <a:ext uri="{FF2B5EF4-FFF2-40B4-BE49-F238E27FC236}">
                  <a16:creationId xmlns:a16="http://schemas.microsoft.com/office/drawing/2014/main" id="{0F74D185-08F2-4534-ADE7-5BAF3F773520}"/>
                </a:ext>
              </a:extLst>
            </p:cNvPr>
            <p:cNvSpPr/>
            <p:nvPr/>
          </p:nvSpPr>
          <p:spPr>
            <a:xfrm flipH="1" flipV="1">
              <a:off x="4353593" y="3937702"/>
              <a:ext cx="2689623" cy="68400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5" name="자유형 83">
              <a:extLst>
                <a:ext uri="{FF2B5EF4-FFF2-40B4-BE49-F238E27FC236}">
                  <a16:creationId xmlns:a16="http://schemas.microsoft.com/office/drawing/2014/main" id="{4550CD62-5A0B-4049-B646-1A2ABF2D07F7}"/>
                </a:ext>
              </a:extLst>
            </p:cNvPr>
            <p:cNvSpPr/>
            <p:nvPr/>
          </p:nvSpPr>
          <p:spPr>
            <a:xfrm>
              <a:off x="1397086" y="3160835"/>
              <a:ext cx="2742866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E97A0F5-F812-4130-BAD7-27EDFF573DC0}"/>
              </a:ext>
            </a:extLst>
          </p:cNvPr>
          <p:cNvGrpSpPr/>
          <p:nvPr/>
        </p:nvGrpSpPr>
        <p:grpSpPr>
          <a:xfrm>
            <a:off x="3526025" y="5317506"/>
            <a:ext cx="2430416" cy="190268"/>
            <a:chOff x="3418761" y="4940755"/>
            <a:chExt cx="2430416" cy="19026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D49F22AB-17D8-4589-AB99-1A2B0B85FDAA}"/>
                </a:ext>
              </a:extLst>
            </p:cNvPr>
            <p:cNvGrpSpPr/>
            <p:nvPr/>
          </p:nvGrpSpPr>
          <p:grpSpPr>
            <a:xfrm>
              <a:off x="3418761" y="4940755"/>
              <a:ext cx="1835844" cy="184666"/>
              <a:chOff x="3535608" y="4989368"/>
              <a:chExt cx="1835844" cy="184666"/>
            </a:xfrm>
          </p:grpSpPr>
          <p:sp>
            <p:nvSpPr>
              <p:cNvPr id="407" name="사각형: 둥근 모서리 406">
                <a:extLst>
                  <a:ext uri="{FF2B5EF4-FFF2-40B4-BE49-F238E27FC236}">
                    <a16:creationId xmlns:a16="http://schemas.microsoft.com/office/drawing/2014/main" id="{048E4DE1-D7A8-452E-8463-A0DC0C89AF19}"/>
                  </a:ext>
                </a:extLst>
              </p:cNvPr>
              <p:cNvSpPr/>
              <p:nvPr/>
            </p:nvSpPr>
            <p:spPr>
              <a:xfrm>
                <a:off x="3535608" y="5016742"/>
                <a:ext cx="257502" cy="129918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98F989EC-9F16-48B2-BA01-18F6E055AD57}"/>
                  </a:ext>
                </a:extLst>
              </p:cNvPr>
              <p:cNvSpPr txBox="1"/>
              <p:nvPr/>
            </p:nvSpPr>
            <p:spPr>
              <a:xfrm>
                <a:off x="369425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PCS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7" name="사각형: 둥근 모서리 416">
                <a:extLst>
                  <a:ext uri="{FF2B5EF4-FFF2-40B4-BE49-F238E27FC236}">
                    <a16:creationId xmlns:a16="http://schemas.microsoft.com/office/drawing/2014/main" id="{D1F06681-278F-465D-91AE-A3FFF36AA439}"/>
                  </a:ext>
                </a:extLst>
              </p:cNvPr>
              <p:cNvSpPr/>
              <p:nvPr/>
            </p:nvSpPr>
            <p:spPr>
              <a:xfrm>
                <a:off x="4158568" y="5016742"/>
                <a:ext cx="257502" cy="129918"/>
              </a:xfrm>
              <a:prstGeom prst="roundRect">
                <a:avLst/>
              </a:prstGeom>
              <a:solidFill>
                <a:schemeClr val="accent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A36FC55C-1AFC-4D4F-AF8E-1879ABC4227B}"/>
                  </a:ext>
                </a:extLst>
              </p:cNvPr>
              <p:cNvSpPr txBox="1"/>
              <p:nvPr/>
            </p:nvSpPr>
            <p:spPr>
              <a:xfrm>
                <a:off x="431721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BMS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9" name="사각형: 둥근 모서리 418">
                <a:extLst>
                  <a:ext uri="{FF2B5EF4-FFF2-40B4-BE49-F238E27FC236}">
                    <a16:creationId xmlns:a16="http://schemas.microsoft.com/office/drawing/2014/main" id="{F6BCCD55-7BC8-4744-BEDE-27F3A2F60D19}"/>
                  </a:ext>
                </a:extLst>
              </p:cNvPr>
              <p:cNvSpPr/>
              <p:nvPr/>
            </p:nvSpPr>
            <p:spPr>
              <a:xfrm>
                <a:off x="4794451" y="5016742"/>
                <a:ext cx="257502" cy="129918"/>
              </a:xfrm>
              <a:prstGeom prst="roundRect">
                <a:avLst/>
              </a:prstGeom>
              <a:solidFill>
                <a:srgbClr val="FFC0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BB2E9C6-0B8B-4B8E-91A9-0C6EA163A71A}"/>
                  </a:ext>
                </a:extLst>
              </p:cNvPr>
              <p:cNvSpPr txBox="1"/>
              <p:nvPr/>
            </p:nvSpPr>
            <p:spPr>
              <a:xfrm>
                <a:off x="4953099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PV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8" name="사각형: 둥근 모서리 377">
              <a:extLst>
                <a:ext uri="{FF2B5EF4-FFF2-40B4-BE49-F238E27FC236}">
                  <a16:creationId xmlns:a16="http://schemas.microsoft.com/office/drawing/2014/main" id="{926C030D-5BE2-4DEF-A9CF-8785E95EF045}"/>
                </a:ext>
              </a:extLst>
            </p:cNvPr>
            <p:cNvSpPr/>
            <p:nvPr/>
          </p:nvSpPr>
          <p:spPr>
            <a:xfrm>
              <a:off x="5272176" y="4973731"/>
              <a:ext cx="257502" cy="129918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7EA9089C-21D1-4B79-B5EB-345C0D96FB6A}"/>
                </a:ext>
              </a:extLst>
            </p:cNvPr>
            <p:cNvSpPr txBox="1"/>
            <p:nvPr/>
          </p:nvSpPr>
          <p:spPr>
            <a:xfrm>
              <a:off x="5430824" y="4946357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087FFC54-1FA8-4A28-A8D0-978D49820A84}"/>
              </a:ext>
            </a:extLst>
          </p:cNvPr>
          <p:cNvGrpSpPr/>
          <p:nvPr/>
        </p:nvGrpSpPr>
        <p:grpSpPr>
          <a:xfrm>
            <a:off x="5282110" y="4407283"/>
            <a:ext cx="869295" cy="376502"/>
            <a:chOff x="4137026" y="5220442"/>
            <a:chExt cx="869295" cy="376502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92E09D4-DDAE-4E97-B02B-A402A14126C8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5B5187D-1CBC-45D5-BC91-19969A0AB4DD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FB98C49B-6BFC-4CD9-9E28-3036B18FC29B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7C470C9C-D3D3-4DFD-8006-25F7FD00345D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누적 발전량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C50BBFEC-9559-4AF2-9ACD-557F5C869A96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56D5DC7B-0941-4426-8700-A3C5DE9AD58F}"/>
              </a:ext>
            </a:extLst>
          </p:cNvPr>
          <p:cNvGrpSpPr/>
          <p:nvPr/>
        </p:nvGrpSpPr>
        <p:grpSpPr>
          <a:xfrm>
            <a:off x="3979418" y="4417149"/>
            <a:ext cx="776403" cy="451529"/>
            <a:chOff x="4137026" y="5220442"/>
            <a:chExt cx="542695" cy="451529"/>
          </a:xfrm>
        </p:grpSpPr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F3A6E826-0668-4B7A-88A9-C03298B1425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8E6D9281-782A-4D99-BFC6-FB68A153158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3D542D4-D6A3-4ACA-8B5B-DC65E26DEC5B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3" name="그룹 392">
            <a:extLst>
              <a:ext uri="{FF2B5EF4-FFF2-40B4-BE49-F238E27FC236}">
                <a16:creationId xmlns:a16="http://schemas.microsoft.com/office/drawing/2014/main" id="{D33E31D0-A877-4175-8905-5D9ED299A4EE}"/>
              </a:ext>
            </a:extLst>
          </p:cNvPr>
          <p:cNvGrpSpPr/>
          <p:nvPr/>
        </p:nvGrpSpPr>
        <p:grpSpPr>
          <a:xfrm>
            <a:off x="4627207" y="4416436"/>
            <a:ext cx="776403" cy="451529"/>
            <a:chOff x="4137026" y="5220442"/>
            <a:chExt cx="542695" cy="451529"/>
          </a:xfrm>
        </p:grpSpPr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1685644A-17CD-417F-977C-F9045DB39A45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07FFC255-73B0-410F-9824-FF36DEF43C0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A77A9920-EC18-46F1-B862-B76DBA7F4AB3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9F14FDE-2F17-4B93-839A-DFB07CB57FF4}"/>
              </a:ext>
            </a:extLst>
          </p:cNvPr>
          <p:cNvGrpSpPr/>
          <p:nvPr/>
        </p:nvGrpSpPr>
        <p:grpSpPr>
          <a:xfrm>
            <a:off x="6864545" y="1995626"/>
            <a:ext cx="1933365" cy="363942"/>
            <a:chOff x="2987840" y="283425"/>
            <a:chExt cx="1933365" cy="363942"/>
          </a:xfrm>
        </p:grpSpPr>
        <p:cxnSp>
          <p:nvCxnSpPr>
            <p:cNvPr id="430" name="직선 연결선 429">
              <a:extLst>
                <a:ext uri="{FF2B5EF4-FFF2-40B4-BE49-F238E27FC236}">
                  <a16:creationId xmlns:a16="http://schemas.microsoft.com/office/drawing/2014/main" id="{2A21E3B2-7A10-434B-8F3A-5C0357C1FEB6}"/>
                </a:ext>
              </a:extLst>
            </p:cNvPr>
            <p:cNvCxnSpPr/>
            <p:nvPr/>
          </p:nvCxnSpPr>
          <p:spPr>
            <a:xfrm>
              <a:off x="2987840" y="392891"/>
              <a:ext cx="14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직사각형 440">
              <a:extLst>
                <a:ext uri="{FF2B5EF4-FFF2-40B4-BE49-F238E27FC236}">
                  <a16:creationId xmlns:a16="http://schemas.microsoft.com/office/drawing/2014/main" id="{060D1106-CF68-4EB9-B550-D9EDE0A3D05E}"/>
                </a:ext>
              </a:extLst>
            </p:cNvPr>
            <p:cNvSpPr/>
            <p:nvPr/>
          </p:nvSpPr>
          <p:spPr>
            <a:xfrm>
              <a:off x="3072010" y="285820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</a:t>
              </a:r>
            </a:p>
          </p:txBody>
        </p:sp>
        <p:cxnSp>
          <p:nvCxnSpPr>
            <p:cNvPr id="442" name="직선 연결선 441">
              <a:extLst>
                <a:ext uri="{FF2B5EF4-FFF2-40B4-BE49-F238E27FC236}">
                  <a16:creationId xmlns:a16="http://schemas.microsoft.com/office/drawing/2014/main" id="{8ADEB3C0-F008-4695-A7D0-AED19BEAB530}"/>
                </a:ext>
              </a:extLst>
            </p:cNvPr>
            <p:cNvCxnSpPr/>
            <p:nvPr/>
          </p:nvCxnSpPr>
          <p:spPr>
            <a:xfrm>
              <a:off x="3410158" y="392891"/>
              <a:ext cx="14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43" name="직사각형 442">
              <a:extLst>
                <a:ext uri="{FF2B5EF4-FFF2-40B4-BE49-F238E27FC236}">
                  <a16:creationId xmlns:a16="http://schemas.microsoft.com/office/drawing/2014/main" id="{C3243435-3102-4AE0-91CE-76FE4163506B}"/>
                </a:ext>
              </a:extLst>
            </p:cNvPr>
            <p:cNvSpPr/>
            <p:nvPr/>
          </p:nvSpPr>
          <p:spPr>
            <a:xfrm>
              <a:off x="3497913" y="283425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</a:t>
              </a:r>
            </a:p>
          </p:txBody>
        </p:sp>
        <p:cxnSp>
          <p:nvCxnSpPr>
            <p:cNvPr id="444" name="직선 연결선 443">
              <a:extLst>
                <a:ext uri="{FF2B5EF4-FFF2-40B4-BE49-F238E27FC236}">
                  <a16:creationId xmlns:a16="http://schemas.microsoft.com/office/drawing/2014/main" id="{4F60E58E-A4B3-4295-BBA8-29AB39D5A29D}"/>
                </a:ext>
              </a:extLst>
            </p:cNvPr>
            <p:cNvCxnSpPr/>
            <p:nvPr/>
          </p:nvCxnSpPr>
          <p:spPr>
            <a:xfrm>
              <a:off x="4357958" y="392891"/>
              <a:ext cx="144000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77424ED5-F7AD-41C8-BA67-5A406E89AEFF}"/>
                </a:ext>
              </a:extLst>
            </p:cNvPr>
            <p:cNvSpPr/>
            <p:nvPr/>
          </p:nvSpPr>
          <p:spPr>
            <a:xfrm>
              <a:off x="4433158" y="287327"/>
              <a:ext cx="45979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 계획</a:t>
              </a:r>
            </a:p>
          </p:txBody>
        </p:sp>
        <p:cxnSp>
          <p:nvCxnSpPr>
            <p:cNvPr id="452" name="직선 연결선 451">
              <a:extLst>
                <a:ext uri="{FF2B5EF4-FFF2-40B4-BE49-F238E27FC236}">
                  <a16:creationId xmlns:a16="http://schemas.microsoft.com/office/drawing/2014/main" id="{C0AA0684-DFE4-4BFD-9AB8-A47E77CE7FBA}"/>
                </a:ext>
              </a:extLst>
            </p:cNvPr>
            <p:cNvCxnSpPr/>
            <p:nvPr/>
          </p:nvCxnSpPr>
          <p:spPr>
            <a:xfrm>
              <a:off x="3842877" y="392891"/>
              <a:ext cx="14400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직사각형 452">
              <a:extLst>
                <a:ext uri="{FF2B5EF4-FFF2-40B4-BE49-F238E27FC236}">
                  <a16:creationId xmlns:a16="http://schemas.microsoft.com/office/drawing/2014/main" id="{693C7B78-A427-4A95-9ED5-E022C84D0488}"/>
                </a:ext>
              </a:extLst>
            </p:cNvPr>
            <p:cNvSpPr/>
            <p:nvPr/>
          </p:nvSpPr>
          <p:spPr>
            <a:xfrm>
              <a:off x="3913093" y="2851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 계획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1192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7810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A070D019-0857-40AD-9D17-113AFB2C779E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902469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8C58D39-F33E-4E72-B753-78EE7D6B69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4300" y="4059680"/>
              <a:ext cx="6284084" cy="7206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58566" y="3243077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3068960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충</a:t>
            </a:r>
            <a:r>
              <a:rPr lang="en-US" altLang="ko-KR" sz="800" dirty="0">
                <a:solidFill>
                  <a:schemeClr val="bg1"/>
                </a:solidFill>
              </a:rPr>
              <a:t>/</a:t>
            </a:r>
            <a:r>
              <a:rPr lang="ko-KR" altLang="en-US" sz="800" dirty="0" err="1">
                <a:solidFill>
                  <a:schemeClr val="bg1"/>
                </a:solidFill>
              </a:rPr>
              <a:t>방전량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236" name="AutoShape 182">
            <a:extLst>
              <a:ext uri="{FF2B5EF4-FFF2-40B4-BE49-F238E27FC236}">
                <a16:creationId xmlns:a16="http://schemas.microsoft.com/office/drawing/2014/main" id="{92BD7031-A91D-4911-A5C6-3AAEB07710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0" y="4724039"/>
            <a:ext cx="2474453" cy="126182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sz="1600" dirty="0"/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CCA9A2CD-D04C-4334-8DDF-F894A22E3E13}"/>
              </a:ext>
            </a:extLst>
          </p:cNvPr>
          <p:cNvCxnSpPr>
            <a:cxnSpLocks/>
          </p:cNvCxnSpPr>
          <p:nvPr/>
        </p:nvCxnSpPr>
        <p:spPr>
          <a:xfrm>
            <a:off x="6402882" y="4931386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52D7CCF3-C7D4-40E1-8A0A-587E7D8E7BAE}"/>
              </a:ext>
            </a:extLst>
          </p:cNvPr>
          <p:cNvSpPr txBox="1"/>
          <p:nvPr/>
        </p:nvSpPr>
        <p:spPr>
          <a:xfrm>
            <a:off x="6367400" y="4759182"/>
            <a:ext cx="7090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오늘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FC9047-D872-47F1-935B-E27EB2458E0F}"/>
              </a:ext>
            </a:extLst>
          </p:cNvPr>
          <p:cNvSpPr txBox="1"/>
          <p:nvPr/>
        </p:nvSpPr>
        <p:spPr>
          <a:xfrm>
            <a:off x="7494445" y="475918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70B543-8956-4732-8176-F26D64993DDA}"/>
              </a:ext>
            </a:extLst>
          </p:cNvPr>
          <p:cNvSpPr txBox="1"/>
          <p:nvPr/>
        </p:nvSpPr>
        <p:spPr>
          <a:xfrm>
            <a:off x="8218435" y="475918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97E394EF-B90A-44C5-955A-B941F6E3DB4B}"/>
              </a:ext>
            </a:extLst>
          </p:cNvPr>
          <p:cNvSpPr txBox="1"/>
          <p:nvPr/>
        </p:nvSpPr>
        <p:spPr>
          <a:xfrm>
            <a:off x="6632423" y="4931386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7655BE92-5434-4F0A-94A1-1F3F4AEF4E00}"/>
              </a:ext>
            </a:extLst>
          </p:cNvPr>
          <p:cNvSpPr txBox="1"/>
          <p:nvPr/>
        </p:nvSpPr>
        <p:spPr>
          <a:xfrm>
            <a:off x="6632423" y="5047971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7049415-21D6-4609-87E2-E79B72C56834}"/>
              </a:ext>
            </a:extLst>
          </p:cNvPr>
          <p:cNvSpPr txBox="1"/>
          <p:nvPr/>
        </p:nvSpPr>
        <p:spPr>
          <a:xfrm>
            <a:off x="7409660" y="4931386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1,350.5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8E4AD24-A210-4985-8EE7-053CFFA8DDC4}"/>
              </a:ext>
            </a:extLst>
          </p:cNvPr>
          <p:cNvSpPr txBox="1"/>
          <p:nvPr/>
        </p:nvSpPr>
        <p:spPr>
          <a:xfrm>
            <a:off x="7409660" y="5047971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28C3C86-4139-48BE-AB80-48254B517557}"/>
              </a:ext>
            </a:extLst>
          </p:cNvPr>
          <p:cNvSpPr txBox="1"/>
          <p:nvPr/>
        </p:nvSpPr>
        <p:spPr>
          <a:xfrm>
            <a:off x="8197832" y="4984872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2.1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41052B01-A87D-4523-9C2D-4E15B5943919}"/>
              </a:ext>
            </a:extLst>
          </p:cNvPr>
          <p:cNvCxnSpPr>
            <a:cxnSpLocks/>
          </p:cNvCxnSpPr>
          <p:nvPr/>
        </p:nvCxnSpPr>
        <p:spPr>
          <a:xfrm>
            <a:off x="6402882" y="5329396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ECE04DF6-334C-4E0A-BF48-E2A955B75CA7}"/>
              </a:ext>
            </a:extLst>
          </p:cNvPr>
          <p:cNvSpPr txBox="1"/>
          <p:nvPr/>
        </p:nvSpPr>
        <p:spPr>
          <a:xfrm>
            <a:off x="6367400" y="5157192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>
                <a:solidFill>
                  <a:schemeClr val="bg1"/>
                </a:solidFill>
              </a:rPr>
              <a:t>이번달</a:t>
            </a:r>
            <a:r>
              <a:rPr lang="ko-KR" altLang="en-US" sz="500" dirty="0">
                <a:solidFill>
                  <a:schemeClr val="bg1"/>
                </a:solidFill>
              </a:rPr>
              <a:t>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D4CD7E1-D345-4258-8CF6-8E73034B6077}"/>
              </a:ext>
            </a:extLst>
          </p:cNvPr>
          <p:cNvSpPr txBox="1"/>
          <p:nvPr/>
        </p:nvSpPr>
        <p:spPr>
          <a:xfrm>
            <a:off x="7494445" y="515719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9F9F598-4586-4FBB-ABB2-21F3479FB491}"/>
              </a:ext>
            </a:extLst>
          </p:cNvPr>
          <p:cNvSpPr txBox="1"/>
          <p:nvPr/>
        </p:nvSpPr>
        <p:spPr>
          <a:xfrm>
            <a:off x="8218435" y="5157192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A70A35B-A937-484D-9B15-0D951245E315}"/>
              </a:ext>
            </a:extLst>
          </p:cNvPr>
          <p:cNvSpPr txBox="1"/>
          <p:nvPr/>
        </p:nvSpPr>
        <p:spPr>
          <a:xfrm>
            <a:off x="6632423" y="5329396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3B20DCE-F895-4A9A-94AE-4107D018A165}"/>
              </a:ext>
            </a:extLst>
          </p:cNvPr>
          <p:cNvSpPr txBox="1"/>
          <p:nvPr/>
        </p:nvSpPr>
        <p:spPr>
          <a:xfrm>
            <a:off x="6632423" y="5445981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55099726-B1E8-423B-B8E4-0A6A4054F228}"/>
              </a:ext>
            </a:extLst>
          </p:cNvPr>
          <p:cNvSpPr txBox="1"/>
          <p:nvPr/>
        </p:nvSpPr>
        <p:spPr>
          <a:xfrm>
            <a:off x="7409660" y="5329396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0692847-ED87-43F2-9099-A7112BE8153B}"/>
              </a:ext>
            </a:extLst>
          </p:cNvPr>
          <p:cNvSpPr txBox="1"/>
          <p:nvPr/>
        </p:nvSpPr>
        <p:spPr>
          <a:xfrm>
            <a:off x="7409660" y="5445981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627A6BA-3454-4146-B93F-05CA68066CA7}"/>
              </a:ext>
            </a:extLst>
          </p:cNvPr>
          <p:cNvSpPr txBox="1"/>
          <p:nvPr/>
        </p:nvSpPr>
        <p:spPr>
          <a:xfrm>
            <a:off x="8197832" y="538401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911FEBBC-FC56-4683-A07C-9B9DB21FB0F5}"/>
              </a:ext>
            </a:extLst>
          </p:cNvPr>
          <p:cNvCxnSpPr>
            <a:cxnSpLocks/>
          </p:cNvCxnSpPr>
          <p:nvPr/>
        </p:nvCxnSpPr>
        <p:spPr>
          <a:xfrm>
            <a:off x="6402882" y="5717729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9E9BCFA8-F83E-4142-8E92-1B817AA46B93}"/>
              </a:ext>
            </a:extLst>
          </p:cNvPr>
          <p:cNvSpPr txBox="1"/>
          <p:nvPr/>
        </p:nvSpPr>
        <p:spPr>
          <a:xfrm>
            <a:off x="6341968" y="5545525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올해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058D7D0A-18BA-4F09-9F30-892654A1D1FD}"/>
              </a:ext>
            </a:extLst>
          </p:cNvPr>
          <p:cNvSpPr txBox="1"/>
          <p:nvPr/>
        </p:nvSpPr>
        <p:spPr>
          <a:xfrm>
            <a:off x="7469013" y="5545525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C86AD1E-11C8-4C60-9295-F1755989287E}"/>
              </a:ext>
            </a:extLst>
          </p:cNvPr>
          <p:cNvSpPr txBox="1"/>
          <p:nvPr/>
        </p:nvSpPr>
        <p:spPr>
          <a:xfrm>
            <a:off x="8193003" y="5545525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5396FD45-AFCE-45A7-88EF-403916F405B4}"/>
              </a:ext>
            </a:extLst>
          </p:cNvPr>
          <p:cNvSpPr txBox="1"/>
          <p:nvPr/>
        </p:nvSpPr>
        <p:spPr>
          <a:xfrm>
            <a:off x="6606991" y="5717729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AC63B0E-AA68-4053-A9A2-333CC5690AFD}"/>
              </a:ext>
            </a:extLst>
          </p:cNvPr>
          <p:cNvSpPr txBox="1"/>
          <p:nvPr/>
        </p:nvSpPr>
        <p:spPr>
          <a:xfrm>
            <a:off x="6606991" y="5834314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235F8015-21AB-44C6-B2A8-237119610DED}"/>
              </a:ext>
            </a:extLst>
          </p:cNvPr>
          <p:cNvSpPr txBox="1"/>
          <p:nvPr/>
        </p:nvSpPr>
        <p:spPr>
          <a:xfrm>
            <a:off x="7384228" y="5717729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58.9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5DB8234-93C5-443F-9D35-ED84CD68B68B}"/>
              </a:ext>
            </a:extLst>
          </p:cNvPr>
          <p:cNvSpPr txBox="1"/>
          <p:nvPr/>
        </p:nvSpPr>
        <p:spPr>
          <a:xfrm>
            <a:off x="7384228" y="5834314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192.1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F3B2C65-8CAA-40CD-96CB-3DEFFE1ED3A3}"/>
              </a:ext>
            </a:extLst>
          </p:cNvPr>
          <p:cNvSpPr txBox="1"/>
          <p:nvPr/>
        </p:nvSpPr>
        <p:spPr>
          <a:xfrm>
            <a:off x="8172400" y="5771691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464.9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415174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032950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6D7249B-CB22-407B-9810-677CB95DB599}"/>
              </a:ext>
            </a:extLst>
          </p:cNvPr>
          <p:cNvGrpSpPr/>
          <p:nvPr/>
        </p:nvGrpSpPr>
        <p:grpSpPr>
          <a:xfrm>
            <a:off x="4624718" y="3619242"/>
            <a:ext cx="523420" cy="169277"/>
            <a:chOff x="4484685" y="3585093"/>
            <a:chExt cx="523420" cy="169277"/>
          </a:xfrm>
        </p:grpSpPr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883A6E55-34C4-45A8-B274-3CA2D68C93B5}"/>
                </a:ext>
              </a:extLst>
            </p:cNvPr>
            <p:cNvCxnSpPr>
              <a:cxnSpLocks/>
            </p:cNvCxnSpPr>
            <p:nvPr/>
          </p:nvCxnSpPr>
          <p:spPr>
            <a:xfrm>
              <a:off x="4484685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CA300D37-BF19-4CD9-ADC8-0C7F14F46062}"/>
                </a:ext>
              </a:extLst>
            </p:cNvPr>
            <p:cNvSpPr/>
            <p:nvPr/>
          </p:nvSpPr>
          <p:spPr>
            <a:xfrm>
              <a:off x="4520677" y="3585093"/>
              <a:ext cx="4874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목표 전력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930E86-EE40-43BF-9FFD-1042EBA392FF}"/>
              </a:ext>
            </a:extLst>
          </p:cNvPr>
          <p:cNvGrpSpPr/>
          <p:nvPr/>
        </p:nvGrpSpPr>
        <p:grpSpPr>
          <a:xfrm>
            <a:off x="538982" y="1855388"/>
            <a:ext cx="2528690" cy="835005"/>
            <a:chOff x="6177167" y="1700808"/>
            <a:chExt cx="2528690" cy="835005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2C51AFB-6275-4F06-9C19-9300EC84DED6}"/>
                </a:ext>
              </a:extLst>
            </p:cNvPr>
            <p:cNvGrpSpPr/>
            <p:nvPr/>
          </p:nvGrpSpPr>
          <p:grpSpPr>
            <a:xfrm>
              <a:off x="6177167" y="1700808"/>
              <a:ext cx="1926022" cy="721431"/>
              <a:chOff x="5692418" y="1753651"/>
              <a:chExt cx="3074464" cy="721431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8B7615B-8FB8-42CC-B02C-7B6133C88D7F}"/>
                  </a:ext>
                </a:extLst>
              </p:cNvPr>
              <p:cNvSpPr/>
              <p:nvPr/>
            </p:nvSpPr>
            <p:spPr>
              <a:xfrm>
                <a:off x="5822353" y="2045047"/>
                <a:ext cx="2880000" cy="7200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2DFBEA81-503E-4D87-B1F2-23C64BE615BF}"/>
                  </a:ext>
                </a:extLst>
              </p:cNvPr>
              <p:cNvSpPr/>
              <p:nvPr/>
            </p:nvSpPr>
            <p:spPr>
              <a:xfrm>
                <a:off x="5822353" y="2403074"/>
                <a:ext cx="2880000" cy="7200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76F78F-ECD7-4F76-B78F-D0039EFD85F6}"/>
                  </a:ext>
                </a:extLst>
              </p:cNvPr>
              <p:cNvSpPr txBox="1"/>
              <p:nvPr/>
            </p:nvSpPr>
            <p:spPr>
              <a:xfrm>
                <a:off x="5692418" y="1843641"/>
                <a:ext cx="112440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충전량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E0E53A4-3C68-49BF-89F5-3C3B6190242E}"/>
                  </a:ext>
                </a:extLst>
              </p:cNvPr>
              <p:cNvSpPr txBox="1"/>
              <p:nvPr/>
            </p:nvSpPr>
            <p:spPr>
              <a:xfrm>
                <a:off x="5692418" y="2201668"/>
                <a:ext cx="11349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방전량</a:t>
                </a:r>
                <a:endPara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E679431-6117-4443-89A7-FCC25732B376}"/>
                  </a:ext>
                </a:extLst>
              </p:cNvPr>
              <p:cNvSpPr txBox="1"/>
              <p:nvPr/>
            </p:nvSpPr>
            <p:spPr>
              <a:xfrm>
                <a:off x="7270746" y="1753651"/>
                <a:ext cx="1496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1,350.5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66D3B8F-8FE4-4265-9146-55D17D57A666}"/>
                  </a:ext>
                </a:extLst>
              </p:cNvPr>
              <p:cNvSpPr txBox="1"/>
              <p:nvPr/>
            </p:nvSpPr>
            <p:spPr>
              <a:xfrm>
                <a:off x="7419971" y="2115095"/>
                <a:ext cx="1346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9DAF780-D8CE-4BFB-8530-8E01FDAB46EA}"/>
                </a:ext>
              </a:extLst>
            </p:cNvPr>
            <p:cNvGrpSpPr/>
            <p:nvPr/>
          </p:nvGrpSpPr>
          <p:grpSpPr>
            <a:xfrm>
              <a:off x="8123038" y="1772816"/>
              <a:ext cx="582819" cy="762997"/>
              <a:chOff x="8066098" y="1891729"/>
              <a:chExt cx="639759" cy="762997"/>
            </a:xfrm>
          </p:grpSpPr>
          <p:pic>
            <p:nvPicPr>
              <p:cNvPr id="1030" name="Picture 6" descr="batteryì ëí ì´ë¯¸ì§ ê²ìê²°ê³¼">
                <a:extLst>
                  <a:ext uri="{FF2B5EF4-FFF2-40B4-BE49-F238E27FC236}">
                    <a16:creationId xmlns:a16="http://schemas.microsoft.com/office/drawing/2014/main" id="{CC4F744F-F3B3-485E-8365-75D4A55106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04661" y="2092093"/>
                <a:ext cx="562633" cy="5626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F9E8319-76FD-483E-A8DE-0A24EA344155}"/>
                  </a:ext>
                </a:extLst>
              </p:cNvPr>
              <p:cNvSpPr txBox="1"/>
              <p:nvPr/>
            </p:nvSpPr>
            <p:spPr>
              <a:xfrm>
                <a:off x="8087885" y="1891729"/>
                <a:ext cx="59618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SOC(</a:t>
                </a:r>
                <a:r>
                  <a:rPr lang="ko-KR" altLang="en-US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잔량</a:t>
                </a:r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86409813-82A2-477A-891E-83BB61D4C3B4}"/>
                  </a:ext>
                </a:extLst>
              </p:cNvPr>
              <p:cNvSpPr txBox="1"/>
              <p:nvPr/>
            </p:nvSpPr>
            <p:spPr>
              <a:xfrm>
                <a:off x="8066098" y="2016579"/>
                <a:ext cx="6397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85.5</a:t>
                </a:r>
                <a:r>
                  <a:rPr lang="en-US" altLang="ko-KR" sz="6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%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326C0E9F-B729-49BB-BB61-B6DE399D0AFA}"/>
                </a:ext>
              </a:extLst>
            </p:cNvPr>
            <p:cNvSpPr/>
            <p:nvPr/>
          </p:nvSpPr>
          <p:spPr>
            <a:xfrm>
              <a:off x="7703543" y="1990090"/>
              <a:ext cx="36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550E4392-BDD3-4354-ACB8-CD2465050FA5}"/>
                </a:ext>
              </a:extLst>
            </p:cNvPr>
            <p:cNvSpPr/>
            <p:nvPr/>
          </p:nvSpPr>
          <p:spPr>
            <a:xfrm>
              <a:off x="7524536" y="2351662"/>
              <a:ext cx="54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6220009" y="1772816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58567" y="1955559"/>
          <a:ext cx="247252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85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6536610" y="2511816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6704807" y="2485608"/>
            <a:ext cx="115200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6873004" y="2555912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7002272" y="2678159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780" y="3025225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3950985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2810774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4489565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A4C89D16-588B-41A7-8391-C28C5E313976}"/>
              </a:ext>
            </a:extLst>
          </p:cNvPr>
          <p:cNvGrpSpPr/>
          <p:nvPr/>
        </p:nvGrpSpPr>
        <p:grpSpPr>
          <a:xfrm>
            <a:off x="1255755" y="3100721"/>
            <a:ext cx="1853801" cy="157480"/>
            <a:chOff x="4632535" y="2929429"/>
            <a:chExt cx="1853801" cy="157480"/>
          </a:xfrm>
        </p:grpSpPr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3D00BBDD-5B83-4846-AE79-60675D6A75B4}"/>
                </a:ext>
              </a:extLst>
            </p:cNvPr>
            <p:cNvCxnSpPr/>
            <p:nvPr/>
          </p:nvCxnSpPr>
          <p:spPr>
            <a:xfrm>
              <a:off x="4632535" y="3015425"/>
              <a:ext cx="149996" cy="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직사각형 498">
              <a:extLst>
                <a:ext uri="{FF2B5EF4-FFF2-40B4-BE49-F238E27FC236}">
                  <a16:creationId xmlns:a16="http://schemas.microsoft.com/office/drawing/2014/main" id="{643C5AC5-7051-4A71-AA9B-7751735D58BB}"/>
                </a:ext>
              </a:extLst>
            </p:cNvPr>
            <p:cNvSpPr/>
            <p:nvPr/>
          </p:nvSpPr>
          <p:spPr>
            <a:xfrm>
              <a:off x="4710713" y="2931990"/>
              <a:ext cx="550418" cy="15491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실제 사용량</a:t>
              </a:r>
            </a:p>
          </p:txBody>
        </p: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50F18DFC-D4EE-4F4D-919A-960CDBBB7F11}"/>
                </a:ext>
              </a:extLst>
            </p:cNvPr>
            <p:cNvCxnSpPr/>
            <p:nvPr/>
          </p:nvCxnSpPr>
          <p:spPr>
            <a:xfrm>
              <a:off x="5280128" y="3009449"/>
              <a:ext cx="149996" cy="0"/>
            </a:xfrm>
            <a:prstGeom prst="lin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1" name="직사각형 500">
              <a:extLst>
                <a:ext uri="{FF2B5EF4-FFF2-40B4-BE49-F238E27FC236}">
                  <a16:creationId xmlns:a16="http://schemas.microsoft.com/office/drawing/2014/main" id="{38724598-60E3-4E65-9129-F9DD93A10F2D}"/>
                </a:ext>
              </a:extLst>
            </p:cNvPr>
            <p:cNvSpPr/>
            <p:nvPr/>
          </p:nvSpPr>
          <p:spPr>
            <a:xfrm>
              <a:off x="5358305" y="2929429"/>
              <a:ext cx="548985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ESS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  <p:cxnSp>
          <p:nvCxnSpPr>
            <p:cNvPr id="502" name="직선 연결선 501">
              <a:extLst>
                <a:ext uri="{FF2B5EF4-FFF2-40B4-BE49-F238E27FC236}">
                  <a16:creationId xmlns:a16="http://schemas.microsoft.com/office/drawing/2014/main" id="{63D0324A-6260-423A-94F3-F9E6EFC37BCC}"/>
                </a:ext>
              </a:extLst>
            </p:cNvPr>
            <p:cNvCxnSpPr/>
            <p:nvPr/>
          </p:nvCxnSpPr>
          <p:spPr>
            <a:xfrm>
              <a:off x="5905793" y="3009449"/>
              <a:ext cx="149996" cy="0"/>
            </a:xfrm>
            <a:prstGeom prst="lin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D729EFFA-79C8-4355-B1F3-4AB70759F294}"/>
                </a:ext>
              </a:extLst>
            </p:cNvPr>
            <p:cNvSpPr/>
            <p:nvPr/>
          </p:nvSpPr>
          <p:spPr>
            <a:xfrm>
              <a:off x="6000509" y="2929429"/>
              <a:ext cx="485827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PV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2780928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0158" y="4108489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0667" y="4115777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1176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1685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0158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0667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1176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1685" y="4449016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5046" y="407558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17837" y="4189203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16095" y="4275987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17716" y="4187517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2502" y="4277962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66627" y="4184962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4885" y="4271746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66506" y="4174548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1292" y="4276653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1605" y="408590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08949" y="4075754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65894" y="4075754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4591" y="4417802"/>
            <a:ext cx="776403" cy="451529"/>
            <a:chOff x="4137026" y="5220442"/>
            <a:chExt cx="542695" cy="451529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55684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06193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56702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16953" y="4801254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0A53505-7903-45B3-9D0B-D0B37AF0F3A8}"/>
              </a:ext>
            </a:extLst>
          </p:cNvPr>
          <p:cNvGrpSpPr/>
          <p:nvPr/>
        </p:nvGrpSpPr>
        <p:grpSpPr>
          <a:xfrm>
            <a:off x="6188932" y="2863398"/>
            <a:ext cx="2701514" cy="314700"/>
            <a:chOff x="475933" y="4908190"/>
            <a:chExt cx="2804731" cy="314700"/>
          </a:xfrm>
        </p:grpSpPr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8CC72A27-D062-4659-A20B-75407950CBB4}"/>
                </a:ext>
              </a:extLst>
            </p:cNvPr>
            <p:cNvSpPr/>
            <p:nvPr/>
          </p:nvSpPr>
          <p:spPr>
            <a:xfrm>
              <a:off x="475933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ESS</a:t>
              </a:r>
              <a:r>
                <a:rPr lang="ko-KR" altLang="en-US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E3ECF995-9CB8-4F12-83C5-D74A8FB0FC3C}"/>
                </a:ext>
              </a:extLst>
            </p:cNvPr>
            <p:cNvSpPr/>
            <p:nvPr/>
          </p:nvSpPr>
          <p:spPr>
            <a:xfrm>
              <a:off x="753539" y="4915601"/>
              <a:ext cx="606962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A8D24558-F4AD-4E4F-A0A3-8068DB053CD0}"/>
                </a:ext>
              </a:extLst>
            </p:cNvPr>
            <p:cNvSpPr/>
            <p:nvPr/>
          </p:nvSpPr>
          <p:spPr>
            <a:xfrm>
              <a:off x="1098838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DR</a:t>
              </a:r>
              <a:r>
                <a:rPr lang="ko-KR" altLang="en-US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6EE38BF5-3A72-48E4-8BA9-BF2390F8238C}"/>
                </a:ext>
              </a:extLst>
            </p:cNvPr>
            <p:cNvSpPr/>
            <p:nvPr/>
          </p:nvSpPr>
          <p:spPr>
            <a:xfrm>
              <a:off x="1364833" y="4915601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36966B20-072A-484B-AAA1-2F378CBFE402}"/>
                </a:ext>
              </a:extLst>
            </p:cNvPr>
            <p:cNvSpPr/>
            <p:nvPr/>
          </p:nvSpPr>
          <p:spPr>
            <a:xfrm>
              <a:off x="2134425" y="4934890"/>
              <a:ext cx="825695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전체 수익</a:t>
              </a:r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FCA66087-7611-49F7-9D41-C19434ED8685}"/>
                </a:ext>
              </a:extLst>
            </p:cNvPr>
            <p:cNvSpPr/>
            <p:nvPr/>
          </p:nvSpPr>
          <p:spPr>
            <a:xfrm>
              <a:off x="2615847" y="4921226"/>
              <a:ext cx="664817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120,000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2C3C8100-F6E5-466E-AA22-4126D1A5B4B8}"/>
                </a:ext>
              </a:extLst>
            </p:cNvPr>
            <p:cNvSpPr/>
            <p:nvPr/>
          </p:nvSpPr>
          <p:spPr>
            <a:xfrm>
              <a:off x="1708458" y="4921854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PV</a:t>
              </a:r>
              <a:r>
                <a:rPr lang="ko-KR" altLang="en-US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1099ED14-65AD-46EB-A7BA-5B26FEDEDD39}"/>
                </a:ext>
              </a:extLst>
            </p:cNvPr>
            <p:cNvSpPr/>
            <p:nvPr/>
          </p:nvSpPr>
          <p:spPr>
            <a:xfrm>
              <a:off x="1972163" y="4908190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56" name="그림 255">
            <a:extLst>
              <a:ext uri="{FF2B5EF4-FFF2-40B4-BE49-F238E27FC236}">
                <a16:creationId xmlns:a16="http://schemas.microsoft.com/office/drawing/2014/main" id="{416D2369-6C47-4232-BA32-BEB28EFD5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61" y="5063901"/>
            <a:ext cx="2540384" cy="930152"/>
          </a:xfrm>
          <a:prstGeom prst="rect">
            <a:avLst/>
          </a:prstGeom>
        </p:spPr>
      </p:pic>
      <p:pic>
        <p:nvPicPr>
          <p:cNvPr id="2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33E656-4CE7-4FD6-B80A-8D95023DF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E213D376-B9D2-4C8A-9D09-1CA7048CFCD7}"/>
              </a:ext>
            </a:extLst>
          </p:cNvPr>
          <p:cNvSpPr/>
          <p:nvPr/>
        </p:nvSpPr>
        <p:spPr>
          <a:xfrm>
            <a:off x="6704807" y="2485175"/>
            <a:ext cx="115200" cy="1438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CD43F859-36B4-4A0D-AA79-2C93492229B2}"/>
              </a:ext>
            </a:extLst>
          </p:cNvPr>
          <p:cNvGrpSpPr/>
          <p:nvPr/>
        </p:nvGrpSpPr>
        <p:grpSpPr>
          <a:xfrm>
            <a:off x="6538441" y="3462802"/>
            <a:ext cx="2147058" cy="1068681"/>
            <a:chOff x="1180851" y="2959945"/>
            <a:chExt cx="7495605" cy="1884776"/>
          </a:xfrm>
        </p:grpSpPr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24EDACE7-0304-4CBC-924D-AEC098E17F26}"/>
                </a:ext>
              </a:extLst>
            </p:cNvPr>
            <p:cNvCxnSpPr/>
            <p:nvPr/>
          </p:nvCxnSpPr>
          <p:spPr>
            <a:xfrm>
              <a:off x="1187624" y="2959945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ECDECD13-0411-4837-B722-8AD7BB921564}"/>
                </a:ext>
              </a:extLst>
            </p:cNvPr>
            <p:cNvCxnSpPr/>
            <p:nvPr/>
          </p:nvCxnSpPr>
          <p:spPr>
            <a:xfrm>
              <a:off x="1187624" y="393586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0" name="그룹 269">
              <a:extLst>
                <a:ext uri="{FF2B5EF4-FFF2-40B4-BE49-F238E27FC236}">
                  <a16:creationId xmlns:a16="http://schemas.microsoft.com/office/drawing/2014/main" id="{51877911-0A13-4BE3-9E5A-276196AFBCFA}"/>
                </a:ext>
              </a:extLst>
            </p:cNvPr>
            <p:cNvGrpSpPr/>
            <p:nvPr/>
          </p:nvGrpSpPr>
          <p:grpSpPr>
            <a:xfrm flipH="1" flipV="1">
              <a:off x="4357435" y="3939476"/>
              <a:ext cx="2688227" cy="652703"/>
              <a:chOff x="1501760" y="2998490"/>
              <a:chExt cx="2520272" cy="1366614"/>
            </a:xfrm>
          </p:grpSpPr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694340A-F38E-463E-9B94-DF2BDE34D46F}"/>
                  </a:ext>
                </a:extLst>
              </p:cNvPr>
              <p:cNvSpPr/>
              <p:nvPr/>
            </p:nvSpPr>
            <p:spPr>
              <a:xfrm>
                <a:off x="1501760" y="4217882"/>
                <a:ext cx="72000" cy="14722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A2C8F4AE-E366-4A5C-9644-59951BC6873B}"/>
                  </a:ext>
                </a:extLst>
              </p:cNvPr>
              <p:cNvSpPr/>
              <p:nvPr/>
            </p:nvSpPr>
            <p:spPr>
              <a:xfrm>
                <a:off x="3950032" y="2998490"/>
                <a:ext cx="72000" cy="136661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8" name="직사각형 367">
                <a:extLst>
                  <a:ext uri="{FF2B5EF4-FFF2-40B4-BE49-F238E27FC236}">
                    <a16:creationId xmlns:a16="http://schemas.microsoft.com/office/drawing/2014/main" id="{705A7D7D-DFDC-49F5-A545-0A0BF3992C46}"/>
                  </a:ext>
                </a:extLst>
              </p:cNvPr>
              <p:cNvSpPr/>
              <p:nvPr/>
            </p:nvSpPr>
            <p:spPr>
              <a:xfrm>
                <a:off x="3638317" y="3069104"/>
                <a:ext cx="72000" cy="129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id="{C3112926-62A8-4766-85DA-0F5B2DEF9475}"/>
                  </a:ext>
                </a:extLst>
              </p:cNvPr>
              <p:cNvSpPr/>
              <p:nvPr/>
            </p:nvSpPr>
            <p:spPr>
              <a:xfrm>
                <a:off x="3327361" y="3214514"/>
                <a:ext cx="72000" cy="115059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CEB3820F-F57A-4E00-A3A1-6A02D87BBC35}"/>
                  </a:ext>
                </a:extLst>
              </p:cNvPr>
              <p:cNvSpPr/>
              <p:nvPr/>
            </p:nvSpPr>
            <p:spPr>
              <a:xfrm>
                <a:off x="3013928" y="3575612"/>
                <a:ext cx="72000" cy="78949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3" name="직사각형 372">
                <a:extLst>
                  <a:ext uri="{FF2B5EF4-FFF2-40B4-BE49-F238E27FC236}">
                    <a16:creationId xmlns:a16="http://schemas.microsoft.com/office/drawing/2014/main" id="{E34EA65C-227F-4EFE-97EC-3793068DAEFC}"/>
                  </a:ext>
                </a:extLst>
              </p:cNvPr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4" name="직사각형 373">
                <a:extLst>
                  <a:ext uri="{FF2B5EF4-FFF2-40B4-BE49-F238E27FC236}">
                    <a16:creationId xmlns:a16="http://schemas.microsoft.com/office/drawing/2014/main" id="{48873385-E59B-4D13-B4BB-D3B50E9441B7}"/>
                  </a:ext>
                </a:extLst>
              </p:cNvPr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6" name="직사각형 375">
                <a:extLst>
                  <a:ext uri="{FF2B5EF4-FFF2-40B4-BE49-F238E27FC236}">
                    <a16:creationId xmlns:a16="http://schemas.microsoft.com/office/drawing/2014/main" id="{F1ACF56C-A0F3-46BA-A537-5E404F2CBA13}"/>
                  </a:ext>
                </a:extLst>
              </p:cNvPr>
              <p:cNvSpPr/>
              <p:nvPr/>
            </p:nvSpPr>
            <p:spPr>
              <a:xfrm>
                <a:off x="2123923" y="3862586"/>
                <a:ext cx="72000" cy="5025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73E0FC23-4637-4CB6-8294-92FA7A322E19}"/>
                  </a:ext>
                </a:extLst>
              </p:cNvPr>
              <p:cNvSpPr/>
              <p:nvPr/>
            </p:nvSpPr>
            <p:spPr>
              <a:xfrm>
                <a:off x="1789792" y="4059104"/>
                <a:ext cx="72000" cy="30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7A2E4343-AA22-48F6-9831-EB243B44661F}"/>
                </a:ext>
              </a:extLst>
            </p:cNvPr>
            <p:cNvGrpSpPr/>
            <p:nvPr/>
          </p:nvGrpSpPr>
          <p:grpSpPr>
            <a:xfrm>
              <a:off x="1403648" y="3249056"/>
              <a:ext cx="2520272" cy="684000"/>
              <a:chOff x="1403648" y="2780928"/>
              <a:chExt cx="2520272" cy="1584176"/>
            </a:xfrm>
          </p:grpSpPr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B3C4EAEC-2EF5-4692-977D-16258F36BACF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C305AF79-C10A-4585-A676-C63CC16DFE5D}"/>
                  </a:ext>
                </a:extLst>
              </p:cNvPr>
              <p:cNvSpPr/>
              <p:nvPr/>
            </p:nvSpPr>
            <p:spPr>
              <a:xfrm>
                <a:off x="3540205" y="2998490"/>
                <a:ext cx="72000" cy="136661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C463C553-AC7D-42B0-B67F-76B5A16123D2}"/>
                  </a:ext>
                </a:extLst>
              </p:cNvPr>
              <p:cNvSpPr/>
              <p:nvPr/>
            </p:nvSpPr>
            <p:spPr>
              <a:xfrm>
                <a:off x="3229249" y="3249104"/>
                <a:ext cx="72000" cy="111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670E839-2165-49E7-B915-9BDC38E3D0D8}"/>
                  </a:ext>
                </a:extLst>
              </p:cNvPr>
              <p:cNvSpPr/>
              <p:nvPr/>
            </p:nvSpPr>
            <p:spPr>
              <a:xfrm>
                <a:off x="2915816" y="3429104"/>
                <a:ext cx="72000" cy="93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EE7E7F2B-0D5A-426C-9A31-48FA3F47BC88}"/>
                  </a:ext>
                </a:extLst>
              </p:cNvPr>
              <p:cNvSpPr/>
              <p:nvPr/>
            </p:nvSpPr>
            <p:spPr>
              <a:xfrm>
                <a:off x="2650736" y="3575612"/>
                <a:ext cx="72000" cy="7894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86C1866E-FA2F-4905-B324-8D47DE4B23C6}"/>
                  </a:ext>
                </a:extLst>
              </p:cNvPr>
              <p:cNvSpPr/>
              <p:nvPr/>
            </p:nvSpPr>
            <p:spPr>
              <a:xfrm>
                <a:off x="2339752" y="3753104"/>
                <a:ext cx="72000" cy="61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03759C99-D9FC-48A8-99C9-EE2EA06E1B31}"/>
                  </a:ext>
                </a:extLst>
              </p:cNvPr>
              <p:cNvSpPr/>
              <p:nvPr/>
            </p:nvSpPr>
            <p:spPr>
              <a:xfrm>
                <a:off x="2025811" y="3933104"/>
                <a:ext cx="72000" cy="43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23905ECD-3317-42B9-8DD3-6EB3DA9A4A28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0DA99728-2D44-41DC-9A68-29168FF6DE9D}"/>
                  </a:ext>
                </a:extLst>
              </p:cNvPr>
              <p:cNvSpPr/>
              <p:nvPr/>
            </p:nvSpPr>
            <p:spPr>
              <a:xfrm>
                <a:off x="3851920" y="2780928"/>
                <a:ext cx="72000" cy="15841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1481EEEF-831C-496D-B62F-740FD8A8FAD9}"/>
                </a:ext>
              </a:extLst>
            </p:cNvPr>
            <p:cNvGrpSpPr/>
            <p:nvPr/>
          </p:nvGrpSpPr>
          <p:grpSpPr>
            <a:xfrm>
              <a:off x="7308297" y="3782267"/>
              <a:ext cx="353772" cy="155437"/>
              <a:chOff x="1403648" y="4005104"/>
              <a:chExt cx="360032" cy="360000"/>
            </a:xfrm>
          </p:grpSpPr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AD0511E9-51AB-46A3-B59F-8CE74D1C3A8E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BD94A21D-75E2-4211-84B9-E40B07993584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AA10651C-DB51-4774-B3C1-5B911A0B53D0}"/>
                </a:ext>
              </a:extLst>
            </p:cNvPr>
            <p:cNvCxnSpPr/>
            <p:nvPr/>
          </p:nvCxnSpPr>
          <p:spPr>
            <a:xfrm>
              <a:off x="1180851" y="4316387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E54558C3-313A-4336-BED6-A6CA5DDAFE2D}"/>
                </a:ext>
              </a:extLst>
            </p:cNvPr>
            <p:cNvCxnSpPr/>
            <p:nvPr/>
          </p:nvCxnSpPr>
          <p:spPr>
            <a:xfrm>
              <a:off x="1180851" y="3376982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19B7F2A2-2BE3-4D3F-B684-685124FCB123}"/>
                </a:ext>
              </a:extLst>
            </p:cNvPr>
            <p:cNvCxnSpPr/>
            <p:nvPr/>
          </p:nvCxnSpPr>
          <p:spPr>
            <a:xfrm>
              <a:off x="1180851" y="484472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자유형 33">
              <a:extLst>
                <a:ext uri="{FF2B5EF4-FFF2-40B4-BE49-F238E27FC236}">
                  <a16:creationId xmlns:a16="http://schemas.microsoft.com/office/drawing/2014/main" id="{0F74D185-08F2-4534-ADE7-5BAF3F773520}"/>
                </a:ext>
              </a:extLst>
            </p:cNvPr>
            <p:cNvSpPr/>
            <p:nvPr/>
          </p:nvSpPr>
          <p:spPr>
            <a:xfrm flipH="1" flipV="1">
              <a:off x="4353593" y="3937702"/>
              <a:ext cx="2689623" cy="68400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5" name="자유형 83">
              <a:extLst>
                <a:ext uri="{FF2B5EF4-FFF2-40B4-BE49-F238E27FC236}">
                  <a16:creationId xmlns:a16="http://schemas.microsoft.com/office/drawing/2014/main" id="{4550CD62-5A0B-4049-B646-1A2ABF2D07F7}"/>
                </a:ext>
              </a:extLst>
            </p:cNvPr>
            <p:cNvSpPr/>
            <p:nvPr/>
          </p:nvSpPr>
          <p:spPr>
            <a:xfrm>
              <a:off x="1397086" y="3160835"/>
              <a:ext cx="2742866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E97A0F5-F812-4130-BAD7-27EDFF573DC0}"/>
              </a:ext>
            </a:extLst>
          </p:cNvPr>
          <p:cNvGrpSpPr/>
          <p:nvPr/>
        </p:nvGrpSpPr>
        <p:grpSpPr>
          <a:xfrm>
            <a:off x="3526025" y="5317506"/>
            <a:ext cx="2430416" cy="190268"/>
            <a:chOff x="3418761" y="4940755"/>
            <a:chExt cx="2430416" cy="19026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D49F22AB-17D8-4589-AB99-1A2B0B85FDAA}"/>
                </a:ext>
              </a:extLst>
            </p:cNvPr>
            <p:cNvGrpSpPr/>
            <p:nvPr/>
          </p:nvGrpSpPr>
          <p:grpSpPr>
            <a:xfrm>
              <a:off x="3418761" y="4940755"/>
              <a:ext cx="1835844" cy="184666"/>
              <a:chOff x="3535608" y="4989368"/>
              <a:chExt cx="1835844" cy="184666"/>
            </a:xfrm>
          </p:grpSpPr>
          <p:sp>
            <p:nvSpPr>
              <p:cNvPr id="407" name="사각형: 둥근 모서리 406">
                <a:extLst>
                  <a:ext uri="{FF2B5EF4-FFF2-40B4-BE49-F238E27FC236}">
                    <a16:creationId xmlns:a16="http://schemas.microsoft.com/office/drawing/2014/main" id="{048E4DE1-D7A8-452E-8463-A0DC0C89AF19}"/>
                  </a:ext>
                </a:extLst>
              </p:cNvPr>
              <p:cNvSpPr/>
              <p:nvPr/>
            </p:nvSpPr>
            <p:spPr>
              <a:xfrm>
                <a:off x="3535608" y="5016742"/>
                <a:ext cx="257502" cy="129918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98F989EC-9F16-48B2-BA01-18F6E055AD57}"/>
                  </a:ext>
                </a:extLst>
              </p:cNvPr>
              <p:cNvSpPr txBox="1"/>
              <p:nvPr/>
            </p:nvSpPr>
            <p:spPr>
              <a:xfrm>
                <a:off x="369425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PCS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7" name="사각형: 둥근 모서리 416">
                <a:extLst>
                  <a:ext uri="{FF2B5EF4-FFF2-40B4-BE49-F238E27FC236}">
                    <a16:creationId xmlns:a16="http://schemas.microsoft.com/office/drawing/2014/main" id="{D1F06681-278F-465D-91AE-A3FFF36AA439}"/>
                  </a:ext>
                </a:extLst>
              </p:cNvPr>
              <p:cNvSpPr/>
              <p:nvPr/>
            </p:nvSpPr>
            <p:spPr>
              <a:xfrm>
                <a:off x="4158568" y="5016742"/>
                <a:ext cx="257502" cy="129918"/>
              </a:xfrm>
              <a:prstGeom prst="roundRect">
                <a:avLst/>
              </a:prstGeom>
              <a:solidFill>
                <a:schemeClr val="accent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A36FC55C-1AFC-4D4F-AF8E-1879ABC4227B}"/>
                  </a:ext>
                </a:extLst>
              </p:cNvPr>
              <p:cNvSpPr txBox="1"/>
              <p:nvPr/>
            </p:nvSpPr>
            <p:spPr>
              <a:xfrm>
                <a:off x="431721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BMS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9" name="사각형: 둥근 모서리 418">
                <a:extLst>
                  <a:ext uri="{FF2B5EF4-FFF2-40B4-BE49-F238E27FC236}">
                    <a16:creationId xmlns:a16="http://schemas.microsoft.com/office/drawing/2014/main" id="{F6BCCD55-7BC8-4744-BEDE-27F3A2F60D19}"/>
                  </a:ext>
                </a:extLst>
              </p:cNvPr>
              <p:cNvSpPr/>
              <p:nvPr/>
            </p:nvSpPr>
            <p:spPr>
              <a:xfrm>
                <a:off x="4794451" y="5016742"/>
                <a:ext cx="257502" cy="129918"/>
              </a:xfrm>
              <a:prstGeom prst="roundRect">
                <a:avLst/>
              </a:prstGeom>
              <a:solidFill>
                <a:srgbClr val="FFC0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BB2E9C6-0B8B-4B8E-91A9-0C6EA163A71A}"/>
                  </a:ext>
                </a:extLst>
              </p:cNvPr>
              <p:cNvSpPr txBox="1"/>
              <p:nvPr/>
            </p:nvSpPr>
            <p:spPr>
              <a:xfrm>
                <a:off x="4953099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PV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8" name="사각형: 둥근 모서리 377">
              <a:extLst>
                <a:ext uri="{FF2B5EF4-FFF2-40B4-BE49-F238E27FC236}">
                  <a16:creationId xmlns:a16="http://schemas.microsoft.com/office/drawing/2014/main" id="{926C030D-5BE2-4DEF-A9CF-8785E95EF045}"/>
                </a:ext>
              </a:extLst>
            </p:cNvPr>
            <p:cNvSpPr/>
            <p:nvPr/>
          </p:nvSpPr>
          <p:spPr>
            <a:xfrm>
              <a:off x="5272176" y="4973731"/>
              <a:ext cx="257502" cy="129918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7EA9089C-21D1-4B79-B5EB-345C0D96FB6A}"/>
                </a:ext>
              </a:extLst>
            </p:cNvPr>
            <p:cNvSpPr txBox="1"/>
            <p:nvPr/>
          </p:nvSpPr>
          <p:spPr>
            <a:xfrm>
              <a:off x="5430824" y="4946357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087FFC54-1FA8-4A28-A8D0-978D49820A84}"/>
              </a:ext>
            </a:extLst>
          </p:cNvPr>
          <p:cNvGrpSpPr/>
          <p:nvPr/>
        </p:nvGrpSpPr>
        <p:grpSpPr>
          <a:xfrm>
            <a:off x="5282110" y="4407283"/>
            <a:ext cx="869295" cy="376502"/>
            <a:chOff x="4137026" y="5220442"/>
            <a:chExt cx="869295" cy="376502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92E09D4-DDAE-4E97-B02B-A402A14126C8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5B5187D-1CBC-45D5-BC91-19969A0AB4DD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FB98C49B-6BFC-4CD9-9E28-3036B18FC29B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7C470C9C-D3D3-4DFD-8006-25F7FD00345D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누적 발전량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C50BBFEC-9559-4AF2-9ACD-557F5C869A96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56D5DC7B-0941-4426-8700-A3C5DE9AD58F}"/>
              </a:ext>
            </a:extLst>
          </p:cNvPr>
          <p:cNvGrpSpPr/>
          <p:nvPr/>
        </p:nvGrpSpPr>
        <p:grpSpPr>
          <a:xfrm>
            <a:off x="3979418" y="4417149"/>
            <a:ext cx="776403" cy="451529"/>
            <a:chOff x="4137026" y="5220442"/>
            <a:chExt cx="542695" cy="451529"/>
          </a:xfrm>
        </p:grpSpPr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F3A6E826-0668-4B7A-88A9-C03298B1425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8E6D9281-782A-4D99-BFC6-FB68A153158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3D542D4-D6A3-4ACA-8B5B-DC65E26DEC5B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3" name="그룹 392">
            <a:extLst>
              <a:ext uri="{FF2B5EF4-FFF2-40B4-BE49-F238E27FC236}">
                <a16:creationId xmlns:a16="http://schemas.microsoft.com/office/drawing/2014/main" id="{D33E31D0-A877-4175-8905-5D9ED299A4EE}"/>
              </a:ext>
            </a:extLst>
          </p:cNvPr>
          <p:cNvGrpSpPr/>
          <p:nvPr/>
        </p:nvGrpSpPr>
        <p:grpSpPr>
          <a:xfrm>
            <a:off x="4627207" y="4416436"/>
            <a:ext cx="776403" cy="451529"/>
            <a:chOff x="4137026" y="5220442"/>
            <a:chExt cx="542695" cy="451529"/>
          </a:xfrm>
        </p:grpSpPr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1685644A-17CD-417F-977C-F9045DB39A45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07FFC255-73B0-410F-9824-FF36DEF43C0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FF0000"/>
                  </a:solidFill>
                </a:rPr>
                <a:t>Disconnected</a:t>
              </a:r>
              <a:endParaRPr lang="ko-KR" altLang="en-US" sz="500" b="1" dirty="0">
                <a:solidFill>
                  <a:srgbClr val="FF0000"/>
                </a:solidFill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A77A9920-EC18-46F1-B862-B76DBA7F4AB3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EC1E9281-7282-4A36-827D-BDFEA3B95940}"/>
              </a:ext>
            </a:extLst>
          </p:cNvPr>
          <p:cNvGrpSpPr/>
          <p:nvPr/>
        </p:nvGrpSpPr>
        <p:grpSpPr>
          <a:xfrm>
            <a:off x="1217504" y="1756776"/>
            <a:ext cx="1044000" cy="1446233"/>
            <a:chOff x="4177831" y="6268325"/>
            <a:chExt cx="1044000" cy="1446233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BC5AE00E-28BB-44BD-9A79-7331BE2DEB30}"/>
                </a:ext>
              </a:extLst>
            </p:cNvPr>
            <p:cNvSpPr/>
            <p:nvPr/>
          </p:nvSpPr>
          <p:spPr>
            <a:xfrm>
              <a:off x="4194936" y="6268325"/>
              <a:ext cx="1009791" cy="14462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17009BFA-ADDF-411F-9CB3-B3884F9B5F7C}"/>
                </a:ext>
              </a:extLst>
            </p:cNvPr>
            <p:cNvCxnSpPr/>
            <p:nvPr/>
          </p:nvCxnSpPr>
          <p:spPr>
            <a:xfrm>
              <a:off x="4375831" y="708825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4F4D27E2-C02D-4EEF-86A1-EA28CB54799D}"/>
                </a:ext>
              </a:extLst>
            </p:cNvPr>
            <p:cNvSpPr txBox="1"/>
            <p:nvPr/>
          </p:nvSpPr>
          <p:spPr>
            <a:xfrm>
              <a:off x="4177831" y="6283637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오늘의 사용량</a:t>
              </a:r>
            </a:p>
          </p:txBody>
        </p: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FFA32402-08D0-44EC-8C7C-0F07887F8D4A}"/>
                </a:ext>
              </a:extLst>
            </p:cNvPr>
            <p:cNvCxnSpPr/>
            <p:nvPr/>
          </p:nvCxnSpPr>
          <p:spPr>
            <a:xfrm>
              <a:off x="4375831" y="728514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FA73E06D-F6FA-4814-8DC6-8663D76D017F}"/>
                </a:ext>
              </a:extLst>
            </p:cNvPr>
            <p:cNvCxnSpPr/>
            <p:nvPr/>
          </p:nvCxnSpPr>
          <p:spPr>
            <a:xfrm>
              <a:off x="4375831" y="748203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FB861DF6-06A9-4637-A0E4-420170C33F37}"/>
                </a:ext>
              </a:extLst>
            </p:cNvPr>
            <p:cNvCxnSpPr/>
            <p:nvPr/>
          </p:nvCxnSpPr>
          <p:spPr>
            <a:xfrm>
              <a:off x="4375831" y="6497590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207623C3-C6F6-45FF-8A23-322D9DD1B7AB}"/>
                </a:ext>
              </a:extLst>
            </p:cNvPr>
            <p:cNvCxnSpPr/>
            <p:nvPr/>
          </p:nvCxnSpPr>
          <p:spPr>
            <a:xfrm>
              <a:off x="4375831" y="669447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직선 연결선 257">
              <a:extLst>
                <a:ext uri="{FF2B5EF4-FFF2-40B4-BE49-F238E27FC236}">
                  <a16:creationId xmlns:a16="http://schemas.microsoft.com/office/drawing/2014/main" id="{DB313785-5DCE-4547-9B95-6429396F266D}"/>
                </a:ext>
              </a:extLst>
            </p:cNvPr>
            <p:cNvCxnSpPr/>
            <p:nvPr/>
          </p:nvCxnSpPr>
          <p:spPr>
            <a:xfrm>
              <a:off x="4375831" y="689136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6B8E71EA-22D8-4CE3-A891-71BBBA9D52E8}"/>
                </a:ext>
              </a:extLst>
            </p:cNvPr>
            <p:cNvSpPr txBox="1"/>
            <p:nvPr/>
          </p:nvSpPr>
          <p:spPr>
            <a:xfrm>
              <a:off x="4177831" y="649303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피크 관리 현황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0928E12-8C07-47E6-86AC-FE59E9BB5932}"/>
                </a:ext>
              </a:extLst>
            </p:cNvPr>
            <p:cNvSpPr txBox="1"/>
            <p:nvPr/>
          </p:nvSpPr>
          <p:spPr>
            <a:xfrm>
              <a:off x="4177831" y="668932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ko-KR" altLang="en-US" dirty="0"/>
                <a:t>계획 사용량 조회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3B83FC75-7A34-4AE7-9F82-FCD3EFE68E04}"/>
                </a:ext>
              </a:extLst>
            </p:cNvPr>
            <p:cNvSpPr txBox="1"/>
            <p:nvPr/>
          </p:nvSpPr>
          <p:spPr>
            <a:xfrm>
              <a:off x="4177831" y="688596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충방전량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조회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99555CD2-143B-411A-AA4F-A228A0D7EB64}"/>
                </a:ext>
              </a:extLst>
            </p:cNvPr>
            <p:cNvSpPr txBox="1"/>
            <p:nvPr/>
          </p:nvSpPr>
          <p:spPr>
            <a:xfrm>
              <a:off x="4177831" y="708225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발전량 조회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3E0AFAF9-51BA-49D2-8CB4-F264884C0B30}"/>
                </a:ext>
              </a:extLst>
            </p:cNvPr>
            <p:cNvSpPr txBox="1"/>
            <p:nvPr/>
          </p:nvSpPr>
          <p:spPr>
            <a:xfrm>
              <a:off x="4177831" y="727831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DR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실적 조회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F007F0A3-7B83-4209-A661-11D088A1CAF5}"/>
                </a:ext>
              </a:extLst>
            </p:cNvPr>
            <p:cNvSpPr txBox="1"/>
            <p:nvPr/>
          </p:nvSpPr>
          <p:spPr>
            <a:xfrm>
              <a:off x="4177831" y="749433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사용량 구성</a:t>
              </a:r>
            </a:p>
          </p:txBody>
        </p:sp>
      </p:grp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01FE166B-63A6-411B-94AE-4DA877632F15}"/>
              </a:ext>
            </a:extLst>
          </p:cNvPr>
          <p:cNvGrpSpPr/>
          <p:nvPr/>
        </p:nvGrpSpPr>
        <p:grpSpPr>
          <a:xfrm>
            <a:off x="2128327" y="1748184"/>
            <a:ext cx="1044000" cy="854335"/>
            <a:chOff x="4299223" y="6353169"/>
            <a:chExt cx="1044000" cy="854335"/>
          </a:xfrm>
        </p:grpSpPr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FF24D733-CBC9-4390-8129-821E5E071B32}"/>
                </a:ext>
              </a:extLst>
            </p:cNvPr>
            <p:cNvSpPr/>
            <p:nvPr/>
          </p:nvSpPr>
          <p:spPr>
            <a:xfrm>
              <a:off x="4385547" y="6353169"/>
              <a:ext cx="871352" cy="8543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F125D3D9-1660-47D2-9801-096B8DDA9A07}"/>
                </a:ext>
              </a:extLst>
            </p:cNvPr>
            <p:cNvSpPr txBox="1"/>
            <p:nvPr/>
          </p:nvSpPr>
          <p:spPr>
            <a:xfrm>
              <a:off x="4299223" y="6368481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IOE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통신상태</a:t>
              </a:r>
            </a:p>
          </p:txBody>
        </p:sp>
        <p:cxnSp>
          <p:nvCxnSpPr>
            <p:cNvPr id="295" name="직선 연결선 294">
              <a:extLst>
                <a:ext uri="{FF2B5EF4-FFF2-40B4-BE49-F238E27FC236}">
                  <a16:creationId xmlns:a16="http://schemas.microsoft.com/office/drawing/2014/main" id="{51996589-E95D-4FD7-B5ED-4FDFF963DE19}"/>
                </a:ext>
              </a:extLst>
            </p:cNvPr>
            <p:cNvCxnSpPr/>
            <p:nvPr/>
          </p:nvCxnSpPr>
          <p:spPr>
            <a:xfrm>
              <a:off x="4497223" y="658243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연결선 295">
              <a:extLst>
                <a:ext uri="{FF2B5EF4-FFF2-40B4-BE49-F238E27FC236}">
                  <a16:creationId xmlns:a16="http://schemas.microsoft.com/office/drawing/2014/main" id="{03A70B62-0086-4797-B915-CB6D8A3708B6}"/>
                </a:ext>
              </a:extLst>
            </p:cNvPr>
            <p:cNvCxnSpPr/>
            <p:nvPr/>
          </p:nvCxnSpPr>
          <p:spPr>
            <a:xfrm>
              <a:off x="4497223" y="6779323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연결선 296">
              <a:extLst>
                <a:ext uri="{FF2B5EF4-FFF2-40B4-BE49-F238E27FC236}">
                  <a16:creationId xmlns:a16="http://schemas.microsoft.com/office/drawing/2014/main" id="{F4810F0F-034F-43EE-905C-4EAC75B30587}"/>
                </a:ext>
              </a:extLst>
            </p:cNvPr>
            <p:cNvCxnSpPr/>
            <p:nvPr/>
          </p:nvCxnSpPr>
          <p:spPr>
            <a:xfrm>
              <a:off x="4497223" y="6976212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E29B2F6-4042-4916-8C1F-6352B2138508}"/>
                </a:ext>
              </a:extLst>
            </p:cNvPr>
            <p:cNvSpPr txBox="1"/>
            <p:nvPr/>
          </p:nvSpPr>
          <p:spPr>
            <a:xfrm>
              <a:off x="4299223" y="657787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PCS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86E617ED-E703-4870-89D0-2C67B38D0AE7}"/>
                </a:ext>
              </a:extLst>
            </p:cNvPr>
            <p:cNvSpPr txBox="1"/>
            <p:nvPr/>
          </p:nvSpPr>
          <p:spPr>
            <a:xfrm>
              <a:off x="4299223" y="677416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BMS </a:t>
              </a:r>
              <a:r>
                <a:rPr lang="ko-KR" altLang="en-US" dirty="0"/>
                <a:t>운전상태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80F3F1F0-64E0-4685-BF29-5D1496A9151D}"/>
                </a:ext>
              </a:extLst>
            </p:cNvPr>
            <p:cNvSpPr txBox="1"/>
            <p:nvPr/>
          </p:nvSpPr>
          <p:spPr>
            <a:xfrm>
              <a:off x="4299223" y="697080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</p:grp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37172882-BC4A-4E37-AC6C-0DB9293DE4DF}"/>
              </a:ext>
            </a:extLst>
          </p:cNvPr>
          <p:cNvGrpSpPr/>
          <p:nvPr/>
        </p:nvGrpSpPr>
        <p:grpSpPr>
          <a:xfrm>
            <a:off x="3822088" y="1751525"/>
            <a:ext cx="1044000" cy="833083"/>
            <a:chOff x="5986543" y="6211594"/>
            <a:chExt cx="1044000" cy="833083"/>
          </a:xfrm>
        </p:grpSpPr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78F21C8D-4590-4803-975B-068C46C540FA}"/>
                </a:ext>
              </a:extLst>
            </p:cNvPr>
            <p:cNvSpPr/>
            <p:nvPr/>
          </p:nvSpPr>
          <p:spPr>
            <a:xfrm>
              <a:off x="6052050" y="6211594"/>
              <a:ext cx="912986" cy="8330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11F8E4C6-66DE-4E8C-9C93-EF923826EFFF}"/>
                </a:ext>
              </a:extLst>
            </p:cNvPr>
            <p:cNvSpPr txBox="1"/>
            <p:nvPr/>
          </p:nvSpPr>
          <p:spPr>
            <a:xfrm>
              <a:off x="5986543" y="6226906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한전 요금 조회</a:t>
              </a:r>
            </a:p>
          </p:txBody>
        </p:sp>
        <p:cxnSp>
          <p:nvCxnSpPr>
            <p:cNvPr id="313" name="직선 연결선 312">
              <a:extLst>
                <a:ext uri="{FF2B5EF4-FFF2-40B4-BE49-F238E27FC236}">
                  <a16:creationId xmlns:a16="http://schemas.microsoft.com/office/drawing/2014/main" id="{A0F68DA5-031B-4AEA-A7D1-61B43DBCC329}"/>
                </a:ext>
              </a:extLst>
            </p:cNvPr>
            <p:cNvCxnSpPr/>
            <p:nvPr/>
          </p:nvCxnSpPr>
          <p:spPr>
            <a:xfrm>
              <a:off x="6184543" y="644085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직선 연결선 348">
              <a:extLst>
                <a:ext uri="{FF2B5EF4-FFF2-40B4-BE49-F238E27FC236}">
                  <a16:creationId xmlns:a16="http://schemas.microsoft.com/office/drawing/2014/main" id="{E14B7088-5B18-4A76-99D4-C14F3D9ECF50}"/>
                </a:ext>
              </a:extLst>
            </p:cNvPr>
            <p:cNvCxnSpPr/>
            <p:nvPr/>
          </p:nvCxnSpPr>
          <p:spPr>
            <a:xfrm>
              <a:off x="6184543" y="663774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238531F3-AEB4-458A-ACB1-2379A8B53BA3}"/>
                </a:ext>
              </a:extLst>
            </p:cNvPr>
            <p:cNvCxnSpPr/>
            <p:nvPr/>
          </p:nvCxnSpPr>
          <p:spPr>
            <a:xfrm>
              <a:off x="6184543" y="683463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57DE0924-8C08-4450-900F-5BF053D686F6}"/>
                </a:ext>
              </a:extLst>
            </p:cNvPr>
            <p:cNvSpPr txBox="1"/>
            <p:nvPr/>
          </p:nvSpPr>
          <p:spPr>
            <a:xfrm>
              <a:off x="5986543" y="643630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54AF4BDD-D519-48B5-9AF5-A06F7D84FCE1}"/>
                </a:ext>
              </a:extLst>
            </p:cNvPr>
            <p:cNvSpPr txBox="1"/>
            <p:nvPr/>
          </p:nvSpPr>
          <p:spPr>
            <a:xfrm>
              <a:off x="5986543" y="663259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DR </a:t>
              </a:r>
              <a:r>
                <a:rPr lang="ko-KR" altLang="en-US" dirty="0"/>
                <a:t>수익 조회</a:t>
              </a: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CA4C639E-88E8-4892-9E91-2F692F821AD0}"/>
                </a:ext>
              </a:extLst>
            </p:cNvPr>
            <p:cNvSpPr txBox="1"/>
            <p:nvPr/>
          </p:nvSpPr>
          <p:spPr>
            <a:xfrm>
              <a:off x="5986543" y="682923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125BA2C6-7863-4559-838A-6D33C24472EA}"/>
              </a:ext>
            </a:extLst>
          </p:cNvPr>
          <p:cNvGrpSpPr/>
          <p:nvPr/>
        </p:nvGrpSpPr>
        <p:grpSpPr>
          <a:xfrm>
            <a:off x="6864545" y="1995626"/>
            <a:ext cx="1933365" cy="363942"/>
            <a:chOff x="2987840" y="283425"/>
            <a:chExt cx="1933365" cy="363942"/>
          </a:xfrm>
        </p:grpSpPr>
        <p:cxnSp>
          <p:nvCxnSpPr>
            <p:cNvPr id="399" name="직선 연결선 398">
              <a:extLst>
                <a:ext uri="{FF2B5EF4-FFF2-40B4-BE49-F238E27FC236}">
                  <a16:creationId xmlns:a16="http://schemas.microsoft.com/office/drawing/2014/main" id="{B15420A7-E540-44CF-8CEF-7BDD9A0B046D}"/>
                </a:ext>
              </a:extLst>
            </p:cNvPr>
            <p:cNvCxnSpPr/>
            <p:nvPr/>
          </p:nvCxnSpPr>
          <p:spPr>
            <a:xfrm>
              <a:off x="2987840" y="392891"/>
              <a:ext cx="14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0" name="직사각형 399">
              <a:extLst>
                <a:ext uri="{FF2B5EF4-FFF2-40B4-BE49-F238E27FC236}">
                  <a16:creationId xmlns:a16="http://schemas.microsoft.com/office/drawing/2014/main" id="{5A885E1D-52A6-49C4-8F11-7241BC8B7E8F}"/>
                </a:ext>
              </a:extLst>
            </p:cNvPr>
            <p:cNvSpPr/>
            <p:nvPr/>
          </p:nvSpPr>
          <p:spPr>
            <a:xfrm>
              <a:off x="3072010" y="285820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</a:t>
              </a:r>
            </a:p>
          </p:txBody>
        </p:sp>
        <p:cxnSp>
          <p:nvCxnSpPr>
            <p:cNvPr id="401" name="직선 연결선 400">
              <a:extLst>
                <a:ext uri="{FF2B5EF4-FFF2-40B4-BE49-F238E27FC236}">
                  <a16:creationId xmlns:a16="http://schemas.microsoft.com/office/drawing/2014/main" id="{B2CF4498-945C-4834-8811-CC13C9B380D4}"/>
                </a:ext>
              </a:extLst>
            </p:cNvPr>
            <p:cNvCxnSpPr/>
            <p:nvPr/>
          </p:nvCxnSpPr>
          <p:spPr>
            <a:xfrm>
              <a:off x="3410158" y="392891"/>
              <a:ext cx="14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02" name="직사각형 401">
              <a:extLst>
                <a:ext uri="{FF2B5EF4-FFF2-40B4-BE49-F238E27FC236}">
                  <a16:creationId xmlns:a16="http://schemas.microsoft.com/office/drawing/2014/main" id="{93E9161E-CA9B-4748-898F-6F4A78B22E09}"/>
                </a:ext>
              </a:extLst>
            </p:cNvPr>
            <p:cNvSpPr/>
            <p:nvPr/>
          </p:nvSpPr>
          <p:spPr>
            <a:xfrm>
              <a:off x="3497913" y="283425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</a:t>
              </a:r>
            </a:p>
          </p:txBody>
        </p:sp>
        <p:cxnSp>
          <p:nvCxnSpPr>
            <p:cNvPr id="403" name="직선 연결선 402">
              <a:extLst>
                <a:ext uri="{FF2B5EF4-FFF2-40B4-BE49-F238E27FC236}">
                  <a16:creationId xmlns:a16="http://schemas.microsoft.com/office/drawing/2014/main" id="{C1226109-D6D0-43E6-8C26-B87E4A248C7E}"/>
                </a:ext>
              </a:extLst>
            </p:cNvPr>
            <p:cNvCxnSpPr/>
            <p:nvPr/>
          </p:nvCxnSpPr>
          <p:spPr>
            <a:xfrm>
              <a:off x="4357958" y="392891"/>
              <a:ext cx="144000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" name="직사각형 408">
              <a:extLst>
                <a:ext uri="{FF2B5EF4-FFF2-40B4-BE49-F238E27FC236}">
                  <a16:creationId xmlns:a16="http://schemas.microsoft.com/office/drawing/2014/main" id="{01A45449-BF11-4C6E-AB65-DD406AEE6CCD}"/>
                </a:ext>
              </a:extLst>
            </p:cNvPr>
            <p:cNvSpPr/>
            <p:nvPr/>
          </p:nvSpPr>
          <p:spPr>
            <a:xfrm>
              <a:off x="4433158" y="287327"/>
              <a:ext cx="45979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 계획</a:t>
              </a:r>
            </a:p>
          </p:txBody>
        </p:sp>
        <p:cxnSp>
          <p:nvCxnSpPr>
            <p:cNvPr id="410" name="직선 연결선 409">
              <a:extLst>
                <a:ext uri="{FF2B5EF4-FFF2-40B4-BE49-F238E27FC236}">
                  <a16:creationId xmlns:a16="http://schemas.microsoft.com/office/drawing/2014/main" id="{C7B0AD7D-3165-4458-8A10-B06045A96C23}"/>
                </a:ext>
              </a:extLst>
            </p:cNvPr>
            <p:cNvCxnSpPr/>
            <p:nvPr/>
          </p:nvCxnSpPr>
          <p:spPr>
            <a:xfrm>
              <a:off x="3842877" y="392891"/>
              <a:ext cx="14400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FE0E9B43-B00F-4CAA-9A1E-011588CD8A07}"/>
                </a:ext>
              </a:extLst>
            </p:cNvPr>
            <p:cNvSpPr/>
            <p:nvPr/>
          </p:nvSpPr>
          <p:spPr>
            <a:xfrm>
              <a:off x="3913093" y="2851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 계획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8002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cxnSp>
        <p:nvCxnSpPr>
          <p:cNvPr id="96" name="직선 연결선 95"/>
          <p:cNvCxnSpPr/>
          <p:nvPr/>
        </p:nvCxnSpPr>
        <p:spPr>
          <a:xfrm>
            <a:off x="1187624" y="2852936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1187624" y="3573016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오늘 누적 사용량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89240"/>
            <a:ext cx="8646588" cy="79208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오늘의 누적 사용량과 어제의 누적 사용량을 기준 시간 대로 구분하여 그래프로 표시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구분된 그래프를 이용하여 누적된 오늘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어제의 사용량을 비교할 수 있음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375391" y="5274233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 누적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991748"/>
              </p:ext>
            </p:extLst>
          </p:nvPr>
        </p:nvGraphicFramePr>
        <p:xfrm>
          <a:off x="467544" y="2182499"/>
          <a:ext cx="8208912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6" name="직사각형 55"/>
          <p:cNvSpPr/>
          <p:nvPr/>
        </p:nvSpPr>
        <p:spPr>
          <a:xfrm>
            <a:off x="5921315" y="4797152"/>
            <a:ext cx="108012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누적 사용량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002270" y="4725143"/>
            <a:ext cx="124213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1,250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316416" y="4797152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555066" y="4797152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B0888C9-5B5A-47CC-A159-33DE17C3D685}"/>
              </a:ext>
            </a:extLst>
          </p:cNvPr>
          <p:cNvGrpSpPr/>
          <p:nvPr/>
        </p:nvGrpSpPr>
        <p:grpSpPr>
          <a:xfrm>
            <a:off x="1403648" y="2780928"/>
            <a:ext cx="2705824" cy="1584176"/>
            <a:chOff x="1403648" y="2780928"/>
            <a:chExt cx="2705824" cy="1584176"/>
          </a:xfrm>
        </p:grpSpPr>
        <p:sp>
          <p:nvSpPr>
            <p:cNvPr id="2" name="직사각형 1"/>
            <p:cNvSpPr/>
            <p:nvPr/>
          </p:nvSpPr>
          <p:spPr>
            <a:xfrm>
              <a:off x="1403648" y="4185104"/>
              <a:ext cx="72000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501760" y="4217882"/>
              <a:ext cx="72000" cy="14722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3950032" y="2998490"/>
              <a:ext cx="72000" cy="13666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540205" y="2998490"/>
              <a:ext cx="72000" cy="136661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638317" y="3069104"/>
              <a:ext cx="72000" cy="129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229249" y="3249104"/>
              <a:ext cx="72000" cy="111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327361" y="3214514"/>
              <a:ext cx="72000" cy="115059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2915816" y="3429104"/>
              <a:ext cx="72000" cy="93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3013928" y="3575612"/>
              <a:ext cx="72000" cy="78949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2650736" y="3575612"/>
              <a:ext cx="72000" cy="78949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2748848" y="3681104"/>
              <a:ext cx="72000" cy="684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2339752" y="3753104"/>
              <a:ext cx="72000" cy="61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437864" y="3807104"/>
              <a:ext cx="72000" cy="55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2025811" y="3933104"/>
              <a:ext cx="72000" cy="43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2123923" y="3862586"/>
              <a:ext cx="72000" cy="50251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1691680" y="4005104"/>
              <a:ext cx="72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1789792" y="4059104"/>
              <a:ext cx="72000" cy="30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851920" y="2780928"/>
              <a:ext cx="72000" cy="15841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1589200" y="4239906"/>
              <a:ext cx="72000" cy="1236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4037472" y="3215678"/>
              <a:ext cx="72000" cy="1147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3725757" y="3274990"/>
              <a:ext cx="72000" cy="10885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3414801" y="3397128"/>
              <a:ext cx="72000" cy="96643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3101368" y="3700432"/>
              <a:ext cx="72000" cy="66313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2836288" y="3789040"/>
              <a:ext cx="72000" cy="57452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2525304" y="3894874"/>
              <a:ext cx="72000" cy="46869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211363" y="3941476"/>
              <a:ext cx="72000" cy="42209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877232" y="4106540"/>
              <a:ext cx="72000" cy="2570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80" name="직선 연결선 79"/>
          <p:cNvCxnSpPr/>
          <p:nvPr/>
        </p:nvCxnSpPr>
        <p:spPr>
          <a:xfrm>
            <a:off x="3995936" y="2013659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4572000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82" name="직선 연결선 81"/>
          <p:cNvCxnSpPr/>
          <p:nvPr/>
        </p:nvCxnSpPr>
        <p:spPr>
          <a:xfrm>
            <a:off x="5652120" y="2013659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3" name="직사각형 82"/>
          <p:cNvSpPr/>
          <p:nvPr/>
        </p:nvSpPr>
        <p:spPr>
          <a:xfrm>
            <a:off x="6228184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84" name="직선 연결선 83"/>
          <p:cNvCxnSpPr/>
          <p:nvPr/>
        </p:nvCxnSpPr>
        <p:spPr>
          <a:xfrm>
            <a:off x="7380312" y="2013659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직사각형 84"/>
          <p:cNvSpPr/>
          <p:nvPr/>
        </p:nvSpPr>
        <p:spPr>
          <a:xfrm>
            <a:off x="7956376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지난 주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1437876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지난주 보다 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2104515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170215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어제 보다 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3836854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누적 사용량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2" name="직선 연결선 91"/>
          <p:cNvCxnSpPr/>
          <p:nvPr/>
        </p:nvCxnSpPr>
        <p:spPr>
          <a:xfrm>
            <a:off x="4106044" y="2182499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EC4A8E0-AFED-483A-A9B1-FACB8977330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67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33F5EEE2-3E1F-4CDA-82E0-E72E2FF061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93EB9C2-BE19-4C0C-A68D-0A07D29E6FA6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79A94A9-1AB8-4AAF-95F1-F7CE55243682}"/>
              </a:ext>
            </a:extLst>
          </p:cNvPr>
          <p:cNvSpPr/>
          <p:nvPr/>
        </p:nvSpPr>
        <p:spPr>
          <a:xfrm>
            <a:off x="225294" y="945049"/>
            <a:ext cx="8811201" cy="5364271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rgbClr val="FF0000"/>
                </a:solidFill>
              </a:rPr>
              <a:t>내용 삭제</a:t>
            </a:r>
          </a:p>
        </p:txBody>
      </p:sp>
    </p:spTree>
    <p:extLst>
      <p:ext uri="{BB962C8B-B14F-4D97-AF65-F5344CB8AC3E}">
        <p14:creationId xmlns:p14="http://schemas.microsoft.com/office/powerpoint/2010/main" val="140230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24" y="1363447"/>
            <a:ext cx="8635704" cy="47287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오늘의 사용량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33" y="5838909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414008" y="580526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17227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오늘의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06120"/>
              </p:ext>
            </p:extLst>
          </p:nvPr>
        </p:nvGraphicFramePr>
        <p:xfrm>
          <a:off x="560288" y="2567939"/>
          <a:ext cx="8208912" cy="235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34" name="직선 연결선 33"/>
          <p:cNvCxnSpPr/>
          <p:nvPr/>
        </p:nvCxnSpPr>
        <p:spPr>
          <a:xfrm>
            <a:off x="1280368" y="2924944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1280368" y="3861048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104904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6680968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281015" y="2104123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오늘 사용량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6" name="직선 연결선 5"/>
          <p:cNvCxnSpPr>
            <a:cxnSpLocks/>
          </p:cNvCxnSpPr>
          <p:nvPr/>
        </p:nvCxnSpPr>
        <p:spPr>
          <a:xfrm>
            <a:off x="4198788" y="2567940"/>
            <a:ext cx="0" cy="21572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699624-A77E-4414-8D4F-FD12E65B31A0}"/>
              </a:ext>
            </a:extLst>
          </p:cNvPr>
          <p:cNvGrpSpPr/>
          <p:nvPr/>
        </p:nvGrpSpPr>
        <p:grpSpPr>
          <a:xfrm>
            <a:off x="485190" y="5521301"/>
            <a:ext cx="862386" cy="211955"/>
            <a:chOff x="4861742" y="3907374"/>
            <a:chExt cx="862386" cy="211955"/>
          </a:xfrm>
        </p:grpSpPr>
        <p:pic>
          <p:nvPicPr>
            <p:cNvPr id="3078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1A45E5E3-1AA0-4F83-A1FA-A9032D70F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01B1EF-0970-42CC-A534-2866FAB0E9C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BFFD84-CE10-481D-8058-F0C5A5DFCF3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24DEAD-98B5-4B7B-9D4F-7A772D95083B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0FC5F7F-3A66-4B86-AC6A-B5FA793ED7DF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5A75C43-6877-453F-B6B7-6BE0BBBD2A4E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AA98987-7C72-4214-9B40-AD056B06C65B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3C0B695-DE6A-46AB-9C35-5177DD3A5405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50AC323-AFD0-48AD-B8D4-B04597702473}"/>
              </a:ext>
            </a:extLst>
          </p:cNvPr>
          <p:cNvSpPr/>
          <p:nvPr/>
        </p:nvSpPr>
        <p:spPr>
          <a:xfrm>
            <a:off x="1398391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951E9A-917F-46DE-A715-91317564ABC3}"/>
              </a:ext>
            </a:extLst>
          </p:cNvPr>
          <p:cNvGrpSpPr/>
          <p:nvPr/>
        </p:nvGrpSpPr>
        <p:grpSpPr>
          <a:xfrm>
            <a:off x="1338768" y="2107163"/>
            <a:ext cx="1044000" cy="1067081"/>
            <a:chOff x="5207857" y="6250351"/>
            <a:chExt cx="1044000" cy="106708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C10D695-7625-4F99-A1F6-2A0E3CB7E9E9}"/>
                </a:ext>
              </a:extLst>
            </p:cNvPr>
            <p:cNvSpPr/>
            <p:nvPr/>
          </p:nvSpPr>
          <p:spPr>
            <a:xfrm>
              <a:off x="5294181" y="6250351"/>
              <a:ext cx="871352" cy="106708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F7A923C-DB1B-4AAF-929A-11D1CE5B2D6D}"/>
                </a:ext>
              </a:extLst>
            </p:cNvPr>
            <p:cNvSpPr txBox="1"/>
            <p:nvPr/>
          </p:nvSpPr>
          <p:spPr>
            <a:xfrm>
              <a:off x="5207857" y="626566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/>
                <a:t>일 </a:t>
              </a:r>
              <a:r>
                <a:rPr lang="en-US" altLang="ko-KR"/>
                <a:t>(</a:t>
              </a:r>
              <a:r>
                <a:rPr lang="ko-KR" altLang="en-US"/>
                <a:t>오늘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66BF527-9A31-42A8-A9EE-3822968F9E83}"/>
                </a:ext>
              </a:extLst>
            </p:cNvPr>
            <p:cNvCxnSpPr/>
            <p:nvPr/>
          </p:nvCxnSpPr>
          <p:spPr>
            <a:xfrm>
              <a:off x="5405857" y="647961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43AA8579-CD8F-4700-8D2F-81D345E9B5F2}"/>
                </a:ext>
              </a:extLst>
            </p:cNvPr>
            <p:cNvCxnSpPr/>
            <p:nvPr/>
          </p:nvCxnSpPr>
          <p:spPr>
            <a:xfrm>
              <a:off x="5405857" y="667650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85E4A0BD-8EAE-4E7D-8783-1E140B1CF4FA}"/>
                </a:ext>
              </a:extLst>
            </p:cNvPr>
            <p:cNvCxnSpPr/>
            <p:nvPr/>
          </p:nvCxnSpPr>
          <p:spPr>
            <a:xfrm>
              <a:off x="5405857" y="687339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CEC4B9A-F6B8-42A1-BF95-52A865B398CD}"/>
                </a:ext>
              </a:extLst>
            </p:cNvPr>
            <p:cNvSpPr txBox="1"/>
            <p:nvPr/>
          </p:nvSpPr>
          <p:spPr>
            <a:xfrm>
              <a:off x="5207857" y="647506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주 </a:t>
              </a:r>
              <a:r>
                <a:rPr lang="en-US" altLang="ko-KR" dirty="0"/>
                <a:t>(</a:t>
              </a:r>
              <a:r>
                <a:rPr lang="ko-KR" altLang="en-US" dirty="0"/>
                <a:t>이번주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A2665C8-E971-409B-BCF7-E327EA627259}"/>
                </a:ext>
              </a:extLst>
            </p:cNvPr>
            <p:cNvSpPr txBox="1"/>
            <p:nvPr/>
          </p:nvSpPr>
          <p:spPr>
            <a:xfrm>
              <a:off x="5207857" y="667135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월 </a:t>
              </a:r>
              <a:r>
                <a:rPr lang="en-US" altLang="ko-KR" dirty="0"/>
                <a:t>(</a:t>
              </a:r>
              <a:r>
                <a:rPr lang="ko-KR" altLang="en-US" dirty="0" err="1"/>
                <a:t>이번달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75D319C-7253-48D6-B3C8-5036CC76A711}"/>
                </a:ext>
              </a:extLst>
            </p:cNvPr>
            <p:cNvSpPr txBox="1"/>
            <p:nvPr/>
          </p:nvSpPr>
          <p:spPr>
            <a:xfrm>
              <a:off x="5207857" y="686799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년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올해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1082D33A-65F0-4CA7-96EE-4D2E4F89BBB8}"/>
                </a:ext>
              </a:extLst>
            </p:cNvPr>
            <p:cNvCxnSpPr/>
            <p:nvPr/>
          </p:nvCxnSpPr>
          <p:spPr>
            <a:xfrm>
              <a:off x="5405857" y="707926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BE1A2FC-FAD8-45BB-B50E-85D5A0E5DE60}"/>
                </a:ext>
              </a:extLst>
            </p:cNvPr>
            <p:cNvSpPr txBox="1"/>
            <p:nvPr/>
          </p:nvSpPr>
          <p:spPr>
            <a:xfrm>
              <a:off x="5207857" y="7073862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기간 설정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168363D-F5D0-4E33-B3FA-71BA44925953}"/>
              </a:ext>
            </a:extLst>
          </p:cNvPr>
          <p:cNvGrpSpPr/>
          <p:nvPr/>
        </p:nvGrpSpPr>
        <p:grpSpPr>
          <a:xfrm>
            <a:off x="1506678" y="2825422"/>
            <a:ext cx="7084586" cy="1755929"/>
            <a:chOff x="1413934" y="2825423"/>
            <a:chExt cx="7084586" cy="1548992"/>
          </a:xfrm>
        </p:grpSpPr>
        <p:sp>
          <p:nvSpPr>
            <p:cNvPr id="11" name="자유형 10"/>
            <p:cNvSpPr/>
            <p:nvPr/>
          </p:nvSpPr>
          <p:spPr>
            <a:xfrm>
              <a:off x="1413934" y="3166369"/>
              <a:ext cx="2687266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자유형 83">
              <a:extLst>
                <a:ext uri="{FF2B5EF4-FFF2-40B4-BE49-F238E27FC236}">
                  <a16:creationId xmlns:a16="http://schemas.microsoft.com/office/drawing/2014/main" id="{CFBF7A0F-8817-4B4A-97D4-1DF5FA9AC123}"/>
                </a:ext>
              </a:extLst>
            </p:cNvPr>
            <p:cNvSpPr/>
            <p:nvPr/>
          </p:nvSpPr>
          <p:spPr>
            <a:xfrm>
              <a:off x="1437877" y="2831156"/>
              <a:ext cx="3422156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1" name="자유형 33">
              <a:extLst>
                <a:ext uri="{FF2B5EF4-FFF2-40B4-BE49-F238E27FC236}">
                  <a16:creationId xmlns:a16="http://schemas.microsoft.com/office/drawing/2014/main" id="{F8774554-6CAF-4183-82C4-54C7E1DE8CEB}"/>
                </a:ext>
              </a:extLst>
            </p:cNvPr>
            <p:cNvSpPr/>
            <p:nvPr/>
          </p:nvSpPr>
          <p:spPr>
            <a:xfrm flipH="1">
              <a:off x="4815075" y="2825423"/>
              <a:ext cx="3683445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A5F481B-C57D-4C7E-B518-B898BF575B05}"/>
              </a:ext>
            </a:extLst>
          </p:cNvPr>
          <p:cNvCxnSpPr/>
          <p:nvPr/>
        </p:nvCxnSpPr>
        <p:spPr>
          <a:xfrm>
            <a:off x="7401048" y="2398531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90CFB75-16EB-456A-BF92-C0438044E7C5}"/>
              </a:ext>
            </a:extLst>
          </p:cNvPr>
          <p:cNvSpPr/>
          <p:nvPr/>
        </p:nvSpPr>
        <p:spPr>
          <a:xfrm>
            <a:off x="7977112" y="2276303"/>
            <a:ext cx="91792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사용량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B0A562D-00E6-4E12-9C05-2773B3A1E29A}"/>
              </a:ext>
            </a:extLst>
          </p:cNvPr>
          <p:cNvGrpSpPr/>
          <p:nvPr/>
        </p:nvGrpSpPr>
        <p:grpSpPr>
          <a:xfrm>
            <a:off x="5945552" y="5177653"/>
            <a:ext cx="2988332" cy="549089"/>
            <a:chOff x="4752020" y="5186415"/>
            <a:chExt cx="2988332" cy="549089"/>
          </a:xfrm>
        </p:grpSpPr>
        <p:sp>
          <p:nvSpPr>
            <p:cNvPr id="56" name="직사각형 55"/>
            <p:cNvSpPr/>
            <p:nvPr/>
          </p:nvSpPr>
          <p:spPr>
            <a:xfrm>
              <a:off x="6176879" y="5301208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6648434" y="5186415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7380312" y="5301208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2C06206-44BA-4ED1-AEC3-DC146478BD41}"/>
                </a:ext>
              </a:extLst>
            </p:cNvPr>
            <p:cNvSpPr/>
            <p:nvPr/>
          </p:nvSpPr>
          <p:spPr>
            <a:xfrm>
              <a:off x="4752020" y="5301208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예측 사용량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AB4175BE-622F-41B5-8B09-CDEBD9970FB0}"/>
                </a:ext>
              </a:extLst>
            </p:cNvPr>
            <p:cNvSpPr/>
            <p:nvPr/>
          </p:nvSpPr>
          <p:spPr>
            <a:xfrm>
              <a:off x="5225946" y="5186415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4B071EB-C9EC-4DF3-8230-402F540A72DF}"/>
                </a:ext>
              </a:extLst>
            </p:cNvPr>
            <p:cNvSpPr/>
            <p:nvPr/>
          </p:nvSpPr>
          <p:spPr>
            <a:xfrm>
              <a:off x="5964968" y="5301208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79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8AE225B-1849-4D84-ACC2-85F6710F2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F39CC248-C684-400C-A7BF-6D26600C0D64}"/>
              </a:ext>
            </a:extLst>
          </p:cNvPr>
          <p:cNvSpPr/>
          <p:nvPr/>
        </p:nvSpPr>
        <p:spPr>
          <a:xfrm>
            <a:off x="2456867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7B7B3EF-3DED-41B4-A7D6-9B1CBBA6C1E4}"/>
              </a:ext>
            </a:extLst>
          </p:cNvPr>
          <p:cNvGrpSpPr/>
          <p:nvPr/>
        </p:nvGrpSpPr>
        <p:grpSpPr>
          <a:xfrm>
            <a:off x="2405820" y="2097824"/>
            <a:ext cx="1044000" cy="1067081"/>
            <a:chOff x="5207857" y="6250351"/>
            <a:chExt cx="1044000" cy="1067081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E2DB2F6E-6256-4575-AF07-B08509889AE8}"/>
                </a:ext>
              </a:extLst>
            </p:cNvPr>
            <p:cNvSpPr/>
            <p:nvPr/>
          </p:nvSpPr>
          <p:spPr>
            <a:xfrm>
              <a:off x="5294181" y="6250351"/>
              <a:ext cx="871352" cy="106708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81CBB5E-04E7-47E5-9ED5-DCB2E0B389C9}"/>
                </a:ext>
              </a:extLst>
            </p:cNvPr>
            <p:cNvSpPr txBox="1"/>
            <p:nvPr/>
          </p:nvSpPr>
          <p:spPr>
            <a:xfrm>
              <a:off x="5207857" y="626566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15</a:t>
              </a:r>
              <a:r>
                <a:rPr lang="ko-KR" altLang="en-US" dirty="0"/>
                <a:t>분</a:t>
              </a: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86B33D9F-A80F-4AA1-BA86-DD6101F88CC6}"/>
                </a:ext>
              </a:extLst>
            </p:cNvPr>
            <p:cNvCxnSpPr/>
            <p:nvPr/>
          </p:nvCxnSpPr>
          <p:spPr>
            <a:xfrm>
              <a:off x="5405857" y="647961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0482E6B0-D687-49D7-87E3-33B9463D1F34}"/>
                </a:ext>
              </a:extLst>
            </p:cNvPr>
            <p:cNvCxnSpPr/>
            <p:nvPr/>
          </p:nvCxnSpPr>
          <p:spPr>
            <a:xfrm>
              <a:off x="5405857" y="667650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DC3A104F-7E3B-40BA-BBB2-67B100748251}"/>
                </a:ext>
              </a:extLst>
            </p:cNvPr>
            <p:cNvCxnSpPr/>
            <p:nvPr/>
          </p:nvCxnSpPr>
          <p:spPr>
            <a:xfrm>
              <a:off x="5405857" y="687339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2C0D1EE-E96F-411C-8E69-A35747E93792}"/>
                </a:ext>
              </a:extLst>
            </p:cNvPr>
            <p:cNvSpPr txBox="1"/>
            <p:nvPr/>
          </p:nvSpPr>
          <p:spPr>
            <a:xfrm>
              <a:off x="5207857" y="647506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시간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BFED7B8-16CF-4704-AE46-BCB1A72D1A80}"/>
                </a:ext>
              </a:extLst>
            </p:cNvPr>
            <p:cNvSpPr txBox="1"/>
            <p:nvPr/>
          </p:nvSpPr>
          <p:spPr>
            <a:xfrm>
              <a:off x="5207857" y="667135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일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C77D6D7-0995-4F9C-AC94-1B619EEBDB74}"/>
                </a:ext>
              </a:extLst>
            </p:cNvPr>
            <p:cNvSpPr txBox="1"/>
            <p:nvPr/>
          </p:nvSpPr>
          <p:spPr>
            <a:xfrm>
              <a:off x="5207857" y="686799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주</a:t>
              </a:r>
            </a:p>
          </p:txBody>
        </p: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6276141-D468-4E99-AC35-12DE684831C0}"/>
                </a:ext>
              </a:extLst>
            </p:cNvPr>
            <p:cNvCxnSpPr/>
            <p:nvPr/>
          </p:nvCxnSpPr>
          <p:spPr>
            <a:xfrm>
              <a:off x="5405857" y="707926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B5C9829-159D-4B12-84A2-ADE22AFFC848}"/>
                </a:ext>
              </a:extLst>
            </p:cNvPr>
            <p:cNvSpPr txBox="1"/>
            <p:nvPr/>
          </p:nvSpPr>
          <p:spPr>
            <a:xfrm>
              <a:off x="5207857" y="7073862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월</a:t>
              </a: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47D89AD-4176-430A-B850-EA62750140D1}"/>
              </a:ext>
            </a:extLst>
          </p:cNvPr>
          <p:cNvSpPr/>
          <p:nvPr/>
        </p:nvSpPr>
        <p:spPr>
          <a:xfrm>
            <a:off x="1394387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7EB5E91-CCDE-4570-9EB0-D55F6FE19FA9}"/>
              </a:ext>
            </a:extLst>
          </p:cNvPr>
          <p:cNvSpPr/>
          <p:nvPr/>
        </p:nvSpPr>
        <p:spPr>
          <a:xfrm>
            <a:off x="2419594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75493FBC-C064-4680-ABBB-FE3E24380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725398"/>
              </p:ext>
            </p:extLst>
          </p:nvPr>
        </p:nvGraphicFramePr>
        <p:xfrm>
          <a:off x="558032" y="4941168"/>
          <a:ext cx="8208000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오늘 사용량</a:t>
                      </a:r>
                      <a:endParaRPr lang="en-US" altLang="ko-KR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540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520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530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예측 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A0DBC9A0-2D3C-44CC-A407-750ACAAB5F6F}"/>
              </a:ext>
            </a:extLst>
          </p:cNvPr>
          <p:cNvGrpSpPr/>
          <p:nvPr/>
        </p:nvGrpSpPr>
        <p:grpSpPr>
          <a:xfrm>
            <a:off x="1309112" y="5497546"/>
            <a:ext cx="859338" cy="222065"/>
            <a:chOff x="1309112" y="5497546"/>
            <a:chExt cx="859338" cy="22206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2DFADD4-06F4-4ACF-929D-C4FB59A5AE3E}"/>
                </a:ext>
              </a:extLst>
            </p:cNvPr>
            <p:cNvSpPr txBox="1"/>
            <p:nvPr/>
          </p:nvSpPr>
          <p:spPr>
            <a:xfrm>
              <a:off x="1393511" y="5534945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그래프 변경하기</a:t>
              </a:r>
            </a:p>
          </p:txBody>
        </p:sp>
        <p:pic>
          <p:nvPicPr>
            <p:cNvPr id="1026" name="Picture 2" descr="ê·¸ëíì ëí ì´ë¯¸ì§ ê²ìê²°ê³¼">
              <a:extLst>
                <a:ext uri="{FF2B5EF4-FFF2-40B4-BE49-F238E27FC236}">
                  <a16:creationId xmlns:a16="http://schemas.microsoft.com/office/drawing/2014/main" id="{7BB24988-2516-4372-8A22-728F0D1D1E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9112" y="5497546"/>
              <a:ext cx="214956" cy="214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76322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84" y="1340767"/>
            <a:ext cx="8635704" cy="47287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오늘의 사용량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346569" y="6069519"/>
            <a:ext cx="8646588" cy="5514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오늘의 사용량을 시간 별로 구분하여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차원 꺾은 선형 그래프로 표시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지난 주의 기준 시간대의 사용량을 비교할 수 있도록 함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33" y="5838909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414008" y="580526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17227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오늘의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67544" y="2567940"/>
          <a:ext cx="8208912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34" name="직선 연결선 33"/>
          <p:cNvCxnSpPr/>
          <p:nvPr/>
        </p:nvCxnSpPr>
        <p:spPr>
          <a:xfrm>
            <a:off x="1187624" y="2950345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1187624" y="3979586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1413934" y="3166369"/>
            <a:ext cx="2687266" cy="1248958"/>
            <a:chOff x="1413933" y="2780928"/>
            <a:chExt cx="5030275" cy="1248958"/>
          </a:xfrm>
        </p:grpSpPr>
        <p:sp>
          <p:nvSpPr>
            <p:cNvPr id="11" name="자유형 10"/>
            <p:cNvSpPr/>
            <p:nvPr/>
          </p:nvSpPr>
          <p:spPr>
            <a:xfrm>
              <a:off x="1413933" y="2780928"/>
              <a:ext cx="5030275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자유형 11"/>
            <p:cNvSpPr/>
            <p:nvPr/>
          </p:nvSpPr>
          <p:spPr>
            <a:xfrm>
              <a:off x="1413933" y="2996952"/>
              <a:ext cx="5030275" cy="1032934"/>
            </a:xfrm>
            <a:custGeom>
              <a:avLst/>
              <a:gdLst>
                <a:gd name="connsiteX0" fmla="*/ 0 w 6502400"/>
                <a:gd name="connsiteY0" fmla="*/ 1032934 h 1032934"/>
                <a:gd name="connsiteX1" fmla="*/ 50800 w 6502400"/>
                <a:gd name="connsiteY1" fmla="*/ 999067 h 1032934"/>
                <a:gd name="connsiteX2" fmla="*/ 84667 w 6502400"/>
                <a:gd name="connsiteY2" fmla="*/ 931334 h 1032934"/>
                <a:gd name="connsiteX3" fmla="*/ 101600 w 6502400"/>
                <a:gd name="connsiteY3" fmla="*/ 914400 h 1032934"/>
                <a:gd name="connsiteX4" fmla="*/ 152400 w 6502400"/>
                <a:gd name="connsiteY4" fmla="*/ 812800 h 1032934"/>
                <a:gd name="connsiteX5" fmla="*/ 186267 w 6502400"/>
                <a:gd name="connsiteY5" fmla="*/ 728134 h 1032934"/>
                <a:gd name="connsiteX6" fmla="*/ 203200 w 6502400"/>
                <a:gd name="connsiteY6" fmla="*/ 711200 h 1032934"/>
                <a:gd name="connsiteX7" fmla="*/ 237067 w 6502400"/>
                <a:gd name="connsiteY7" fmla="*/ 609600 h 1032934"/>
                <a:gd name="connsiteX8" fmla="*/ 287867 w 6502400"/>
                <a:gd name="connsiteY8" fmla="*/ 372534 h 1032934"/>
                <a:gd name="connsiteX9" fmla="*/ 355600 w 6502400"/>
                <a:gd name="connsiteY9" fmla="*/ 406400 h 1032934"/>
                <a:gd name="connsiteX10" fmla="*/ 372534 w 6502400"/>
                <a:gd name="connsiteY10" fmla="*/ 423334 h 1032934"/>
                <a:gd name="connsiteX11" fmla="*/ 406400 w 6502400"/>
                <a:gd name="connsiteY11" fmla="*/ 440267 h 1032934"/>
                <a:gd name="connsiteX12" fmla="*/ 457200 w 6502400"/>
                <a:gd name="connsiteY12" fmla="*/ 474134 h 1032934"/>
                <a:gd name="connsiteX13" fmla="*/ 558800 w 6502400"/>
                <a:gd name="connsiteY13" fmla="*/ 491067 h 1032934"/>
                <a:gd name="connsiteX14" fmla="*/ 592667 w 6502400"/>
                <a:gd name="connsiteY14" fmla="*/ 508000 h 1032934"/>
                <a:gd name="connsiteX15" fmla="*/ 609600 w 6502400"/>
                <a:gd name="connsiteY15" fmla="*/ 524934 h 1032934"/>
                <a:gd name="connsiteX16" fmla="*/ 643467 w 6502400"/>
                <a:gd name="connsiteY16" fmla="*/ 541867 h 1032934"/>
                <a:gd name="connsiteX17" fmla="*/ 660400 w 6502400"/>
                <a:gd name="connsiteY17" fmla="*/ 575734 h 1032934"/>
                <a:gd name="connsiteX18" fmla="*/ 711200 w 6502400"/>
                <a:gd name="connsiteY18" fmla="*/ 609600 h 1032934"/>
                <a:gd name="connsiteX19" fmla="*/ 880534 w 6502400"/>
                <a:gd name="connsiteY19" fmla="*/ 575734 h 1032934"/>
                <a:gd name="connsiteX20" fmla="*/ 897467 w 6502400"/>
                <a:gd name="connsiteY20" fmla="*/ 558800 h 1032934"/>
                <a:gd name="connsiteX21" fmla="*/ 982134 w 6502400"/>
                <a:gd name="connsiteY21" fmla="*/ 508000 h 1032934"/>
                <a:gd name="connsiteX22" fmla="*/ 999067 w 6502400"/>
                <a:gd name="connsiteY22" fmla="*/ 474134 h 1032934"/>
                <a:gd name="connsiteX23" fmla="*/ 1151467 w 6502400"/>
                <a:gd name="connsiteY23" fmla="*/ 457200 h 1032934"/>
                <a:gd name="connsiteX24" fmla="*/ 1405467 w 6502400"/>
                <a:gd name="connsiteY24" fmla="*/ 457200 h 1032934"/>
                <a:gd name="connsiteX25" fmla="*/ 1490134 w 6502400"/>
                <a:gd name="connsiteY25" fmla="*/ 406400 h 1032934"/>
                <a:gd name="connsiteX26" fmla="*/ 1507067 w 6502400"/>
                <a:gd name="connsiteY26" fmla="*/ 372534 h 1032934"/>
                <a:gd name="connsiteX27" fmla="*/ 1540934 w 6502400"/>
                <a:gd name="connsiteY27" fmla="*/ 338667 h 1032934"/>
                <a:gd name="connsiteX28" fmla="*/ 1625600 w 6502400"/>
                <a:gd name="connsiteY28" fmla="*/ 220134 h 1032934"/>
                <a:gd name="connsiteX29" fmla="*/ 1642534 w 6502400"/>
                <a:gd name="connsiteY29" fmla="*/ 203200 h 1032934"/>
                <a:gd name="connsiteX30" fmla="*/ 1693334 w 6502400"/>
                <a:gd name="connsiteY30" fmla="*/ 186267 h 1032934"/>
                <a:gd name="connsiteX31" fmla="*/ 1947334 w 6502400"/>
                <a:gd name="connsiteY31" fmla="*/ 203200 h 1032934"/>
                <a:gd name="connsiteX32" fmla="*/ 1964267 w 6502400"/>
                <a:gd name="connsiteY32" fmla="*/ 220134 h 1032934"/>
                <a:gd name="connsiteX33" fmla="*/ 1981200 w 6502400"/>
                <a:gd name="connsiteY33" fmla="*/ 254000 h 1032934"/>
                <a:gd name="connsiteX34" fmla="*/ 1998134 w 6502400"/>
                <a:gd name="connsiteY34" fmla="*/ 270934 h 1032934"/>
                <a:gd name="connsiteX35" fmla="*/ 2015067 w 6502400"/>
                <a:gd name="connsiteY35" fmla="*/ 304800 h 1032934"/>
                <a:gd name="connsiteX36" fmla="*/ 2032000 w 6502400"/>
                <a:gd name="connsiteY36" fmla="*/ 321734 h 1032934"/>
                <a:gd name="connsiteX37" fmla="*/ 2099734 w 6502400"/>
                <a:gd name="connsiteY37" fmla="*/ 355600 h 1032934"/>
                <a:gd name="connsiteX38" fmla="*/ 2116667 w 6502400"/>
                <a:gd name="connsiteY38" fmla="*/ 372534 h 1032934"/>
                <a:gd name="connsiteX39" fmla="*/ 2184400 w 6502400"/>
                <a:gd name="connsiteY39" fmla="*/ 355600 h 1032934"/>
                <a:gd name="connsiteX40" fmla="*/ 2269067 w 6502400"/>
                <a:gd name="connsiteY40" fmla="*/ 321734 h 1032934"/>
                <a:gd name="connsiteX41" fmla="*/ 2319867 w 6502400"/>
                <a:gd name="connsiteY41" fmla="*/ 304800 h 1032934"/>
                <a:gd name="connsiteX42" fmla="*/ 2387600 w 6502400"/>
                <a:gd name="connsiteY42" fmla="*/ 270934 h 1032934"/>
                <a:gd name="connsiteX43" fmla="*/ 2489200 w 6502400"/>
                <a:gd name="connsiteY43" fmla="*/ 220134 h 1032934"/>
                <a:gd name="connsiteX44" fmla="*/ 2506134 w 6502400"/>
                <a:gd name="connsiteY44" fmla="*/ 203200 h 1032934"/>
                <a:gd name="connsiteX45" fmla="*/ 2540000 w 6502400"/>
                <a:gd name="connsiteY45" fmla="*/ 186267 h 1032934"/>
                <a:gd name="connsiteX46" fmla="*/ 2573867 w 6502400"/>
                <a:gd name="connsiteY46" fmla="*/ 152400 h 1032934"/>
                <a:gd name="connsiteX47" fmla="*/ 2641600 w 6502400"/>
                <a:gd name="connsiteY47" fmla="*/ 118534 h 1032934"/>
                <a:gd name="connsiteX48" fmla="*/ 2658534 w 6502400"/>
                <a:gd name="connsiteY48" fmla="*/ 101600 h 1032934"/>
                <a:gd name="connsiteX49" fmla="*/ 2777067 w 6502400"/>
                <a:gd name="connsiteY49" fmla="*/ 84667 h 1032934"/>
                <a:gd name="connsiteX50" fmla="*/ 2844800 w 6502400"/>
                <a:gd name="connsiteY50" fmla="*/ 101600 h 1032934"/>
                <a:gd name="connsiteX51" fmla="*/ 2861734 w 6502400"/>
                <a:gd name="connsiteY51" fmla="*/ 118534 h 1032934"/>
                <a:gd name="connsiteX52" fmla="*/ 2929467 w 6502400"/>
                <a:gd name="connsiteY52" fmla="*/ 152400 h 1032934"/>
                <a:gd name="connsiteX53" fmla="*/ 2963334 w 6502400"/>
                <a:gd name="connsiteY53" fmla="*/ 169334 h 1032934"/>
                <a:gd name="connsiteX54" fmla="*/ 2997200 w 6502400"/>
                <a:gd name="connsiteY54" fmla="*/ 186267 h 1032934"/>
                <a:gd name="connsiteX55" fmla="*/ 3014134 w 6502400"/>
                <a:gd name="connsiteY55" fmla="*/ 203200 h 1032934"/>
                <a:gd name="connsiteX56" fmla="*/ 3081867 w 6502400"/>
                <a:gd name="connsiteY56" fmla="*/ 220134 h 1032934"/>
                <a:gd name="connsiteX57" fmla="*/ 3437467 w 6502400"/>
                <a:gd name="connsiteY57" fmla="*/ 203200 h 1032934"/>
                <a:gd name="connsiteX58" fmla="*/ 3539067 w 6502400"/>
                <a:gd name="connsiteY58" fmla="*/ 169334 h 1032934"/>
                <a:gd name="connsiteX59" fmla="*/ 3606800 w 6502400"/>
                <a:gd name="connsiteY59" fmla="*/ 152400 h 1032934"/>
                <a:gd name="connsiteX60" fmla="*/ 3725334 w 6502400"/>
                <a:gd name="connsiteY60" fmla="*/ 118534 h 1032934"/>
                <a:gd name="connsiteX61" fmla="*/ 3860800 w 6502400"/>
                <a:gd name="connsiteY61" fmla="*/ 101600 h 1032934"/>
                <a:gd name="connsiteX62" fmla="*/ 3962400 w 6502400"/>
                <a:gd name="connsiteY62" fmla="*/ 118534 h 1032934"/>
                <a:gd name="connsiteX63" fmla="*/ 4148667 w 6502400"/>
                <a:gd name="connsiteY63" fmla="*/ 152400 h 1032934"/>
                <a:gd name="connsiteX64" fmla="*/ 4216400 w 6502400"/>
                <a:gd name="connsiteY64" fmla="*/ 203200 h 1032934"/>
                <a:gd name="connsiteX65" fmla="*/ 4233334 w 6502400"/>
                <a:gd name="connsiteY65" fmla="*/ 220134 h 1032934"/>
                <a:gd name="connsiteX66" fmla="*/ 4267200 w 6502400"/>
                <a:gd name="connsiteY66" fmla="*/ 237067 h 1032934"/>
                <a:gd name="connsiteX67" fmla="*/ 4334934 w 6502400"/>
                <a:gd name="connsiteY67" fmla="*/ 270934 h 1032934"/>
                <a:gd name="connsiteX68" fmla="*/ 4470400 w 6502400"/>
                <a:gd name="connsiteY68" fmla="*/ 304800 h 1032934"/>
                <a:gd name="connsiteX69" fmla="*/ 4605867 w 6502400"/>
                <a:gd name="connsiteY69" fmla="*/ 270934 h 1032934"/>
                <a:gd name="connsiteX70" fmla="*/ 4673600 w 6502400"/>
                <a:gd name="connsiteY70" fmla="*/ 237067 h 1032934"/>
                <a:gd name="connsiteX71" fmla="*/ 4690534 w 6502400"/>
                <a:gd name="connsiteY71" fmla="*/ 220134 h 1032934"/>
                <a:gd name="connsiteX72" fmla="*/ 4724400 w 6502400"/>
                <a:gd name="connsiteY72" fmla="*/ 203200 h 1032934"/>
                <a:gd name="connsiteX73" fmla="*/ 4741334 w 6502400"/>
                <a:gd name="connsiteY73" fmla="*/ 186267 h 1032934"/>
                <a:gd name="connsiteX74" fmla="*/ 4809067 w 6502400"/>
                <a:gd name="connsiteY74" fmla="*/ 152400 h 1032934"/>
                <a:gd name="connsiteX75" fmla="*/ 4876800 w 6502400"/>
                <a:gd name="connsiteY75" fmla="*/ 118534 h 1032934"/>
                <a:gd name="connsiteX76" fmla="*/ 4893734 w 6502400"/>
                <a:gd name="connsiteY76" fmla="*/ 101600 h 1032934"/>
                <a:gd name="connsiteX77" fmla="*/ 4927600 w 6502400"/>
                <a:gd name="connsiteY77" fmla="*/ 84667 h 1032934"/>
                <a:gd name="connsiteX78" fmla="*/ 4961467 w 6502400"/>
                <a:gd name="connsiteY78" fmla="*/ 50800 h 1032934"/>
                <a:gd name="connsiteX79" fmla="*/ 5029200 w 6502400"/>
                <a:gd name="connsiteY79" fmla="*/ 16934 h 1032934"/>
                <a:gd name="connsiteX80" fmla="*/ 5063067 w 6502400"/>
                <a:gd name="connsiteY80" fmla="*/ 0 h 1032934"/>
                <a:gd name="connsiteX81" fmla="*/ 5096934 w 6502400"/>
                <a:gd name="connsiteY81" fmla="*/ 16934 h 1032934"/>
                <a:gd name="connsiteX82" fmla="*/ 5198534 w 6502400"/>
                <a:gd name="connsiteY82" fmla="*/ 50800 h 1032934"/>
                <a:gd name="connsiteX83" fmla="*/ 5215467 w 6502400"/>
                <a:gd name="connsiteY83" fmla="*/ 67734 h 1032934"/>
                <a:gd name="connsiteX84" fmla="*/ 5249334 w 6502400"/>
                <a:gd name="connsiteY84" fmla="*/ 118534 h 1032934"/>
                <a:gd name="connsiteX85" fmla="*/ 5283200 w 6502400"/>
                <a:gd name="connsiteY85" fmla="*/ 135467 h 1032934"/>
                <a:gd name="connsiteX86" fmla="*/ 5334000 w 6502400"/>
                <a:gd name="connsiteY86" fmla="*/ 169334 h 1032934"/>
                <a:gd name="connsiteX87" fmla="*/ 5469467 w 6502400"/>
                <a:gd name="connsiteY87" fmla="*/ 203200 h 1032934"/>
                <a:gd name="connsiteX88" fmla="*/ 5520267 w 6502400"/>
                <a:gd name="connsiteY88" fmla="*/ 220134 h 1032934"/>
                <a:gd name="connsiteX89" fmla="*/ 5875867 w 6502400"/>
                <a:gd name="connsiteY89" fmla="*/ 203200 h 1032934"/>
                <a:gd name="connsiteX90" fmla="*/ 5960534 w 6502400"/>
                <a:gd name="connsiteY90" fmla="*/ 152400 h 1032934"/>
                <a:gd name="connsiteX91" fmla="*/ 5994400 w 6502400"/>
                <a:gd name="connsiteY91" fmla="*/ 135467 h 1032934"/>
                <a:gd name="connsiteX92" fmla="*/ 6096000 w 6502400"/>
                <a:gd name="connsiteY92" fmla="*/ 67734 h 1032934"/>
                <a:gd name="connsiteX93" fmla="*/ 6163734 w 6502400"/>
                <a:gd name="connsiteY93" fmla="*/ 50800 h 1032934"/>
                <a:gd name="connsiteX94" fmla="*/ 6214534 w 6502400"/>
                <a:gd name="connsiteY94" fmla="*/ 33867 h 1032934"/>
                <a:gd name="connsiteX95" fmla="*/ 6502400 w 6502400"/>
                <a:gd name="connsiteY95" fmla="*/ 16934 h 103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6502400" h="1032934">
                  <a:moveTo>
                    <a:pt x="0" y="1032934"/>
                  </a:moveTo>
                  <a:cubicBezTo>
                    <a:pt x="16933" y="1021645"/>
                    <a:pt x="37771" y="1014701"/>
                    <a:pt x="50800" y="999067"/>
                  </a:cubicBezTo>
                  <a:cubicBezTo>
                    <a:pt x="66960" y="979675"/>
                    <a:pt x="73378" y="953912"/>
                    <a:pt x="84667" y="931334"/>
                  </a:cubicBezTo>
                  <a:cubicBezTo>
                    <a:pt x="88237" y="924194"/>
                    <a:pt x="97493" y="921245"/>
                    <a:pt x="101600" y="914400"/>
                  </a:cubicBezTo>
                  <a:cubicBezTo>
                    <a:pt x="101610" y="914383"/>
                    <a:pt x="143929" y="829742"/>
                    <a:pt x="152400" y="812800"/>
                  </a:cubicBezTo>
                  <a:cubicBezTo>
                    <a:pt x="179933" y="757731"/>
                    <a:pt x="156679" y="772517"/>
                    <a:pt x="186267" y="728134"/>
                  </a:cubicBezTo>
                  <a:cubicBezTo>
                    <a:pt x="190695" y="721492"/>
                    <a:pt x="197556" y="716845"/>
                    <a:pt x="203200" y="711200"/>
                  </a:cubicBezTo>
                  <a:cubicBezTo>
                    <a:pt x="214489" y="677333"/>
                    <a:pt x="231198" y="644813"/>
                    <a:pt x="237067" y="609600"/>
                  </a:cubicBezTo>
                  <a:cubicBezTo>
                    <a:pt x="273009" y="393951"/>
                    <a:pt x="240225" y="467818"/>
                    <a:pt x="287867" y="372534"/>
                  </a:cubicBezTo>
                  <a:cubicBezTo>
                    <a:pt x="310445" y="383823"/>
                    <a:pt x="337751" y="388551"/>
                    <a:pt x="355600" y="406400"/>
                  </a:cubicBezTo>
                  <a:cubicBezTo>
                    <a:pt x="361245" y="412045"/>
                    <a:pt x="365892" y="418906"/>
                    <a:pt x="372534" y="423334"/>
                  </a:cubicBezTo>
                  <a:cubicBezTo>
                    <a:pt x="383035" y="430335"/>
                    <a:pt x="395899" y="433266"/>
                    <a:pt x="406400" y="440267"/>
                  </a:cubicBezTo>
                  <a:cubicBezTo>
                    <a:pt x="437381" y="460920"/>
                    <a:pt x="408096" y="461858"/>
                    <a:pt x="457200" y="474134"/>
                  </a:cubicBezTo>
                  <a:cubicBezTo>
                    <a:pt x="490509" y="482461"/>
                    <a:pt x="524933" y="485423"/>
                    <a:pt x="558800" y="491067"/>
                  </a:cubicBezTo>
                  <a:cubicBezTo>
                    <a:pt x="570089" y="496711"/>
                    <a:pt x="582165" y="500999"/>
                    <a:pt x="592667" y="508000"/>
                  </a:cubicBezTo>
                  <a:cubicBezTo>
                    <a:pt x="599309" y="512428"/>
                    <a:pt x="602958" y="520506"/>
                    <a:pt x="609600" y="524934"/>
                  </a:cubicBezTo>
                  <a:cubicBezTo>
                    <a:pt x="620102" y="531935"/>
                    <a:pt x="632178" y="536223"/>
                    <a:pt x="643467" y="541867"/>
                  </a:cubicBezTo>
                  <a:cubicBezTo>
                    <a:pt x="649111" y="553156"/>
                    <a:pt x="653399" y="565232"/>
                    <a:pt x="660400" y="575734"/>
                  </a:cubicBezTo>
                  <a:cubicBezTo>
                    <a:pt x="673328" y="595126"/>
                    <a:pt x="690639" y="599319"/>
                    <a:pt x="711200" y="609600"/>
                  </a:cubicBezTo>
                  <a:cubicBezTo>
                    <a:pt x="754877" y="603361"/>
                    <a:pt x="833249" y="599377"/>
                    <a:pt x="880534" y="575734"/>
                  </a:cubicBezTo>
                  <a:cubicBezTo>
                    <a:pt x="887674" y="572164"/>
                    <a:pt x="890622" y="562907"/>
                    <a:pt x="897467" y="558800"/>
                  </a:cubicBezTo>
                  <a:cubicBezTo>
                    <a:pt x="919556" y="545546"/>
                    <a:pt x="964043" y="535136"/>
                    <a:pt x="982134" y="508000"/>
                  </a:cubicBezTo>
                  <a:cubicBezTo>
                    <a:pt x="989135" y="497499"/>
                    <a:pt x="986978" y="477761"/>
                    <a:pt x="999067" y="474134"/>
                  </a:cubicBezTo>
                  <a:cubicBezTo>
                    <a:pt x="1048024" y="459447"/>
                    <a:pt x="1100667" y="462845"/>
                    <a:pt x="1151467" y="457200"/>
                  </a:cubicBezTo>
                  <a:cubicBezTo>
                    <a:pt x="1264050" y="479717"/>
                    <a:pt x="1262106" y="487920"/>
                    <a:pt x="1405467" y="457200"/>
                  </a:cubicBezTo>
                  <a:cubicBezTo>
                    <a:pt x="1420929" y="453887"/>
                    <a:pt x="1474139" y="430392"/>
                    <a:pt x="1490134" y="406400"/>
                  </a:cubicBezTo>
                  <a:cubicBezTo>
                    <a:pt x="1497135" y="395899"/>
                    <a:pt x="1499494" y="382631"/>
                    <a:pt x="1507067" y="372534"/>
                  </a:cubicBezTo>
                  <a:cubicBezTo>
                    <a:pt x="1516646" y="359762"/>
                    <a:pt x="1540934" y="338667"/>
                    <a:pt x="1540934" y="338667"/>
                  </a:cubicBezTo>
                  <a:cubicBezTo>
                    <a:pt x="1585509" y="249515"/>
                    <a:pt x="1556951" y="288783"/>
                    <a:pt x="1625600" y="220134"/>
                  </a:cubicBezTo>
                  <a:cubicBezTo>
                    <a:pt x="1631245" y="214489"/>
                    <a:pt x="1634961" y="205724"/>
                    <a:pt x="1642534" y="203200"/>
                  </a:cubicBezTo>
                  <a:lnTo>
                    <a:pt x="1693334" y="186267"/>
                  </a:lnTo>
                  <a:cubicBezTo>
                    <a:pt x="1778001" y="191911"/>
                    <a:pt x="1863135" y="192675"/>
                    <a:pt x="1947334" y="203200"/>
                  </a:cubicBezTo>
                  <a:cubicBezTo>
                    <a:pt x="1955255" y="204190"/>
                    <a:pt x="1959839" y="213492"/>
                    <a:pt x="1964267" y="220134"/>
                  </a:cubicBezTo>
                  <a:cubicBezTo>
                    <a:pt x="1971268" y="230635"/>
                    <a:pt x="1974199" y="243499"/>
                    <a:pt x="1981200" y="254000"/>
                  </a:cubicBezTo>
                  <a:cubicBezTo>
                    <a:pt x="1985628" y="260642"/>
                    <a:pt x="1993706" y="264292"/>
                    <a:pt x="1998134" y="270934"/>
                  </a:cubicBezTo>
                  <a:cubicBezTo>
                    <a:pt x="2005135" y="281435"/>
                    <a:pt x="2008066" y="294299"/>
                    <a:pt x="2015067" y="304800"/>
                  </a:cubicBezTo>
                  <a:cubicBezTo>
                    <a:pt x="2019495" y="311442"/>
                    <a:pt x="2025155" y="317627"/>
                    <a:pt x="2032000" y="321734"/>
                  </a:cubicBezTo>
                  <a:cubicBezTo>
                    <a:pt x="2053646" y="334721"/>
                    <a:pt x="2099734" y="355600"/>
                    <a:pt x="2099734" y="355600"/>
                  </a:cubicBezTo>
                  <a:cubicBezTo>
                    <a:pt x="2105378" y="361245"/>
                    <a:pt x="2108684" y="372534"/>
                    <a:pt x="2116667" y="372534"/>
                  </a:cubicBezTo>
                  <a:cubicBezTo>
                    <a:pt x="2139940" y="372534"/>
                    <a:pt x="2162023" y="361994"/>
                    <a:pt x="2184400" y="355600"/>
                  </a:cubicBezTo>
                  <a:cubicBezTo>
                    <a:pt x="2282677" y="327521"/>
                    <a:pt x="2194130" y="351709"/>
                    <a:pt x="2269067" y="321734"/>
                  </a:cubicBezTo>
                  <a:cubicBezTo>
                    <a:pt x="2285640" y="315105"/>
                    <a:pt x="2303461" y="311831"/>
                    <a:pt x="2319867" y="304800"/>
                  </a:cubicBezTo>
                  <a:cubicBezTo>
                    <a:pt x="2343069" y="294856"/>
                    <a:pt x="2365022" y="282223"/>
                    <a:pt x="2387600" y="270934"/>
                  </a:cubicBezTo>
                  <a:lnTo>
                    <a:pt x="2489200" y="220134"/>
                  </a:lnTo>
                  <a:cubicBezTo>
                    <a:pt x="2496340" y="216564"/>
                    <a:pt x="2499492" y="207628"/>
                    <a:pt x="2506134" y="203200"/>
                  </a:cubicBezTo>
                  <a:cubicBezTo>
                    <a:pt x="2516635" y="196199"/>
                    <a:pt x="2529903" y="193840"/>
                    <a:pt x="2540000" y="186267"/>
                  </a:cubicBezTo>
                  <a:cubicBezTo>
                    <a:pt x="2552772" y="176688"/>
                    <a:pt x="2559587" y="159540"/>
                    <a:pt x="2573867" y="152400"/>
                  </a:cubicBezTo>
                  <a:cubicBezTo>
                    <a:pt x="2596445" y="141111"/>
                    <a:pt x="2623751" y="136383"/>
                    <a:pt x="2641600" y="118534"/>
                  </a:cubicBezTo>
                  <a:cubicBezTo>
                    <a:pt x="2647245" y="112889"/>
                    <a:pt x="2650790" y="103536"/>
                    <a:pt x="2658534" y="101600"/>
                  </a:cubicBezTo>
                  <a:cubicBezTo>
                    <a:pt x="2697254" y="91920"/>
                    <a:pt x="2737556" y="90311"/>
                    <a:pt x="2777067" y="84667"/>
                  </a:cubicBezTo>
                  <a:cubicBezTo>
                    <a:pt x="2799645" y="90311"/>
                    <a:pt x="2823192" y="92957"/>
                    <a:pt x="2844800" y="101600"/>
                  </a:cubicBezTo>
                  <a:cubicBezTo>
                    <a:pt x="2852212" y="104565"/>
                    <a:pt x="2854889" y="114427"/>
                    <a:pt x="2861734" y="118534"/>
                  </a:cubicBezTo>
                  <a:cubicBezTo>
                    <a:pt x="2883379" y="131521"/>
                    <a:pt x="2906889" y="141111"/>
                    <a:pt x="2929467" y="152400"/>
                  </a:cubicBezTo>
                  <a:lnTo>
                    <a:pt x="2963334" y="169334"/>
                  </a:lnTo>
                  <a:cubicBezTo>
                    <a:pt x="2974623" y="174978"/>
                    <a:pt x="2988275" y="177343"/>
                    <a:pt x="2997200" y="186267"/>
                  </a:cubicBezTo>
                  <a:cubicBezTo>
                    <a:pt x="3002845" y="191911"/>
                    <a:pt x="3006722" y="200235"/>
                    <a:pt x="3014134" y="203200"/>
                  </a:cubicBezTo>
                  <a:cubicBezTo>
                    <a:pt x="3035742" y="211843"/>
                    <a:pt x="3059289" y="214489"/>
                    <a:pt x="3081867" y="220134"/>
                  </a:cubicBezTo>
                  <a:cubicBezTo>
                    <a:pt x="3200400" y="214489"/>
                    <a:pt x="3319525" y="216305"/>
                    <a:pt x="3437467" y="203200"/>
                  </a:cubicBezTo>
                  <a:cubicBezTo>
                    <a:pt x="3472947" y="199258"/>
                    <a:pt x="3505200" y="180623"/>
                    <a:pt x="3539067" y="169334"/>
                  </a:cubicBezTo>
                  <a:cubicBezTo>
                    <a:pt x="3561145" y="161975"/>
                    <a:pt x="3584423" y="158794"/>
                    <a:pt x="3606800" y="152400"/>
                  </a:cubicBezTo>
                  <a:cubicBezTo>
                    <a:pt x="3663168" y="136295"/>
                    <a:pt x="3661811" y="129121"/>
                    <a:pt x="3725334" y="118534"/>
                  </a:cubicBezTo>
                  <a:cubicBezTo>
                    <a:pt x="3770222" y="111053"/>
                    <a:pt x="3815645" y="107245"/>
                    <a:pt x="3860800" y="101600"/>
                  </a:cubicBezTo>
                  <a:cubicBezTo>
                    <a:pt x="3894667" y="107245"/>
                    <a:pt x="3928411" y="113678"/>
                    <a:pt x="3962400" y="118534"/>
                  </a:cubicBezTo>
                  <a:cubicBezTo>
                    <a:pt x="4129943" y="142469"/>
                    <a:pt x="4049061" y="119199"/>
                    <a:pt x="4148667" y="152400"/>
                  </a:cubicBezTo>
                  <a:cubicBezTo>
                    <a:pt x="4221911" y="225644"/>
                    <a:pt x="4144180" y="155053"/>
                    <a:pt x="4216400" y="203200"/>
                  </a:cubicBezTo>
                  <a:cubicBezTo>
                    <a:pt x="4223042" y="207628"/>
                    <a:pt x="4226692" y="215706"/>
                    <a:pt x="4233334" y="220134"/>
                  </a:cubicBezTo>
                  <a:cubicBezTo>
                    <a:pt x="4243835" y="227135"/>
                    <a:pt x="4256699" y="230066"/>
                    <a:pt x="4267200" y="237067"/>
                  </a:cubicBezTo>
                  <a:cubicBezTo>
                    <a:pt x="4317745" y="270763"/>
                    <a:pt x="4229628" y="242214"/>
                    <a:pt x="4334934" y="270934"/>
                  </a:cubicBezTo>
                  <a:cubicBezTo>
                    <a:pt x="4379839" y="283181"/>
                    <a:pt x="4470400" y="304800"/>
                    <a:pt x="4470400" y="304800"/>
                  </a:cubicBezTo>
                  <a:cubicBezTo>
                    <a:pt x="4520092" y="294862"/>
                    <a:pt x="4560308" y="290459"/>
                    <a:pt x="4605867" y="270934"/>
                  </a:cubicBezTo>
                  <a:cubicBezTo>
                    <a:pt x="4629069" y="260990"/>
                    <a:pt x="4655750" y="254916"/>
                    <a:pt x="4673600" y="237067"/>
                  </a:cubicBezTo>
                  <a:cubicBezTo>
                    <a:pt x="4679245" y="231423"/>
                    <a:pt x="4683892" y="224562"/>
                    <a:pt x="4690534" y="220134"/>
                  </a:cubicBezTo>
                  <a:cubicBezTo>
                    <a:pt x="4701035" y="213133"/>
                    <a:pt x="4713899" y="210201"/>
                    <a:pt x="4724400" y="203200"/>
                  </a:cubicBezTo>
                  <a:cubicBezTo>
                    <a:pt x="4731042" y="198772"/>
                    <a:pt x="4734489" y="190374"/>
                    <a:pt x="4741334" y="186267"/>
                  </a:cubicBezTo>
                  <a:cubicBezTo>
                    <a:pt x="4762979" y="173280"/>
                    <a:pt x="4786489" y="163689"/>
                    <a:pt x="4809067" y="152400"/>
                  </a:cubicBezTo>
                  <a:lnTo>
                    <a:pt x="4876800" y="118534"/>
                  </a:lnTo>
                  <a:cubicBezTo>
                    <a:pt x="4883940" y="114964"/>
                    <a:pt x="4887092" y="106028"/>
                    <a:pt x="4893734" y="101600"/>
                  </a:cubicBezTo>
                  <a:cubicBezTo>
                    <a:pt x="4904235" y="94599"/>
                    <a:pt x="4917503" y="92240"/>
                    <a:pt x="4927600" y="84667"/>
                  </a:cubicBezTo>
                  <a:cubicBezTo>
                    <a:pt x="4940372" y="75088"/>
                    <a:pt x="4947187" y="57940"/>
                    <a:pt x="4961467" y="50800"/>
                  </a:cubicBezTo>
                  <a:lnTo>
                    <a:pt x="5029200" y="16934"/>
                  </a:lnTo>
                  <a:lnTo>
                    <a:pt x="5063067" y="0"/>
                  </a:lnTo>
                  <a:cubicBezTo>
                    <a:pt x="5074356" y="5645"/>
                    <a:pt x="5084960" y="12943"/>
                    <a:pt x="5096934" y="16934"/>
                  </a:cubicBezTo>
                  <a:cubicBezTo>
                    <a:pt x="5216908" y="56926"/>
                    <a:pt x="5122160" y="12614"/>
                    <a:pt x="5198534" y="50800"/>
                  </a:cubicBezTo>
                  <a:cubicBezTo>
                    <a:pt x="5204178" y="56445"/>
                    <a:pt x="5211039" y="61092"/>
                    <a:pt x="5215467" y="67734"/>
                  </a:cubicBezTo>
                  <a:cubicBezTo>
                    <a:pt x="5231918" y="92411"/>
                    <a:pt x="5226038" y="103003"/>
                    <a:pt x="5249334" y="118534"/>
                  </a:cubicBezTo>
                  <a:cubicBezTo>
                    <a:pt x="5259835" y="125535"/>
                    <a:pt x="5272699" y="128466"/>
                    <a:pt x="5283200" y="135467"/>
                  </a:cubicBezTo>
                  <a:cubicBezTo>
                    <a:pt x="5318416" y="158944"/>
                    <a:pt x="5278200" y="152594"/>
                    <a:pt x="5334000" y="169334"/>
                  </a:cubicBezTo>
                  <a:cubicBezTo>
                    <a:pt x="5378582" y="182709"/>
                    <a:pt x="5425310" y="188481"/>
                    <a:pt x="5469467" y="203200"/>
                  </a:cubicBezTo>
                  <a:lnTo>
                    <a:pt x="5520267" y="220134"/>
                  </a:lnTo>
                  <a:cubicBezTo>
                    <a:pt x="5638800" y="214489"/>
                    <a:pt x="5758045" y="217339"/>
                    <a:pt x="5875867" y="203200"/>
                  </a:cubicBezTo>
                  <a:cubicBezTo>
                    <a:pt x="5965760" y="192413"/>
                    <a:pt x="5921001" y="178756"/>
                    <a:pt x="5960534" y="152400"/>
                  </a:cubicBezTo>
                  <a:cubicBezTo>
                    <a:pt x="5971035" y="145399"/>
                    <a:pt x="5984303" y="143040"/>
                    <a:pt x="5994400" y="135467"/>
                  </a:cubicBezTo>
                  <a:cubicBezTo>
                    <a:pt x="6046040" y="96737"/>
                    <a:pt x="6014107" y="88208"/>
                    <a:pt x="6096000" y="67734"/>
                  </a:cubicBezTo>
                  <a:cubicBezTo>
                    <a:pt x="6118578" y="62089"/>
                    <a:pt x="6141357" y="57194"/>
                    <a:pt x="6163734" y="50800"/>
                  </a:cubicBezTo>
                  <a:cubicBezTo>
                    <a:pt x="6180896" y="45896"/>
                    <a:pt x="6196928" y="36801"/>
                    <a:pt x="6214534" y="33867"/>
                  </a:cubicBezTo>
                  <a:cubicBezTo>
                    <a:pt x="6346053" y="11948"/>
                    <a:pt x="6373917" y="16934"/>
                    <a:pt x="6502400" y="16934"/>
                  </a:cubicBezTo>
                </a:path>
              </a:pathLst>
            </a:cu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자유형 12"/>
            <p:cNvSpPr/>
            <p:nvPr/>
          </p:nvSpPr>
          <p:spPr>
            <a:xfrm>
              <a:off x="1430867" y="3068960"/>
              <a:ext cx="5013341" cy="660400"/>
            </a:xfrm>
            <a:custGeom>
              <a:avLst/>
              <a:gdLst>
                <a:gd name="connsiteX0" fmla="*/ 0 w 6502400"/>
                <a:gd name="connsiteY0" fmla="*/ 660400 h 660400"/>
                <a:gd name="connsiteX1" fmla="*/ 50800 w 6502400"/>
                <a:gd name="connsiteY1" fmla="*/ 643466 h 660400"/>
                <a:gd name="connsiteX2" fmla="*/ 84666 w 6502400"/>
                <a:gd name="connsiteY2" fmla="*/ 626533 h 660400"/>
                <a:gd name="connsiteX3" fmla="*/ 237066 w 6502400"/>
                <a:gd name="connsiteY3" fmla="*/ 643466 h 660400"/>
                <a:gd name="connsiteX4" fmla="*/ 287866 w 6502400"/>
                <a:gd name="connsiteY4" fmla="*/ 660400 h 660400"/>
                <a:gd name="connsiteX5" fmla="*/ 491066 w 6502400"/>
                <a:gd name="connsiteY5" fmla="*/ 626533 h 660400"/>
                <a:gd name="connsiteX6" fmla="*/ 541866 w 6502400"/>
                <a:gd name="connsiteY6" fmla="*/ 592666 h 660400"/>
                <a:gd name="connsiteX7" fmla="*/ 558800 w 6502400"/>
                <a:gd name="connsiteY7" fmla="*/ 575733 h 660400"/>
                <a:gd name="connsiteX8" fmla="*/ 592666 w 6502400"/>
                <a:gd name="connsiteY8" fmla="*/ 558800 h 660400"/>
                <a:gd name="connsiteX9" fmla="*/ 609600 w 6502400"/>
                <a:gd name="connsiteY9" fmla="*/ 541866 h 660400"/>
                <a:gd name="connsiteX10" fmla="*/ 643466 w 6502400"/>
                <a:gd name="connsiteY10" fmla="*/ 524933 h 660400"/>
                <a:gd name="connsiteX11" fmla="*/ 677333 w 6502400"/>
                <a:gd name="connsiteY11" fmla="*/ 491066 h 660400"/>
                <a:gd name="connsiteX12" fmla="*/ 745066 w 6502400"/>
                <a:gd name="connsiteY12" fmla="*/ 457200 h 660400"/>
                <a:gd name="connsiteX13" fmla="*/ 762000 w 6502400"/>
                <a:gd name="connsiteY13" fmla="*/ 440266 h 660400"/>
                <a:gd name="connsiteX14" fmla="*/ 795866 w 6502400"/>
                <a:gd name="connsiteY14" fmla="*/ 423333 h 660400"/>
                <a:gd name="connsiteX15" fmla="*/ 812800 w 6502400"/>
                <a:gd name="connsiteY15" fmla="*/ 406400 h 660400"/>
                <a:gd name="connsiteX16" fmla="*/ 846666 w 6502400"/>
                <a:gd name="connsiteY16" fmla="*/ 389466 h 660400"/>
                <a:gd name="connsiteX17" fmla="*/ 863600 w 6502400"/>
                <a:gd name="connsiteY17" fmla="*/ 372533 h 660400"/>
                <a:gd name="connsiteX18" fmla="*/ 931333 w 6502400"/>
                <a:gd name="connsiteY18" fmla="*/ 338666 h 660400"/>
                <a:gd name="connsiteX19" fmla="*/ 965200 w 6502400"/>
                <a:gd name="connsiteY19" fmla="*/ 321733 h 660400"/>
                <a:gd name="connsiteX20" fmla="*/ 999066 w 6502400"/>
                <a:gd name="connsiteY20" fmla="*/ 304800 h 660400"/>
                <a:gd name="connsiteX21" fmla="*/ 1066800 w 6502400"/>
                <a:gd name="connsiteY21" fmla="*/ 321733 h 660400"/>
                <a:gd name="connsiteX22" fmla="*/ 1253066 w 6502400"/>
                <a:gd name="connsiteY22" fmla="*/ 355600 h 660400"/>
                <a:gd name="connsiteX23" fmla="*/ 1320800 w 6502400"/>
                <a:gd name="connsiteY23" fmla="*/ 389466 h 660400"/>
                <a:gd name="connsiteX24" fmla="*/ 1337733 w 6502400"/>
                <a:gd name="connsiteY24" fmla="*/ 406400 h 660400"/>
                <a:gd name="connsiteX25" fmla="*/ 1405466 w 6502400"/>
                <a:gd name="connsiteY25" fmla="*/ 440266 h 660400"/>
                <a:gd name="connsiteX26" fmla="*/ 1794933 w 6502400"/>
                <a:gd name="connsiteY26" fmla="*/ 440266 h 660400"/>
                <a:gd name="connsiteX27" fmla="*/ 1828800 w 6502400"/>
                <a:gd name="connsiteY27" fmla="*/ 474133 h 660400"/>
                <a:gd name="connsiteX28" fmla="*/ 1964266 w 6502400"/>
                <a:gd name="connsiteY28" fmla="*/ 524933 h 660400"/>
                <a:gd name="connsiteX29" fmla="*/ 2048933 w 6502400"/>
                <a:gd name="connsiteY29" fmla="*/ 508000 h 660400"/>
                <a:gd name="connsiteX30" fmla="*/ 2133600 w 6502400"/>
                <a:gd name="connsiteY30" fmla="*/ 474133 h 660400"/>
                <a:gd name="connsiteX31" fmla="*/ 2201333 w 6502400"/>
                <a:gd name="connsiteY31" fmla="*/ 491066 h 660400"/>
                <a:gd name="connsiteX32" fmla="*/ 2218266 w 6502400"/>
                <a:gd name="connsiteY32" fmla="*/ 508000 h 660400"/>
                <a:gd name="connsiteX33" fmla="*/ 2269066 w 6502400"/>
                <a:gd name="connsiteY33" fmla="*/ 524933 h 660400"/>
                <a:gd name="connsiteX34" fmla="*/ 2336800 w 6502400"/>
                <a:gd name="connsiteY34" fmla="*/ 508000 h 660400"/>
                <a:gd name="connsiteX35" fmla="*/ 2421466 w 6502400"/>
                <a:gd name="connsiteY35" fmla="*/ 491066 h 660400"/>
                <a:gd name="connsiteX36" fmla="*/ 2455333 w 6502400"/>
                <a:gd name="connsiteY36" fmla="*/ 474133 h 660400"/>
                <a:gd name="connsiteX37" fmla="*/ 2624666 w 6502400"/>
                <a:gd name="connsiteY37" fmla="*/ 457200 h 660400"/>
                <a:gd name="connsiteX38" fmla="*/ 2997200 w 6502400"/>
                <a:gd name="connsiteY38" fmla="*/ 457200 h 660400"/>
                <a:gd name="connsiteX39" fmla="*/ 3064933 w 6502400"/>
                <a:gd name="connsiteY39" fmla="*/ 423333 h 660400"/>
                <a:gd name="connsiteX40" fmla="*/ 3098800 w 6502400"/>
                <a:gd name="connsiteY40" fmla="*/ 406400 h 660400"/>
                <a:gd name="connsiteX41" fmla="*/ 3149600 w 6502400"/>
                <a:gd name="connsiteY41" fmla="*/ 389466 h 660400"/>
                <a:gd name="connsiteX42" fmla="*/ 3217333 w 6502400"/>
                <a:gd name="connsiteY42" fmla="*/ 355600 h 660400"/>
                <a:gd name="connsiteX43" fmla="*/ 3234266 w 6502400"/>
                <a:gd name="connsiteY43" fmla="*/ 304800 h 660400"/>
                <a:gd name="connsiteX44" fmla="*/ 3251200 w 6502400"/>
                <a:gd name="connsiteY44" fmla="*/ 220133 h 660400"/>
                <a:gd name="connsiteX45" fmla="*/ 3268133 w 6502400"/>
                <a:gd name="connsiteY45" fmla="*/ 186266 h 660400"/>
                <a:gd name="connsiteX46" fmla="*/ 3335866 w 6502400"/>
                <a:gd name="connsiteY46" fmla="*/ 152400 h 660400"/>
                <a:gd name="connsiteX47" fmla="*/ 3386666 w 6502400"/>
                <a:gd name="connsiteY47" fmla="*/ 118533 h 660400"/>
                <a:gd name="connsiteX48" fmla="*/ 3420533 w 6502400"/>
                <a:gd name="connsiteY48" fmla="*/ 84666 h 660400"/>
                <a:gd name="connsiteX49" fmla="*/ 3505200 w 6502400"/>
                <a:gd name="connsiteY49" fmla="*/ 33866 h 660400"/>
                <a:gd name="connsiteX50" fmla="*/ 3522133 w 6502400"/>
                <a:gd name="connsiteY50" fmla="*/ 0 h 660400"/>
                <a:gd name="connsiteX51" fmla="*/ 3945466 w 6502400"/>
                <a:gd name="connsiteY51" fmla="*/ 16933 h 660400"/>
                <a:gd name="connsiteX52" fmla="*/ 3962400 w 6502400"/>
                <a:gd name="connsiteY52" fmla="*/ 50800 h 660400"/>
                <a:gd name="connsiteX53" fmla="*/ 3979333 w 6502400"/>
                <a:gd name="connsiteY53" fmla="*/ 101600 h 660400"/>
                <a:gd name="connsiteX54" fmla="*/ 4013200 w 6502400"/>
                <a:gd name="connsiteY54" fmla="*/ 169333 h 660400"/>
                <a:gd name="connsiteX55" fmla="*/ 4047066 w 6502400"/>
                <a:gd name="connsiteY55" fmla="*/ 237066 h 660400"/>
                <a:gd name="connsiteX56" fmla="*/ 4064000 w 6502400"/>
                <a:gd name="connsiteY56" fmla="*/ 254000 h 660400"/>
                <a:gd name="connsiteX57" fmla="*/ 4080933 w 6502400"/>
                <a:gd name="connsiteY57" fmla="*/ 287866 h 660400"/>
                <a:gd name="connsiteX58" fmla="*/ 4148666 w 6502400"/>
                <a:gd name="connsiteY58" fmla="*/ 338666 h 660400"/>
                <a:gd name="connsiteX59" fmla="*/ 4165600 w 6502400"/>
                <a:gd name="connsiteY59" fmla="*/ 355600 h 660400"/>
                <a:gd name="connsiteX60" fmla="*/ 4250266 w 6502400"/>
                <a:gd name="connsiteY60" fmla="*/ 389466 h 660400"/>
                <a:gd name="connsiteX61" fmla="*/ 4284133 w 6502400"/>
                <a:gd name="connsiteY61" fmla="*/ 406400 h 660400"/>
                <a:gd name="connsiteX62" fmla="*/ 4351866 w 6502400"/>
                <a:gd name="connsiteY62" fmla="*/ 423333 h 660400"/>
                <a:gd name="connsiteX63" fmla="*/ 4453466 w 6502400"/>
                <a:gd name="connsiteY63" fmla="*/ 474133 h 660400"/>
                <a:gd name="connsiteX64" fmla="*/ 4504266 w 6502400"/>
                <a:gd name="connsiteY64" fmla="*/ 491066 h 660400"/>
                <a:gd name="connsiteX65" fmla="*/ 4605866 w 6502400"/>
                <a:gd name="connsiteY65" fmla="*/ 474133 h 660400"/>
                <a:gd name="connsiteX66" fmla="*/ 4724400 w 6502400"/>
                <a:gd name="connsiteY66" fmla="*/ 457200 h 660400"/>
                <a:gd name="connsiteX67" fmla="*/ 4775200 w 6502400"/>
                <a:gd name="connsiteY67" fmla="*/ 406400 h 660400"/>
                <a:gd name="connsiteX68" fmla="*/ 4809066 w 6502400"/>
                <a:gd name="connsiteY68" fmla="*/ 389466 h 660400"/>
                <a:gd name="connsiteX69" fmla="*/ 5283200 w 6502400"/>
                <a:gd name="connsiteY69" fmla="*/ 440266 h 660400"/>
                <a:gd name="connsiteX70" fmla="*/ 5300133 w 6502400"/>
                <a:gd name="connsiteY70" fmla="*/ 457200 h 660400"/>
                <a:gd name="connsiteX71" fmla="*/ 5571066 w 6502400"/>
                <a:gd name="connsiteY71" fmla="*/ 457200 h 660400"/>
                <a:gd name="connsiteX72" fmla="*/ 6045200 w 6502400"/>
                <a:gd name="connsiteY72" fmla="*/ 440266 h 660400"/>
                <a:gd name="connsiteX73" fmla="*/ 6180666 w 6502400"/>
                <a:gd name="connsiteY73" fmla="*/ 423333 h 660400"/>
                <a:gd name="connsiteX74" fmla="*/ 6214533 w 6502400"/>
                <a:gd name="connsiteY74" fmla="*/ 389466 h 660400"/>
                <a:gd name="connsiteX75" fmla="*/ 6282266 w 6502400"/>
                <a:gd name="connsiteY75" fmla="*/ 355600 h 660400"/>
                <a:gd name="connsiteX76" fmla="*/ 6299200 w 6502400"/>
                <a:gd name="connsiteY76" fmla="*/ 338666 h 660400"/>
                <a:gd name="connsiteX77" fmla="*/ 6333066 w 6502400"/>
                <a:gd name="connsiteY77" fmla="*/ 321733 h 660400"/>
                <a:gd name="connsiteX78" fmla="*/ 6366933 w 6502400"/>
                <a:gd name="connsiteY78" fmla="*/ 287866 h 660400"/>
                <a:gd name="connsiteX79" fmla="*/ 6434666 w 6502400"/>
                <a:gd name="connsiteY79" fmla="*/ 254000 h 660400"/>
                <a:gd name="connsiteX80" fmla="*/ 6451600 w 6502400"/>
                <a:gd name="connsiteY80" fmla="*/ 203200 h 660400"/>
                <a:gd name="connsiteX81" fmla="*/ 6468533 w 6502400"/>
                <a:gd name="connsiteY81" fmla="*/ 186266 h 660400"/>
                <a:gd name="connsiteX82" fmla="*/ 6502400 w 6502400"/>
                <a:gd name="connsiteY82" fmla="*/ 67733 h 660400"/>
                <a:gd name="connsiteX83" fmla="*/ 6493933 w 6502400"/>
                <a:gd name="connsiteY83" fmla="*/ 33866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502400" h="660400">
                  <a:moveTo>
                    <a:pt x="0" y="660400"/>
                  </a:moveTo>
                  <a:cubicBezTo>
                    <a:pt x="16933" y="654755"/>
                    <a:pt x="34227" y="650095"/>
                    <a:pt x="50800" y="643466"/>
                  </a:cubicBezTo>
                  <a:cubicBezTo>
                    <a:pt x="62518" y="638779"/>
                    <a:pt x="72045" y="626533"/>
                    <a:pt x="84666" y="626533"/>
                  </a:cubicBezTo>
                  <a:cubicBezTo>
                    <a:pt x="135779" y="626533"/>
                    <a:pt x="186266" y="637822"/>
                    <a:pt x="237066" y="643466"/>
                  </a:cubicBezTo>
                  <a:cubicBezTo>
                    <a:pt x="253999" y="649111"/>
                    <a:pt x="270017" y="660400"/>
                    <a:pt x="287866" y="660400"/>
                  </a:cubicBezTo>
                  <a:cubicBezTo>
                    <a:pt x="401289" y="660400"/>
                    <a:pt x="411582" y="653027"/>
                    <a:pt x="491066" y="626533"/>
                  </a:cubicBezTo>
                  <a:cubicBezTo>
                    <a:pt x="529893" y="587708"/>
                    <a:pt x="480356" y="633673"/>
                    <a:pt x="541866" y="592666"/>
                  </a:cubicBezTo>
                  <a:cubicBezTo>
                    <a:pt x="548508" y="588238"/>
                    <a:pt x="552158" y="580161"/>
                    <a:pt x="558800" y="575733"/>
                  </a:cubicBezTo>
                  <a:cubicBezTo>
                    <a:pt x="569301" y="568732"/>
                    <a:pt x="582165" y="565801"/>
                    <a:pt x="592666" y="558800"/>
                  </a:cubicBezTo>
                  <a:cubicBezTo>
                    <a:pt x="599308" y="554372"/>
                    <a:pt x="602958" y="546294"/>
                    <a:pt x="609600" y="541866"/>
                  </a:cubicBezTo>
                  <a:cubicBezTo>
                    <a:pt x="620101" y="534865"/>
                    <a:pt x="633369" y="532506"/>
                    <a:pt x="643466" y="524933"/>
                  </a:cubicBezTo>
                  <a:cubicBezTo>
                    <a:pt x="656238" y="515354"/>
                    <a:pt x="663053" y="498206"/>
                    <a:pt x="677333" y="491066"/>
                  </a:cubicBezTo>
                  <a:cubicBezTo>
                    <a:pt x="699911" y="479777"/>
                    <a:pt x="727217" y="475049"/>
                    <a:pt x="745066" y="457200"/>
                  </a:cubicBezTo>
                  <a:cubicBezTo>
                    <a:pt x="750711" y="451555"/>
                    <a:pt x="755358" y="444694"/>
                    <a:pt x="762000" y="440266"/>
                  </a:cubicBezTo>
                  <a:cubicBezTo>
                    <a:pt x="772501" y="433265"/>
                    <a:pt x="785365" y="430334"/>
                    <a:pt x="795866" y="423333"/>
                  </a:cubicBezTo>
                  <a:cubicBezTo>
                    <a:pt x="802508" y="418905"/>
                    <a:pt x="806158" y="410828"/>
                    <a:pt x="812800" y="406400"/>
                  </a:cubicBezTo>
                  <a:cubicBezTo>
                    <a:pt x="823301" y="399399"/>
                    <a:pt x="836165" y="396467"/>
                    <a:pt x="846666" y="389466"/>
                  </a:cubicBezTo>
                  <a:cubicBezTo>
                    <a:pt x="853308" y="385038"/>
                    <a:pt x="856755" y="376640"/>
                    <a:pt x="863600" y="372533"/>
                  </a:cubicBezTo>
                  <a:cubicBezTo>
                    <a:pt x="885245" y="359546"/>
                    <a:pt x="908755" y="349955"/>
                    <a:pt x="931333" y="338666"/>
                  </a:cubicBezTo>
                  <a:lnTo>
                    <a:pt x="965200" y="321733"/>
                  </a:lnTo>
                  <a:lnTo>
                    <a:pt x="999066" y="304800"/>
                  </a:lnTo>
                  <a:cubicBezTo>
                    <a:pt x="1021644" y="310444"/>
                    <a:pt x="1043844" y="317907"/>
                    <a:pt x="1066800" y="321733"/>
                  </a:cubicBezTo>
                  <a:cubicBezTo>
                    <a:pt x="1258267" y="353644"/>
                    <a:pt x="1144076" y="319269"/>
                    <a:pt x="1253066" y="355600"/>
                  </a:cubicBezTo>
                  <a:cubicBezTo>
                    <a:pt x="1291325" y="393857"/>
                    <a:pt x="1242965" y="350548"/>
                    <a:pt x="1320800" y="389466"/>
                  </a:cubicBezTo>
                  <a:cubicBezTo>
                    <a:pt x="1327940" y="393036"/>
                    <a:pt x="1330888" y="402293"/>
                    <a:pt x="1337733" y="406400"/>
                  </a:cubicBezTo>
                  <a:cubicBezTo>
                    <a:pt x="1359378" y="419387"/>
                    <a:pt x="1405466" y="440266"/>
                    <a:pt x="1405466" y="440266"/>
                  </a:cubicBezTo>
                  <a:cubicBezTo>
                    <a:pt x="1564457" y="408469"/>
                    <a:pt x="1551400" y="403736"/>
                    <a:pt x="1794933" y="440266"/>
                  </a:cubicBezTo>
                  <a:cubicBezTo>
                    <a:pt x="1810721" y="442634"/>
                    <a:pt x="1814520" y="466993"/>
                    <a:pt x="1828800" y="474133"/>
                  </a:cubicBezTo>
                  <a:cubicBezTo>
                    <a:pt x="1917349" y="518408"/>
                    <a:pt x="1872044" y="501878"/>
                    <a:pt x="1964266" y="524933"/>
                  </a:cubicBezTo>
                  <a:cubicBezTo>
                    <a:pt x="1992488" y="519289"/>
                    <a:pt x="2021011" y="514981"/>
                    <a:pt x="2048933" y="508000"/>
                  </a:cubicBezTo>
                  <a:cubicBezTo>
                    <a:pt x="2090778" y="497539"/>
                    <a:pt x="2098567" y="491649"/>
                    <a:pt x="2133600" y="474133"/>
                  </a:cubicBezTo>
                  <a:cubicBezTo>
                    <a:pt x="2156178" y="479777"/>
                    <a:pt x="2179725" y="482423"/>
                    <a:pt x="2201333" y="491066"/>
                  </a:cubicBezTo>
                  <a:cubicBezTo>
                    <a:pt x="2208745" y="494031"/>
                    <a:pt x="2211126" y="504430"/>
                    <a:pt x="2218266" y="508000"/>
                  </a:cubicBezTo>
                  <a:cubicBezTo>
                    <a:pt x="2234231" y="515983"/>
                    <a:pt x="2252133" y="519289"/>
                    <a:pt x="2269066" y="524933"/>
                  </a:cubicBezTo>
                  <a:cubicBezTo>
                    <a:pt x="2291644" y="519289"/>
                    <a:pt x="2314081" y="513049"/>
                    <a:pt x="2336800" y="508000"/>
                  </a:cubicBezTo>
                  <a:cubicBezTo>
                    <a:pt x="2364896" y="501756"/>
                    <a:pt x="2393792" y="498973"/>
                    <a:pt x="2421466" y="491066"/>
                  </a:cubicBezTo>
                  <a:cubicBezTo>
                    <a:pt x="2433602" y="487599"/>
                    <a:pt x="2442883" y="476208"/>
                    <a:pt x="2455333" y="474133"/>
                  </a:cubicBezTo>
                  <a:cubicBezTo>
                    <a:pt x="2511287" y="464808"/>
                    <a:pt x="2568222" y="462844"/>
                    <a:pt x="2624666" y="457200"/>
                  </a:cubicBezTo>
                  <a:cubicBezTo>
                    <a:pt x="2738089" y="463872"/>
                    <a:pt x="2879114" y="496562"/>
                    <a:pt x="2997200" y="457200"/>
                  </a:cubicBezTo>
                  <a:cubicBezTo>
                    <a:pt x="3021147" y="449218"/>
                    <a:pt x="3042355" y="434622"/>
                    <a:pt x="3064933" y="423333"/>
                  </a:cubicBezTo>
                  <a:lnTo>
                    <a:pt x="3098800" y="406400"/>
                  </a:lnTo>
                  <a:cubicBezTo>
                    <a:pt x="3114765" y="398418"/>
                    <a:pt x="3133194" y="396497"/>
                    <a:pt x="3149600" y="389466"/>
                  </a:cubicBezTo>
                  <a:cubicBezTo>
                    <a:pt x="3172802" y="379522"/>
                    <a:pt x="3217333" y="355600"/>
                    <a:pt x="3217333" y="355600"/>
                  </a:cubicBezTo>
                  <a:cubicBezTo>
                    <a:pt x="3222977" y="338667"/>
                    <a:pt x="3229937" y="322116"/>
                    <a:pt x="3234266" y="304800"/>
                  </a:cubicBezTo>
                  <a:cubicBezTo>
                    <a:pt x="3241247" y="276878"/>
                    <a:pt x="3243293" y="247807"/>
                    <a:pt x="3251200" y="220133"/>
                  </a:cubicBezTo>
                  <a:cubicBezTo>
                    <a:pt x="3254667" y="207997"/>
                    <a:pt x="3258277" y="194151"/>
                    <a:pt x="3268133" y="186266"/>
                  </a:cubicBezTo>
                  <a:cubicBezTo>
                    <a:pt x="3287844" y="170497"/>
                    <a:pt x="3318017" y="170249"/>
                    <a:pt x="3335866" y="152400"/>
                  </a:cubicBezTo>
                  <a:cubicBezTo>
                    <a:pt x="3387661" y="100605"/>
                    <a:pt x="3304653" y="180043"/>
                    <a:pt x="3386666" y="118533"/>
                  </a:cubicBezTo>
                  <a:cubicBezTo>
                    <a:pt x="3399438" y="108954"/>
                    <a:pt x="3409244" y="95955"/>
                    <a:pt x="3420533" y="84666"/>
                  </a:cubicBezTo>
                  <a:cubicBezTo>
                    <a:pt x="3460294" y="44905"/>
                    <a:pt x="3481521" y="69384"/>
                    <a:pt x="3505200" y="33866"/>
                  </a:cubicBezTo>
                  <a:cubicBezTo>
                    <a:pt x="3512201" y="23365"/>
                    <a:pt x="3516489" y="11289"/>
                    <a:pt x="3522133" y="0"/>
                  </a:cubicBezTo>
                  <a:cubicBezTo>
                    <a:pt x="3663244" y="5644"/>
                    <a:pt x="3805173" y="745"/>
                    <a:pt x="3945466" y="16933"/>
                  </a:cubicBezTo>
                  <a:cubicBezTo>
                    <a:pt x="3958004" y="18380"/>
                    <a:pt x="3957712" y="39081"/>
                    <a:pt x="3962400" y="50800"/>
                  </a:cubicBezTo>
                  <a:cubicBezTo>
                    <a:pt x="3969029" y="67373"/>
                    <a:pt x="3972302" y="85194"/>
                    <a:pt x="3979333" y="101600"/>
                  </a:cubicBezTo>
                  <a:cubicBezTo>
                    <a:pt x="3989277" y="124802"/>
                    <a:pt x="4001911" y="146755"/>
                    <a:pt x="4013200" y="169333"/>
                  </a:cubicBezTo>
                  <a:lnTo>
                    <a:pt x="4047066" y="237066"/>
                  </a:lnTo>
                  <a:cubicBezTo>
                    <a:pt x="4050636" y="244206"/>
                    <a:pt x="4059572" y="247358"/>
                    <a:pt x="4064000" y="254000"/>
                  </a:cubicBezTo>
                  <a:cubicBezTo>
                    <a:pt x="4071001" y="264501"/>
                    <a:pt x="4073360" y="277769"/>
                    <a:pt x="4080933" y="287866"/>
                  </a:cubicBezTo>
                  <a:cubicBezTo>
                    <a:pt x="4117555" y="336695"/>
                    <a:pt x="4105398" y="309820"/>
                    <a:pt x="4148666" y="338666"/>
                  </a:cubicBezTo>
                  <a:cubicBezTo>
                    <a:pt x="4155308" y="343094"/>
                    <a:pt x="4158958" y="351172"/>
                    <a:pt x="4165600" y="355600"/>
                  </a:cubicBezTo>
                  <a:cubicBezTo>
                    <a:pt x="4195384" y="375456"/>
                    <a:pt x="4215844" y="375697"/>
                    <a:pt x="4250266" y="389466"/>
                  </a:cubicBezTo>
                  <a:cubicBezTo>
                    <a:pt x="4261985" y="394154"/>
                    <a:pt x="4272159" y="402409"/>
                    <a:pt x="4284133" y="406400"/>
                  </a:cubicBezTo>
                  <a:cubicBezTo>
                    <a:pt x="4306211" y="413759"/>
                    <a:pt x="4330075" y="415161"/>
                    <a:pt x="4351866" y="423333"/>
                  </a:cubicBezTo>
                  <a:lnTo>
                    <a:pt x="4453466" y="474133"/>
                  </a:lnTo>
                  <a:cubicBezTo>
                    <a:pt x="4469431" y="482115"/>
                    <a:pt x="4487333" y="485422"/>
                    <a:pt x="4504266" y="491066"/>
                  </a:cubicBezTo>
                  <a:lnTo>
                    <a:pt x="4605866" y="474133"/>
                  </a:lnTo>
                  <a:cubicBezTo>
                    <a:pt x="4645314" y="468064"/>
                    <a:pt x="4687342" y="472023"/>
                    <a:pt x="4724400" y="457200"/>
                  </a:cubicBezTo>
                  <a:cubicBezTo>
                    <a:pt x="4746635" y="448306"/>
                    <a:pt x="4753781" y="417110"/>
                    <a:pt x="4775200" y="406400"/>
                  </a:cubicBezTo>
                  <a:lnTo>
                    <a:pt x="4809066" y="389466"/>
                  </a:lnTo>
                  <a:cubicBezTo>
                    <a:pt x="5261917" y="424301"/>
                    <a:pt x="5117682" y="357510"/>
                    <a:pt x="5283200" y="440266"/>
                  </a:cubicBezTo>
                  <a:cubicBezTo>
                    <a:pt x="5288844" y="445911"/>
                    <a:pt x="5293491" y="452772"/>
                    <a:pt x="5300133" y="457200"/>
                  </a:cubicBezTo>
                  <a:cubicBezTo>
                    <a:pt x="5381209" y="511251"/>
                    <a:pt x="5469865" y="464429"/>
                    <a:pt x="5571066" y="457200"/>
                  </a:cubicBezTo>
                  <a:cubicBezTo>
                    <a:pt x="5863522" y="408457"/>
                    <a:pt x="5705732" y="419050"/>
                    <a:pt x="6045200" y="440266"/>
                  </a:cubicBezTo>
                  <a:cubicBezTo>
                    <a:pt x="6090355" y="434622"/>
                    <a:pt x="6137078" y="436409"/>
                    <a:pt x="6180666" y="423333"/>
                  </a:cubicBezTo>
                  <a:cubicBezTo>
                    <a:pt x="6195958" y="418745"/>
                    <a:pt x="6203244" y="400755"/>
                    <a:pt x="6214533" y="389466"/>
                  </a:cubicBezTo>
                  <a:cubicBezTo>
                    <a:pt x="6232382" y="371617"/>
                    <a:pt x="6259688" y="366889"/>
                    <a:pt x="6282266" y="355600"/>
                  </a:cubicBezTo>
                  <a:cubicBezTo>
                    <a:pt x="6289406" y="352030"/>
                    <a:pt x="6292558" y="343094"/>
                    <a:pt x="6299200" y="338666"/>
                  </a:cubicBezTo>
                  <a:cubicBezTo>
                    <a:pt x="6309701" y="331665"/>
                    <a:pt x="6322969" y="329306"/>
                    <a:pt x="6333066" y="321733"/>
                  </a:cubicBezTo>
                  <a:cubicBezTo>
                    <a:pt x="6345838" y="312154"/>
                    <a:pt x="6352653" y="295006"/>
                    <a:pt x="6366933" y="287866"/>
                  </a:cubicBezTo>
                  <a:lnTo>
                    <a:pt x="6434666" y="254000"/>
                  </a:lnTo>
                  <a:cubicBezTo>
                    <a:pt x="6440311" y="237067"/>
                    <a:pt x="6443618" y="219165"/>
                    <a:pt x="6451600" y="203200"/>
                  </a:cubicBezTo>
                  <a:cubicBezTo>
                    <a:pt x="6455170" y="196060"/>
                    <a:pt x="6466009" y="193839"/>
                    <a:pt x="6468533" y="186266"/>
                  </a:cubicBezTo>
                  <a:cubicBezTo>
                    <a:pt x="6526753" y="11602"/>
                    <a:pt x="6455574" y="161382"/>
                    <a:pt x="6502400" y="67733"/>
                  </a:cubicBezTo>
                  <a:lnTo>
                    <a:pt x="6493933" y="33866"/>
                  </a:lnTo>
                </a:path>
              </a:pathLst>
            </a:cu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6" name="직선 연결선 15"/>
          <p:cNvCxnSpPr/>
          <p:nvPr/>
        </p:nvCxnSpPr>
        <p:spPr>
          <a:xfrm>
            <a:off x="3419872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995936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471601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직사각형 47"/>
          <p:cNvSpPr/>
          <p:nvPr/>
        </p:nvSpPr>
        <p:spPr>
          <a:xfrm>
            <a:off x="529208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49" name="직선 연결선 48"/>
          <p:cNvCxnSpPr/>
          <p:nvPr/>
        </p:nvCxnSpPr>
        <p:spPr>
          <a:xfrm>
            <a:off x="6012160" y="2399100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직사각형 49"/>
          <p:cNvSpPr/>
          <p:nvPr/>
        </p:nvSpPr>
        <p:spPr>
          <a:xfrm>
            <a:off x="6588224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지난 주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6696236" y="5254601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350182" y="5182592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316416" y="5254601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88271" y="2104123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오늘 사용량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4106044" y="2567940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699624-A77E-4414-8D4F-FD12E65B31A0}"/>
              </a:ext>
            </a:extLst>
          </p:cNvPr>
          <p:cNvGrpSpPr/>
          <p:nvPr/>
        </p:nvGrpSpPr>
        <p:grpSpPr>
          <a:xfrm>
            <a:off x="485190" y="5452198"/>
            <a:ext cx="862386" cy="211955"/>
            <a:chOff x="4861742" y="3907374"/>
            <a:chExt cx="862386" cy="211955"/>
          </a:xfrm>
        </p:grpSpPr>
        <p:pic>
          <p:nvPicPr>
            <p:cNvPr id="3078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1A45E5E3-1AA0-4F83-A1FA-A9032D70F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01B1EF-0970-42CC-A534-2866FAB0E9C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396AAB8-2C95-4630-B9BD-95012B49B630}"/>
              </a:ext>
            </a:extLst>
          </p:cNvPr>
          <p:cNvSpPr/>
          <p:nvPr/>
        </p:nvSpPr>
        <p:spPr>
          <a:xfrm>
            <a:off x="1437876" y="5182592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지난주 보다 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F38803A-62B5-4837-B08F-D928DD80D328}"/>
              </a:ext>
            </a:extLst>
          </p:cNvPr>
          <p:cNvSpPr/>
          <p:nvPr/>
        </p:nvSpPr>
        <p:spPr>
          <a:xfrm>
            <a:off x="2051720" y="5182592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BB4B909-368A-4DD1-BD21-CB02C5881D10}"/>
              </a:ext>
            </a:extLst>
          </p:cNvPr>
          <p:cNvSpPr/>
          <p:nvPr/>
        </p:nvSpPr>
        <p:spPr>
          <a:xfrm>
            <a:off x="2915816" y="5182592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어제 보다 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BEC13A7-CF18-4A51-B940-B2C0F403A0F7}"/>
              </a:ext>
            </a:extLst>
          </p:cNvPr>
          <p:cNvSpPr/>
          <p:nvPr/>
        </p:nvSpPr>
        <p:spPr>
          <a:xfrm>
            <a:off x="3470236" y="5182592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BFFD84-CE10-481D-8058-F0C5A5DFCF3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24DEAD-98B5-4B7B-9D4F-7A772D95083B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0FC5F7F-3A66-4B86-AC6A-B5FA793ED7DF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5A75C43-6877-453F-B6B7-6BE0BBBD2A4E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AA98987-7C72-4214-9B40-AD056B06C65B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3C0B695-DE6A-46AB-9C35-5177DD3A5405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50AC323-AFD0-48AD-B8D4-B04597702473}"/>
              </a:ext>
            </a:extLst>
          </p:cNvPr>
          <p:cNvSpPr/>
          <p:nvPr/>
        </p:nvSpPr>
        <p:spPr>
          <a:xfrm>
            <a:off x="1398391" y="1878001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70" name="자유형 83">
            <a:extLst>
              <a:ext uri="{FF2B5EF4-FFF2-40B4-BE49-F238E27FC236}">
                <a16:creationId xmlns:a16="http://schemas.microsoft.com/office/drawing/2014/main" id="{CFBF7A0F-8817-4B4A-97D4-1DF5FA9AC123}"/>
              </a:ext>
            </a:extLst>
          </p:cNvPr>
          <p:cNvSpPr/>
          <p:nvPr/>
        </p:nvSpPr>
        <p:spPr>
          <a:xfrm>
            <a:off x="1437877" y="2831156"/>
            <a:ext cx="3422156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자유형 33">
            <a:extLst>
              <a:ext uri="{FF2B5EF4-FFF2-40B4-BE49-F238E27FC236}">
                <a16:creationId xmlns:a16="http://schemas.microsoft.com/office/drawing/2014/main" id="{F8774554-6CAF-4183-82C4-54C7E1DE8CEB}"/>
              </a:ext>
            </a:extLst>
          </p:cNvPr>
          <p:cNvSpPr/>
          <p:nvPr/>
        </p:nvSpPr>
        <p:spPr>
          <a:xfrm flipH="1">
            <a:off x="4815075" y="2825423"/>
            <a:ext cx="3683445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A5F481B-C57D-4C7E-B518-B898BF575B05}"/>
              </a:ext>
            </a:extLst>
          </p:cNvPr>
          <p:cNvCxnSpPr/>
          <p:nvPr/>
        </p:nvCxnSpPr>
        <p:spPr>
          <a:xfrm>
            <a:off x="7308304" y="2398531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90CFB75-16EB-456A-BF92-C0438044E7C5}"/>
              </a:ext>
            </a:extLst>
          </p:cNvPr>
          <p:cNvSpPr/>
          <p:nvPr/>
        </p:nvSpPr>
        <p:spPr>
          <a:xfrm>
            <a:off x="7884368" y="227630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사용량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F3D34E5-0AD2-4485-92B0-8F4312167BFF}"/>
              </a:ext>
            </a:extLst>
          </p:cNvPr>
          <p:cNvGrpSpPr/>
          <p:nvPr/>
        </p:nvGrpSpPr>
        <p:grpSpPr>
          <a:xfrm>
            <a:off x="4572000" y="5186415"/>
            <a:ext cx="1980220" cy="549089"/>
            <a:chOff x="4427984" y="4725143"/>
            <a:chExt cx="1980220" cy="549089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2C06206-44BA-4ED1-AEC3-DC146478BD41}"/>
                </a:ext>
              </a:extLst>
            </p:cNvPr>
            <p:cNvSpPr/>
            <p:nvPr/>
          </p:nvSpPr>
          <p:spPr>
            <a:xfrm>
              <a:off x="4427984" y="4797152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AB4175BE-622F-41B5-8B09-CDEBD9970FB0}"/>
                </a:ext>
              </a:extLst>
            </p:cNvPr>
            <p:cNvSpPr/>
            <p:nvPr/>
          </p:nvSpPr>
          <p:spPr>
            <a:xfrm>
              <a:off x="5081930" y="4725143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950</a:t>
              </a:r>
              <a:endParaRPr lang="ko-KR" altLang="en-US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4B071EB-C9EC-4DF3-8230-402F540A72DF}"/>
                </a:ext>
              </a:extLst>
            </p:cNvPr>
            <p:cNvSpPr/>
            <p:nvPr/>
          </p:nvSpPr>
          <p:spPr>
            <a:xfrm>
              <a:off x="6048164" y="4797152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9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79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8AE225B-1849-4D84-ACC2-85F6710F2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503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7"/>
            <a:ext cx="8635704" cy="464743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피크 관리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05441"/>
            <a:ext cx="8646588" cy="59191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현황은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단위로 전체 화면 업데이트가 되며 데이터는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주기로 현재 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예상 사용량이 업데이트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 전력의 기준은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“6.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계약 전력 표시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”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메뉴에서 설정된다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805927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375391" y="5778952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피크 전력 현황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380269"/>
              </p:ext>
            </p:extLst>
          </p:nvPr>
        </p:nvGraphicFramePr>
        <p:xfrm>
          <a:off x="467543" y="2641523"/>
          <a:ext cx="7416928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6" name="직선 연결선 15"/>
          <p:cNvCxnSpPr/>
          <p:nvPr/>
        </p:nvCxnSpPr>
        <p:spPr>
          <a:xfrm>
            <a:off x="5076056" y="2472683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5652120" y="2350455"/>
            <a:ext cx="12061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 부하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6533150" y="2472683"/>
            <a:ext cx="50405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109214" y="235045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부하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6082265" y="5256176"/>
            <a:ext cx="108012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전력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163220" y="5184167"/>
            <a:ext cx="124213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244408" y="5256176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79495" y="2162105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1187624" y="3023928"/>
            <a:ext cx="6660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1187624" y="3794810"/>
            <a:ext cx="66600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직선 연결선 49"/>
          <p:cNvCxnSpPr>
            <a:endCxn id="62" idx="1"/>
          </p:cNvCxnSpPr>
          <p:nvPr/>
        </p:nvCxnSpPr>
        <p:spPr>
          <a:xfrm>
            <a:off x="1187624" y="4030972"/>
            <a:ext cx="666000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7884472" y="2897914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7884472" y="3668796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7884472" y="3904958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 전력</a:t>
            </a:r>
          </a:p>
        </p:txBody>
      </p:sp>
      <p:sp>
        <p:nvSpPr>
          <p:cNvPr id="12" name="자유형 11"/>
          <p:cNvSpPr/>
          <p:nvPr/>
        </p:nvSpPr>
        <p:spPr>
          <a:xfrm>
            <a:off x="1456267" y="4463757"/>
            <a:ext cx="3877733" cy="287867"/>
          </a:xfrm>
          <a:custGeom>
            <a:avLst/>
            <a:gdLst>
              <a:gd name="connsiteX0" fmla="*/ 0 w 3877733"/>
              <a:gd name="connsiteY0" fmla="*/ 287867 h 287867"/>
              <a:gd name="connsiteX1" fmla="*/ 406400 w 3877733"/>
              <a:gd name="connsiteY1" fmla="*/ 101600 h 287867"/>
              <a:gd name="connsiteX2" fmla="*/ 863600 w 3877733"/>
              <a:gd name="connsiteY2" fmla="*/ 254000 h 287867"/>
              <a:gd name="connsiteX3" fmla="*/ 1286933 w 3877733"/>
              <a:gd name="connsiteY3" fmla="*/ 0 h 287867"/>
              <a:gd name="connsiteX4" fmla="*/ 1676400 w 3877733"/>
              <a:gd name="connsiteY4" fmla="*/ 67734 h 287867"/>
              <a:gd name="connsiteX5" fmla="*/ 2150533 w 3877733"/>
              <a:gd name="connsiteY5" fmla="*/ 203200 h 287867"/>
              <a:gd name="connsiteX6" fmla="*/ 2607733 w 3877733"/>
              <a:gd name="connsiteY6" fmla="*/ 254000 h 287867"/>
              <a:gd name="connsiteX7" fmla="*/ 2997200 w 3877733"/>
              <a:gd name="connsiteY7" fmla="*/ 254000 h 287867"/>
              <a:gd name="connsiteX8" fmla="*/ 3488266 w 3877733"/>
              <a:gd name="connsiteY8" fmla="*/ 101600 h 287867"/>
              <a:gd name="connsiteX9" fmla="*/ 3877733 w 3877733"/>
              <a:gd name="connsiteY9" fmla="*/ 101600 h 28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77733" h="287867">
                <a:moveTo>
                  <a:pt x="0" y="287867"/>
                </a:moveTo>
                <a:lnTo>
                  <a:pt x="406400" y="101600"/>
                </a:lnTo>
                <a:lnTo>
                  <a:pt x="863600" y="254000"/>
                </a:lnTo>
                <a:lnTo>
                  <a:pt x="1286933" y="0"/>
                </a:lnTo>
                <a:lnTo>
                  <a:pt x="1676400" y="67734"/>
                </a:lnTo>
                <a:lnTo>
                  <a:pt x="2150533" y="203200"/>
                </a:lnTo>
                <a:lnTo>
                  <a:pt x="2607733" y="254000"/>
                </a:lnTo>
                <a:lnTo>
                  <a:pt x="2997200" y="254000"/>
                </a:lnTo>
                <a:lnTo>
                  <a:pt x="3488266" y="101600"/>
                </a:lnTo>
                <a:lnTo>
                  <a:pt x="3877733" y="101600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3" name="직선 연결선 62"/>
          <p:cNvCxnSpPr/>
          <p:nvPr/>
        </p:nvCxnSpPr>
        <p:spPr>
          <a:xfrm flipV="1">
            <a:off x="1456267" y="4030972"/>
            <a:ext cx="6284084" cy="7206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Peak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관리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5317480" y="2641523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8BB60E-149C-4046-BB6E-BE5CFDE942C2}"/>
              </a:ext>
            </a:extLst>
          </p:cNvPr>
          <p:cNvSpPr/>
          <p:nvPr/>
        </p:nvSpPr>
        <p:spPr>
          <a:xfrm>
            <a:off x="1398391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현재 시간   ▼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2745E5-E38B-43F6-9548-0E376E5A1967}"/>
              </a:ext>
            </a:extLst>
          </p:cNvPr>
          <p:cNvGrpSpPr/>
          <p:nvPr/>
        </p:nvGrpSpPr>
        <p:grpSpPr>
          <a:xfrm>
            <a:off x="485190" y="5453773"/>
            <a:ext cx="862386" cy="211955"/>
            <a:chOff x="4861742" y="3907374"/>
            <a:chExt cx="862386" cy="211955"/>
          </a:xfrm>
        </p:grpSpPr>
        <p:pic>
          <p:nvPicPr>
            <p:cNvPr id="3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0C8E6DEC-B5D7-44F3-B449-0898AA39FD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D68F07-B4E1-4539-87A0-56F2A4B47253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7" name="말풍선: 사각형 36">
            <a:extLst>
              <a:ext uri="{FF2B5EF4-FFF2-40B4-BE49-F238E27FC236}">
                <a16:creationId xmlns:a16="http://schemas.microsoft.com/office/drawing/2014/main" id="{48256DFE-1D5E-427A-9832-3EE622BB215F}"/>
              </a:ext>
            </a:extLst>
          </p:cNvPr>
          <p:cNvSpPr/>
          <p:nvPr/>
        </p:nvSpPr>
        <p:spPr>
          <a:xfrm>
            <a:off x="2627784" y="3833620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A8820C-B086-41B6-8A3C-575734825F0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D3D2C1-E378-48E0-A255-E441EA6AA9C5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51FCE7C-90DF-43AC-A7DE-AC80C62E35F4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A9109CA-4A61-425A-AC6D-3D5B5F3E91E6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1D97D2-1022-45D7-8B95-DF9554323A60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BC2BCDC-45AE-4BE1-A713-46F670110CFD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5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7AE0FAD0-AB54-4186-9D96-48813029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28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714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계획 사용량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93296"/>
            <a:ext cx="8646588" cy="60566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매일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00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시에 명일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24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시간 동안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시간별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예측 사용량에 대한 데이터가 화면에 조회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실제 사용량도 현재 시간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까지의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데이터를 예측 사용량과 같이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87417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실제</a:t>
            </a: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00701"/>
              </p:ext>
            </p:extLst>
          </p:nvPr>
        </p:nvGraphicFramePr>
        <p:xfrm>
          <a:off x="467544" y="2711960"/>
          <a:ext cx="8208914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5940152" y="2543116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6516216" y="24208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실적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8" name="직선 연결선 77"/>
          <p:cNvCxnSpPr/>
          <p:nvPr/>
        </p:nvCxnSpPr>
        <p:spPr>
          <a:xfrm>
            <a:off x="7452320" y="2543116"/>
            <a:ext cx="50405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8028384" y="24208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0" name="직선 연결선 79"/>
          <p:cNvCxnSpPr/>
          <p:nvPr/>
        </p:nvCxnSpPr>
        <p:spPr>
          <a:xfrm>
            <a:off x="375391" y="584720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187624" y="3094361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882012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자유형 2047"/>
          <p:cNvSpPr/>
          <p:nvPr/>
        </p:nvSpPr>
        <p:spPr>
          <a:xfrm>
            <a:off x="1859385" y="3322365"/>
            <a:ext cx="2352576" cy="1100161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414867">
                <a:moveTo>
                  <a:pt x="0" y="389467"/>
                </a:moveTo>
                <a:lnTo>
                  <a:pt x="270933" y="321733"/>
                </a:lnTo>
                <a:lnTo>
                  <a:pt x="575733" y="414867"/>
                </a:lnTo>
                <a:lnTo>
                  <a:pt x="880533" y="355600"/>
                </a:lnTo>
                <a:lnTo>
                  <a:pt x="1134533" y="203200"/>
                </a:lnTo>
                <a:lnTo>
                  <a:pt x="1456266" y="313267"/>
                </a:lnTo>
                <a:lnTo>
                  <a:pt x="1727200" y="254000"/>
                </a:lnTo>
                <a:lnTo>
                  <a:pt x="1998133" y="135467"/>
                </a:lnTo>
                <a:lnTo>
                  <a:pt x="2353733" y="287867"/>
                </a:lnTo>
                <a:lnTo>
                  <a:pt x="2607733" y="169333"/>
                </a:lnTo>
                <a:lnTo>
                  <a:pt x="2946400" y="211667"/>
                </a:lnTo>
                <a:lnTo>
                  <a:pt x="3234266" y="203200"/>
                </a:lnTo>
                <a:lnTo>
                  <a:pt x="3505200" y="0"/>
                </a:lnTo>
                <a:lnTo>
                  <a:pt x="3810000" y="135467"/>
                </a:lnTo>
                <a:lnTo>
                  <a:pt x="4097866" y="42333"/>
                </a:lnTo>
                <a:lnTo>
                  <a:pt x="4368800" y="118533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자유형 83"/>
          <p:cNvSpPr/>
          <p:nvPr/>
        </p:nvSpPr>
        <p:spPr>
          <a:xfrm>
            <a:off x="1883023" y="2831156"/>
            <a:ext cx="2977009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2627784" y="5254600"/>
            <a:ext cx="3634501" cy="549089"/>
            <a:chOff x="2773703" y="4725143"/>
            <a:chExt cx="3634501" cy="549089"/>
          </a:xfrm>
        </p:grpSpPr>
        <p:sp>
          <p:nvSpPr>
            <p:cNvPr id="85" name="직사각형 84"/>
            <p:cNvSpPr/>
            <p:nvPr/>
          </p:nvSpPr>
          <p:spPr>
            <a:xfrm>
              <a:off x="4427984" y="4797152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5081930" y="4725143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6048164" y="4797152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2773703" y="4797152"/>
              <a:ext cx="1510265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계획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" name="자유형 33"/>
          <p:cNvSpPr/>
          <p:nvPr/>
        </p:nvSpPr>
        <p:spPr>
          <a:xfrm flipH="1">
            <a:off x="4815076" y="2825423"/>
            <a:ext cx="2849311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5" name="직선 연결선 34"/>
          <p:cNvCxnSpPr/>
          <p:nvPr/>
        </p:nvCxnSpPr>
        <p:spPr>
          <a:xfrm>
            <a:off x="4211960" y="2711956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/>
          <p:cNvGrpSpPr/>
          <p:nvPr/>
        </p:nvGrpSpPr>
        <p:grpSpPr>
          <a:xfrm>
            <a:off x="6732242" y="5233050"/>
            <a:ext cx="1980220" cy="549089"/>
            <a:chOff x="4427984" y="4725143"/>
            <a:chExt cx="1980220" cy="549089"/>
          </a:xfrm>
        </p:grpSpPr>
        <p:sp>
          <p:nvSpPr>
            <p:cNvPr id="37" name="직사각형 36"/>
            <p:cNvSpPr/>
            <p:nvPr/>
          </p:nvSpPr>
          <p:spPr>
            <a:xfrm>
              <a:off x="4427984" y="4797152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5081930" y="4725143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950</a:t>
              </a:r>
              <a:endParaRPr lang="ko-KR" altLang="en-US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6048164" y="4797152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9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D655022-A41E-42EE-B2AA-6A8A9A73F907}"/>
              </a:ext>
            </a:extLst>
          </p:cNvPr>
          <p:cNvSpPr/>
          <p:nvPr/>
        </p:nvSpPr>
        <p:spPr>
          <a:xfrm>
            <a:off x="2123728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 ▼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1C13462-7306-4950-B9EE-400EA329A5C1}"/>
              </a:ext>
            </a:extLst>
          </p:cNvPr>
          <p:cNvGrpSpPr/>
          <p:nvPr/>
        </p:nvGrpSpPr>
        <p:grpSpPr>
          <a:xfrm>
            <a:off x="485190" y="5524206"/>
            <a:ext cx="862386" cy="211955"/>
            <a:chOff x="4861742" y="3907374"/>
            <a:chExt cx="862386" cy="211955"/>
          </a:xfrm>
        </p:grpSpPr>
        <p:pic>
          <p:nvPicPr>
            <p:cNvPr id="4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FE721A-92F8-4872-9588-80DF4FE827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7184F66-92B3-4BA7-815A-6DB216630D80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DB73CC0-80CB-4679-9402-B93E40FDB87B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6AC6EF-8510-4958-BA6B-5324FBBC54EA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FFD270-9DB3-4D94-B471-F0673B8C8875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9E970F3-8232-45B5-B277-FC4B5084FA1A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4B97366-7606-4A92-A1BC-8F94AA9D7EAD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3C884AE-871D-4C73-A104-02195EE34E37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E3CF2F6-C438-4760-976E-CA2A7109ABFC}"/>
              </a:ext>
            </a:extLst>
          </p:cNvPr>
          <p:cNvSpPr/>
          <p:nvPr/>
        </p:nvSpPr>
        <p:spPr>
          <a:xfrm>
            <a:off x="107504" y="0"/>
            <a:ext cx="8928991" cy="6698957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rgbClr val="FF0000"/>
                </a:solidFill>
              </a:rPr>
              <a:t>내용 삭제</a:t>
            </a:r>
          </a:p>
        </p:txBody>
      </p:sp>
    </p:spTree>
    <p:extLst>
      <p:ext uri="{BB962C8B-B14F-4D97-AF65-F5344CB8AC3E}">
        <p14:creationId xmlns:p14="http://schemas.microsoft.com/office/powerpoint/2010/main" val="3148936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714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ESS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충방전량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93296"/>
            <a:ext cx="8646588" cy="54038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매 시간 단위로 실제 충전 및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방전량에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대한 데이터가 화면에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조회기간 동안의 누적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충전량과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누적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방전량을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충방전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현황으로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87417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ESS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충방전량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 발전량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17968"/>
              </p:ext>
            </p:extLst>
          </p:nvPr>
        </p:nvGraphicFramePr>
        <p:xfrm>
          <a:off x="467544" y="2577566"/>
          <a:ext cx="8208914" cy="2673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58281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29" name="직선 연결선 28"/>
          <p:cNvCxnSpPr/>
          <p:nvPr/>
        </p:nvCxnSpPr>
        <p:spPr>
          <a:xfrm>
            <a:off x="314888" y="5839129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3995936" y="5328184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누적 </a:t>
            </a:r>
            <a:r>
              <a:rPr lang="ko-KR" altLang="en-US" sz="900" b="1" dirty="0" err="1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충전량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796053" y="5256175"/>
            <a:ext cx="1180103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1,500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048164" y="5328184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6469" y="2157675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9" name="직선 연결선 38"/>
          <p:cNvCxnSpPr>
            <a:cxnSpLocks/>
          </p:cNvCxnSpPr>
          <p:nvPr/>
        </p:nvCxnSpPr>
        <p:spPr>
          <a:xfrm>
            <a:off x="7740352" y="2636912"/>
            <a:ext cx="0" cy="24347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3923928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4499992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507605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직사각형 62"/>
          <p:cNvSpPr/>
          <p:nvPr/>
        </p:nvSpPr>
        <p:spPr>
          <a:xfrm>
            <a:off x="565212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6437566" y="5309709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누적 </a:t>
            </a:r>
            <a:r>
              <a:rPr lang="ko-KR" altLang="en-US" sz="900" b="1" dirty="0" err="1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방전량</a:t>
            </a:r>
            <a:endParaRPr lang="ko-KR" altLang="en-US" sz="900" b="1" dirty="0">
              <a:solidFill>
                <a:srgbClr val="257CBB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091512" y="5237700"/>
            <a:ext cx="108088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1,000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8244408" y="5309709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rgbClr val="257CBB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1DCB666-6B8A-45DB-9BDE-7FDD0DFCF498}"/>
              </a:ext>
            </a:extLst>
          </p:cNvPr>
          <p:cNvSpPr/>
          <p:nvPr/>
        </p:nvSpPr>
        <p:spPr>
          <a:xfrm>
            <a:off x="1470399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 ▼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0495306-191F-480E-8765-ED0683634DBC}"/>
              </a:ext>
            </a:extLst>
          </p:cNvPr>
          <p:cNvGrpSpPr/>
          <p:nvPr/>
        </p:nvGrpSpPr>
        <p:grpSpPr>
          <a:xfrm>
            <a:off x="485190" y="5525781"/>
            <a:ext cx="862386" cy="211955"/>
            <a:chOff x="4861742" y="3907374"/>
            <a:chExt cx="862386" cy="211955"/>
          </a:xfrm>
        </p:grpSpPr>
        <p:pic>
          <p:nvPicPr>
            <p:cNvPr id="7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B0914773-4DED-4C2F-BA20-14DB74B0A6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5AB4F4-A23E-4144-A78F-11E9CD9C88E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9C4075A-BE40-4398-A5FE-0A3C0CBD8AD2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29A1956-AE71-4BB0-A381-16E5570AA5C4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08DC5F7-0737-4488-9070-6D81DD6A19D7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7A78496-FAC4-4EF3-9419-AC1777C2ABD3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2F03BF6-C889-4146-8E74-EC8F52B2C7EF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9369C3C-553F-4D3C-965E-4F98B38580FE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79F430B-E5C3-4D12-AC96-959F23F509D6}"/>
              </a:ext>
            </a:extLst>
          </p:cNvPr>
          <p:cNvCxnSpPr/>
          <p:nvPr/>
        </p:nvCxnSpPr>
        <p:spPr>
          <a:xfrm>
            <a:off x="7450394" y="2392691"/>
            <a:ext cx="504056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D81F6F3-4F0D-4E83-B79E-2CD34099FEB6}"/>
              </a:ext>
            </a:extLst>
          </p:cNvPr>
          <p:cNvSpPr/>
          <p:nvPr/>
        </p:nvSpPr>
        <p:spPr>
          <a:xfrm>
            <a:off x="8026458" y="227046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 계획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A13B86F-C8D8-4236-9769-58B918E3AF42}"/>
              </a:ext>
            </a:extLst>
          </p:cNvPr>
          <p:cNvGrpSpPr/>
          <p:nvPr/>
        </p:nvGrpSpPr>
        <p:grpSpPr>
          <a:xfrm>
            <a:off x="1180851" y="2949541"/>
            <a:ext cx="7495605" cy="1926392"/>
            <a:chOff x="1180851" y="2949541"/>
            <a:chExt cx="7495605" cy="1926392"/>
          </a:xfrm>
        </p:grpSpPr>
        <p:cxnSp>
          <p:nvCxnSpPr>
            <p:cNvPr id="30" name="직선 연결선 29"/>
            <p:cNvCxnSpPr/>
            <p:nvPr/>
          </p:nvCxnSpPr>
          <p:spPr>
            <a:xfrm>
              <a:off x="1187624" y="294954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>
            <a:xfrm>
              <a:off x="1187624" y="393586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그룹 39"/>
            <p:cNvGrpSpPr/>
            <p:nvPr/>
          </p:nvGrpSpPr>
          <p:grpSpPr>
            <a:xfrm flipH="1" flipV="1">
              <a:off x="4357435" y="3939476"/>
              <a:ext cx="2688227" cy="652703"/>
              <a:chOff x="1501760" y="2998490"/>
              <a:chExt cx="2520272" cy="1366614"/>
            </a:xfrm>
          </p:grpSpPr>
          <p:sp>
            <p:nvSpPr>
              <p:cNvPr id="41" name="직사각형 40"/>
              <p:cNvSpPr/>
              <p:nvPr/>
            </p:nvSpPr>
            <p:spPr>
              <a:xfrm>
                <a:off x="1501760" y="4217882"/>
                <a:ext cx="72000" cy="14722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3950032" y="2998490"/>
                <a:ext cx="72000" cy="136661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3638317" y="3069104"/>
                <a:ext cx="72000" cy="129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3327361" y="3214514"/>
                <a:ext cx="72000" cy="115059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3013928" y="3575612"/>
                <a:ext cx="72000" cy="78949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2123923" y="3862586"/>
                <a:ext cx="72000" cy="5025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1789792" y="4059104"/>
                <a:ext cx="72000" cy="30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0" name="그룹 49"/>
            <p:cNvGrpSpPr/>
            <p:nvPr/>
          </p:nvGrpSpPr>
          <p:grpSpPr>
            <a:xfrm>
              <a:off x="1403648" y="3249056"/>
              <a:ext cx="2520272" cy="684000"/>
              <a:chOff x="1403648" y="2780928"/>
              <a:chExt cx="2520272" cy="1584176"/>
            </a:xfrm>
          </p:grpSpPr>
          <p:sp>
            <p:nvSpPr>
              <p:cNvPr id="51" name="직사각형 50"/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3540205" y="2998490"/>
                <a:ext cx="72000" cy="136661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3229249" y="3249104"/>
                <a:ext cx="72000" cy="111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2915816" y="3429104"/>
                <a:ext cx="72000" cy="93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2650736" y="3575612"/>
                <a:ext cx="72000" cy="7894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2339752" y="3753104"/>
                <a:ext cx="72000" cy="61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2025811" y="3933104"/>
                <a:ext cx="72000" cy="43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9" name="직사각형 58"/>
              <p:cNvSpPr/>
              <p:nvPr/>
            </p:nvSpPr>
            <p:spPr>
              <a:xfrm>
                <a:off x="3851920" y="2780928"/>
                <a:ext cx="72000" cy="15841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64" name="그룹 63"/>
            <p:cNvGrpSpPr/>
            <p:nvPr/>
          </p:nvGrpSpPr>
          <p:grpSpPr>
            <a:xfrm>
              <a:off x="7308297" y="3782267"/>
              <a:ext cx="353772" cy="155437"/>
              <a:chOff x="1403648" y="4005104"/>
              <a:chExt cx="360032" cy="360000"/>
            </a:xfrm>
          </p:grpSpPr>
          <p:sp>
            <p:nvSpPr>
              <p:cNvPr id="65" name="직사각형 64"/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6" name="직사각형 65"/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FF604382-27A2-41C5-B180-4EA274D6B155}"/>
                </a:ext>
              </a:extLst>
            </p:cNvPr>
            <p:cNvCxnSpPr/>
            <p:nvPr/>
          </p:nvCxnSpPr>
          <p:spPr>
            <a:xfrm>
              <a:off x="1180851" y="4410020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D17227A7-9C8E-492B-912D-1EE03F12F639}"/>
                </a:ext>
              </a:extLst>
            </p:cNvPr>
            <p:cNvCxnSpPr/>
            <p:nvPr/>
          </p:nvCxnSpPr>
          <p:spPr>
            <a:xfrm>
              <a:off x="1180851" y="3429000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567EE48B-155E-4306-B792-D328580E18B1}"/>
                </a:ext>
              </a:extLst>
            </p:cNvPr>
            <p:cNvCxnSpPr/>
            <p:nvPr/>
          </p:nvCxnSpPr>
          <p:spPr>
            <a:xfrm>
              <a:off x="1180851" y="4875933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자유형 33">
              <a:extLst>
                <a:ext uri="{FF2B5EF4-FFF2-40B4-BE49-F238E27FC236}">
                  <a16:creationId xmlns:a16="http://schemas.microsoft.com/office/drawing/2014/main" id="{B304737F-2A23-49A1-8C19-687DA2A9778C}"/>
                </a:ext>
              </a:extLst>
            </p:cNvPr>
            <p:cNvSpPr/>
            <p:nvPr/>
          </p:nvSpPr>
          <p:spPr>
            <a:xfrm flipH="1" flipV="1">
              <a:off x="4353593" y="3937702"/>
              <a:ext cx="2689623" cy="68400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자유형 83">
              <a:extLst>
                <a:ext uri="{FF2B5EF4-FFF2-40B4-BE49-F238E27FC236}">
                  <a16:creationId xmlns:a16="http://schemas.microsoft.com/office/drawing/2014/main" id="{705F4A6F-AA69-4984-8409-0C9BE17B9DE0}"/>
                </a:ext>
              </a:extLst>
            </p:cNvPr>
            <p:cNvSpPr/>
            <p:nvPr/>
          </p:nvSpPr>
          <p:spPr>
            <a:xfrm>
              <a:off x="1397086" y="3160835"/>
              <a:ext cx="2742866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C54D3F0D-6FAD-4255-A3C5-ECEAEA6255D7}"/>
              </a:ext>
            </a:extLst>
          </p:cNvPr>
          <p:cNvCxnSpPr/>
          <p:nvPr/>
        </p:nvCxnSpPr>
        <p:spPr>
          <a:xfrm>
            <a:off x="6156176" y="2396462"/>
            <a:ext cx="50405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F83AB37-9B3E-4FE3-A4AB-35631B3CB450}"/>
              </a:ext>
            </a:extLst>
          </p:cNvPr>
          <p:cNvSpPr/>
          <p:nvPr/>
        </p:nvSpPr>
        <p:spPr>
          <a:xfrm>
            <a:off x="6732240" y="227423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 계획</a:t>
            </a:r>
          </a:p>
        </p:txBody>
      </p:sp>
      <p:pic>
        <p:nvPicPr>
          <p:cNvPr id="9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5D34ED3E-4770-4F4F-8757-68574888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847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64037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발전량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19286"/>
            <a:ext cx="8646588" cy="5780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매 시간 단위로 실제 발전량에 대한 데이터가 화면에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조회기간 동안의 누적 발전량을 발전현황으로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798622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783693"/>
              </p:ext>
            </p:extLst>
          </p:nvPr>
        </p:nvGraphicFramePr>
        <p:xfrm>
          <a:off x="467543" y="2686560"/>
          <a:ext cx="8208912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4182005389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80" name="직선 연결선 79"/>
          <p:cNvCxnSpPr/>
          <p:nvPr/>
        </p:nvCxnSpPr>
        <p:spPr>
          <a:xfrm>
            <a:off x="375391" y="5771648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>
            <a:cxnSpLocks/>
          </p:cNvCxnSpPr>
          <p:nvPr/>
        </p:nvCxnSpPr>
        <p:spPr>
          <a:xfrm>
            <a:off x="1187624" y="3075734"/>
            <a:ext cx="71287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>
            <a:cxnSpLocks/>
          </p:cNvCxnSpPr>
          <p:nvPr/>
        </p:nvCxnSpPr>
        <p:spPr>
          <a:xfrm>
            <a:off x="1187624" y="3836293"/>
            <a:ext cx="71287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253423" y="2235316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발전량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5" name="직선 연결선 34"/>
          <p:cNvCxnSpPr/>
          <p:nvPr/>
        </p:nvCxnSpPr>
        <p:spPr>
          <a:xfrm>
            <a:off x="6012160" y="2686556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 flipH="1">
            <a:off x="4044013" y="4509121"/>
            <a:ext cx="1857235" cy="360038"/>
            <a:chOff x="2123923" y="3645757"/>
            <a:chExt cx="1898109" cy="719347"/>
          </a:xfrm>
          <a:solidFill>
            <a:srgbClr val="FFFF00"/>
          </a:solidFill>
        </p:grpSpPr>
        <p:sp>
          <p:nvSpPr>
            <p:cNvPr id="29" name="직사각형 28"/>
            <p:cNvSpPr/>
            <p:nvPr/>
          </p:nvSpPr>
          <p:spPr>
            <a:xfrm>
              <a:off x="3950032" y="4077364"/>
              <a:ext cx="72000" cy="287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638317" y="3915766"/>
              <a:ext cx="72000" cy="44933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327361" y="3807101"/>
              <a:ext cx="72000" cy="5580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013929" y="3645757"/>
              <a:ext cx="72000" cy="7193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748848" y="3681104"/>
              <a:ext cx="72000" cy="684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437864" y="3807104"/>
              <a:ext cx="72000" cy="5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2123923" y="3862586"/>
              <a:ext cx="72000" cy="5025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59" name="직선 연결선 58"/>
          <p:cNvCxnSpPr/>
          <p:nvPr/>
        </p:nvCxnSpPr>
        <p:spPr>
          <a:xfrm>
            <a:off x="4644008" y="2517716"/>
            <a:ext cx="504056" cy="0"/>
          </a:xfrm>
          <a:prstGeom prst="line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직사각형 59"/>
          <p:cNvSpPr/>
          <p:nvPr/>
        </p:nvSpPr>
        <p:spPr>
          <a:xfrm>
            <a:off x="5292080" y="23954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실적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6437566" y="5276091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누적 발전량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7091512" y="5204082"/>
            <a:ext cx="108088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1,000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244408" y="5276091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rgbClr val="FFFF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851919" y="4025456"/>
            <a:ext cx="2952329" cy="965184"/>
            <a:chOff x="1883023" y="2295966"/>
            <a:chExt cx="5781364" cy="1532488"/>
          </a:xfrm>
        </p:grpSpPr>
        <p:sp>
          <p:nvSpPr>
            <p:cNvPr id="82" name="자유형 81"/>
            <p:cNvSpPr/>
            <p:nvPr/>
          </p:nvSpPr>
          <p:spPr>
            <a:xfrm>
              <a:off x="1883023" y="2301699"/>
              <a:ext cx="2977009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자유형 88"/>
            <p:cNvSpPr/>
            <p:nvPr/>
          </p:nvSpPr>
          <p:spPr>
            <a:xfrm flipH="1">
              <a:off x="4815076" y="2295966"/>
              <a:ext cx="2849311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90" name="직선 연결선 89"/>
          <p:cNvCxnSpPr/>
          <p:nvPr/>
        </p:nvCxnSpPr>
        <p:spPr>
          <a:xfrm>
            <a:off x="6228184" y="2517716"/>
            <a:ext cx="50405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6804248" y="23954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D8FB336-45E6-4A8B-9654-204B641FA235}"/>
              </a:ext>
            </a:extLst>
          </p:cNvPr>
          <p:cNvSpPr/>
          <p:nvPr/>
        </p:nvSpPr>
        <p:spPr>
          <a:xfrm>
            <a:off x="1763688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일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오늘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4E819B4-336C-4B30-952E-BD57ED058A12}"/>
              </a:ext>
            </a:extLst>
          </p:cNvPr>
          <p:cNvGrpSpPr/>
          <p:nvPr/>
        </p:nvGrpSpPr>
        <p:grpSpPr>
          <a:xfrm>
            <a:off x="485190" y="5492163"/>
            <a:ext cx="862386" cy="211955"/>
            <a:chOff x="4861742" y="3907374"/>
            <a:chExt cx="862386" cy="211955"/>
          </a:xfrm>
        </p:grpSpPr>
        <p:pic>
          <p:nvPicPr>
            <p:cNvPr id="4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919D0A24-4A6A-42FB-87E1-83B879763E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359EBDA-7CCA-4A6B-A55B-0AEFEE8962DD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DEBBE3D-C285-414C-A003-48231675E429}"/>
              </a:ext>
            </a:extLst>
          </p:cNvPr>
          <p:cNvCxnSpPr/>
          <p:nvPr/>
        </p:nvCxnSpPr>
        <p:spPr>
          <a:xfrm>
            <a:off x="7740352" y="2528397"/>
            <a:ext cx="504056" cy="0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E04713A-7192-4B45-8B93-C03C3336FC3B}"/>
              </a:ext>
            </a:extLst>
          </p:cNvPr>
          <p:cNvSpPr/>
          <p:nvPr/>
        </p:nvSpPr>
        <p:spPr>
          <a:xfrm>
            <a:off x="8316416" y="2385850"/>
            <a:ext cx="64807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온도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3517143-FCD2-4D72-9D91-BDDEAAC207F2}"/>
              </a:ext>
            </a:extLst>
          </p:cNvPr>
          <p:cNvCxnSpPr>
            <a:cxnSpLocks/>
          </p:cNvCxnSpPr>
          <p:nvPr/>
        </p:nvCxnSpPr>
        <p:spPr>
          <a:xfrm flipV="1">
            <a:off x="3944893" y="4074246"/>
            <a:ext cx="599995" cy="12672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F2850EA-4617-49D0-9D3E-F8715017140E}"/>
              </a:ext>
            </a:extLst>
          </p:cNvPr>
          <p:cNvCxnSpPr>
            <a:cxnSpLocks/>
          </p:cNvCxnSpPr>
          <p:nvPr/>
        </p:nvCxnSpPr>
        <p:spPr>
          <a:xfrm flipV="1">
            <a:off x="4540169" y="3752569"/>
            <a:ext cx="714387" cy="32167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DBDE5F2-7F1B-4281-9FC9-613A14E65A19}"/>
              </a:ext>
            </a:extLst>
          </p:cNvPr>
          <p:cNvCxnSpPr>
            <a:cxnSpLocks/>
          </p:cNvCxnSpPr>
          <p:nvPr/>
        </p:nvCxnSpPr>
        <p:spPr>
          <a:xfrm>
            <a:off x="5247783" y="3752569"/>
            <a:ext cx="695023" cy="7344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C8BC1EB-5994-4FC7-8910-3EC78FDE4E2B}"/>
              </a:ext>
            </a:extLst>
          </p:cNvPr>
          <p:cNvCxnSpPr>
            <a:cxnSpLocks/>
          </p:cNvCxnSpPr>
          <p:nvPr/>
        </p:nvCxnSpPr>
        <p:spPr>
          <a:xfrm>
            <a:off x="5925145" y="3822813"/>
            <a:ext cx="745594" cy="847620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408F9494-255C-4F8F-B5F0-47339B176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1CFB225A-3E86-4CA3-89FB-4C43A4BF915D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993647B-670C-4EEE-8E00-91DB07FA0770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BF2B974-927F-415A-999A-D146A0C3BC8F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7271982-C9A1-44EE-AAAC-9EFF7CAA0AF4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271C03-D9E5-4139-B1DA-1B7F68356E5C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BBA869C-C57C-4865-B203-A7CD5987540A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2987395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2667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DR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실적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645618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오늘의 사용량을 시간 별로 구분하여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2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차원 꺾은 선형 그래프로 표시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오늘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어제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지난 주의 기준 시간대의 사용량을 비교할 수 있도록 함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‘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기준부하 및 목표사용량 확인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’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을 클릭하면 기준부하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(CBL)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값과 목표사용량을 보여주고 그래프 하단에 감축일자 별 시간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실적을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특정 위치에 마우스 오버하면 시간 정보에 대한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툴팁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팝업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43435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00808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5)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수요반응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(DR)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375391" y="540738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375391" y="1772816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오늘의 사용량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355309"/>
              </p:ext>
            </p:extLst>
          </p:nvPr>
        </p:nvGraphicFramePr>
        <p:xfrm>
          <a:off x="485190" y="2564904"/>
          <a:ext cx="8191248" cy="2013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99802655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423982244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215763484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82652950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38077347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38419445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74903695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675851017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466669195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66727516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23573114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913681239"/>
                    </a:ext>
                  </a:extLst>
                </a:gridCol>
              </a:tblGrid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6" name="직선 연결선 45"/>
          <p:cNvCxnSpPr>
            <a:cxnSpLocks/>
          </p:cNvCxnSpPr>
          <p:nvPr/>
        </p:nvCxnSpPr>
        <p:spPr>
          <a:xfrm>
            <a:off x="1187624" y="3595088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605391" y="1772816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325471" y="1772816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588224" y="1772816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876256" y="1772816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125671" y="1772816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8388424" y="1772816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3" name="직선 연결선 52"/>
          <p:cNvCxnSpPr>
            <a:cxnSpLocks/>
          </p:cNvCxnSpPr>
          <p:nvPr/>
        </p:nvCxnSpPr>
        <p:spPr>
          <a:xfrm>
            <a:off x="1187624" y="3019024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175C866-1790-46F2-ADC7-7A15DF651C34}"/>
              </a:ext>
            </a:extLst>
          </p:cNvPr>
          <p:cNvGrpSpPr/>
          <p:nvPr/>
        </p:nvGrpSpPr>
        <p:grpSpPr>
          <a:xfrm>
            <a:off x="485190" y="5130417"/>
            <a:ext cx="862386" cy="211955"/>
            <a:chOff x="4861742" y="3907374"/>
            <a:chExt cx="862386" cy="211955"/>
          </a:xfrm>
        </p:grpSpPr>
        <p:pic>
          <p:nvPicPr>
            <p:cNvPr id="3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5B689A64-1672-4ADD-8792-2FDA4961A4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37C417C-60CC-4360-99C3-8D5BC3632E3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2A656252-0AA4-4E87-92EC-B17B61B0F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857735C3-ABC2-4015-ACDC-3910D4A61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721400"/>
              </p:ext>
            </p:extLst>
          </p:nvPr>
        </p:nvGraphicFramePr>
        <p:xfrm>
          <a:off x="485190" y="4578641"/>
          <a:ext cx="821477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감축일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감축시간대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사용량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고객기준부하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계약용량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목표사용량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kW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감축량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이행률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2016-01-14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16:00~17:00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106.25%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2016-01-14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17:00~18:00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4,700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117.50%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77CFEA8C-D46E-4688-968E-C10192D61DCA}"/>
              </a:ext>
            </a:extLst>
          </p:cNvPr>
          <p:cNvSpPr/>
          <p:nvPr/>
        </p:nvSpPr>
        <p:spPr>
          <a:xfrm>
            <a:off x="6715059" y="4962250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A12938F-6382-4B0E-9D5F-FA4A4D5F653D}"/>
              </a:ext>
            </a:extLst>
          </p:cNvPr>
          <p:cNvSpPr/>
          <p:nvPr/>
        </p:nvSpPr>
        <p:spPr>
          <a:xfrm>
            <a:off x="7369005" y="4890241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B616CD3-1B36-417B-A531-C75BB8182627}"/>
              </a:ext>
            </a:extLst>
          </p:cNvPr>
          <p:cNvSpPr/>
          <p:nvPr/>
        </p:nvSpPr>
        <p:spPr>
          <a:xfrm>
            <a:off x="8335239" y="4962250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EB88A33-ECBB-4769-A9F7-E6ED3D35FF4A}"/>
              </a:ext>
            </a:extLst>
          </p:cNvPr>
          <p:cNvSpPr/>
          <p:nvPr/>
        </p:nvSpPr>
        <p:spPr>
          <a:xfrm>
            <a:off x="236768" y="2098987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D776AED-977B-4761-A954-962639F35354}"/>
              </a:ext>
            </a:extLst>
          </p:cNvPr>
          <p:cNvGrpSpPr/>
          <p:nvPr/>
        </p:nvGrpSpPr>
        <p:grpSpPr>
          <a:xfrm>
            <a:off x="1259632" y="3023550"/>
            <a:ext cx="2949900" cy="1248958"/>
            <a:chOff x="1413933" y="2780928"/>
            <a:chExt cx="5030275" cy="1248958"/>
          </a:xfrm>
        </p:grpSpPr>
        <p:sp>
          <p:nvSpPr>
            <p:cNvPr id="55" name="자유형 10">
              <a:extLst>
                <a:ext uri="{FF2B5EF4-FFF2-40B4-BE49-F238E27FC236}">
                  <a16:creationId xmlns:a16="http://schemas.microsoft.com/office/drawing/2014/main" id="{95FC98B7-CE3C-492E-91A3-AFB88ADADB47}"/>
                </a:ext>
              </a:extLst>
            </p:cNvPr>
            <p:cNvSpPr/>
            <p:nvPr/>
          </p:nvSpPr>
          <p:spPr>
            <a:xfrm>
              <a:off x="1413933" y="2780928"/>
              <a:ext cx="5030275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자유형 11">
              <a:extLst>
                <a:ext uri="{FF2B5EF4-FFF2-40B4-BE49-F238E27FC236}">
                  <a16:creationId xmlns:a16="http://schemas.microsoft.com/office/drawing/2014/main" id="{2BEDB872-23AE-4A95-AB19-F67595252D85}"/>
                </a:ext>
              </a:extLst>
            </p:cNvPr>
            <p:cNvSpPr/>
            <p:nvPr/>
          </p:nvSpPr>
          <p:spPr>
            <a:xfrm>
              <a:off x="1413933" y="2996952"/>
              <a:ext cx="5030275" cy="1032934"/>
            </a:xfrm>
            <a:custGeom>
              <a:avLst/>
              <a:gdLst>
                <a:gd name="connsiteX0" fmla="*/ 0 w 6502400"/>
                <a:gd name="connsiteY0" fmla="*/ 1032934 h 1032934"/>
                <a:gd name="connsiteX1" fmla="*/ 50800 w 6502400"/>
                <a:gd name="connsiteY1" fmla="*/ 999067 h 1032934"/>
                <a:gd name="connsiteX2" fmla="*/ 84667 w 6502400"/>
                <a:gd name="connsiteY2" fmla="*/ 931334 h 1032934"/>
                <a:gd name="connsiteX3" fmla="*/ 101600 w 6502400"/>
                <a:gd name="connsiteY3" fmla="*/ 914400 h 1032934"/>
                <a:gd name="connsiteX4" fmla="*/ 152400 w 6502400"/>
                <a:gd name="connsiteY4" fmla="*/ 812800 h 1032934"/>
                <a:gd name="connsiteX5" fmla="*/ 186267 w 6502400"/>
                <a:gd name="connsiteY5" fmla="*/ 728134 h 1032934"/>
                <a:gd name="connsiteX6" fmla="*/ 203200 w 6502400"/>
                <a:gd name="connsiteY6" fmla="*/ 711200 h 1032934"/>
                <a:gd name="connsiteX7" fmla="*/ 237067 w 6502400"/>
                <a:gd name="connsiteY7" fmla="*/ 609600 h 1032934"/>
                <a:gd name="connsiteX8" fmla="*/ 287867 w 6502400"/>
                <a:gd name="connsiteY8" fmla="*/ 372534 h 1032934"/>
                <a:gd name="connsiteX9" fmla="*/ 355600 w 6502400"/>
                <a:gd name="connsiteY9" fmla="*/ 406400 h 1032934"/>
                <a:gd name="connsiteX10" fmla="*/ 372534 w 6502400"/>
                <a:gd name="connsiteY10" fmla="*/ 423334 h 1032934"/>
                <a:gd name="connsiteX11" fmla="*/ 406400 w 6502400"/>
                <a:gd name="connsiteY11" fmla="*/ 440267 h 1032934"/>
                <a:gd name="connsiteX12" fmla="*/ 457200 w 6502400"/>
                <a:gd name="connsiteY12" fmla="*/ 474134 h 1032934"/>
                <a:gd name="connsiteX13" fmla="*/ 558800 w 6502400"/>
                <a:gd name="connsiteY13" fmla="*/ 491067 h 1032934"/>
                <a:gd name="connsiteX14" fmla="*/ 592667 w 6502400"/>
                <a:gd name="connsiteY14" fmla="*/ 508000 h 1032934"/>
                <a:gd name="connsiteX15" fmla="*/ 609600 w 6502400"/>
                <a:gd name="connsiteY15" fmla="*/ 524934 h 1032934"/>
                <a:gd name="connsiteX16" fmla="*/ 643467 w 6502400"/>
                <a:gd name="connsiteY16" fmla="*/ 541867 h 1032934"/>
                <a:gd name="connsiteX17" fmla="*/ 660400 w 6502400"/>
                <a:gd name="connsiteY17" fmla="*/ 575734 h 1032934"/>
                <a:gd name="connsiteX18" fmla="*/ 711200 w 6502400"/>
                <a:gd name="connsiteY18" fmla="*/ 609600 h 1032934"/>
                <a:gd name="connsiteX19" fmla="*/ 880534 w 6502400"/>
                <a:gd name="connsiteY19" fmla="*/ 575734 h 1032934"/>
                <a:gd name="connsiteX20" fmla="*/ 897467 w 6502400"/>
                <a:gd name="connsiteY20" fmla="*/ 558800 h 1032934"/>
                <a:gd name="connsiteX21" fmla="*/ 982134 w 6502400"/>
                <a:gd name="connsiteY21" fmla="*/ 508000 h 1032934"/>
                <a:gd name="connsiteX22" fmla="*/ 999067 w 6502400"/>
                <a:gd name="connsiteY22" fmla="*/ 474134 h 1032934"/>
                <a:gd name="connsiteX23" fmla="*/ 1151467 w 6502400"/>
                <a:gd name="connsiteY23" fmla="*/ 457200 h 1032934"/>
                <a:gd name="connsiteX24" fmla="*/ 1405467 w 6502400"/>
                <a:gd name="connsiteY24" fmla="*/ 457200 h 1032934"/>
                <a:gd name="connsiteX25" fmla="*/ 1490134 w 6502400"/>
                <a:gd name="connsiteY25" fmla="*/ 406400 h 1032934"/>
                <a:gd name="connsiteX26" fmla="*/ 1507067 w 6502400"/>
                <a:gd name="connsiteY26" fmla="*/ 372534 h 1032934"/>
                <a:gd name="connsiteX27" fmla="*/ 1540934 w 6502400"/>
                <a:gd name="connsiteY27" fmla="*/ 338667 h 1032934"/>
                <a:gd name="connsiteX28" fmla="*/ 1625600 w 6502400"/>
                <a:gd name="connsiteY28" fmla="*/ 220134 h 1032934"/>
                <a:gd name="connsiteX29" fmla="*/ 1642534 w 6502400"/>
                <a:gd name="connsiteY29" fmla="*/ 203200 h 1032934"/>
                <a:gd name="connsiteX30" fmla="*/ 1693334 w 6502400"/>
                <a:gd name="connsiteY30" fmla="*/ 186267 h 1032934"/>
                <a:gd name="connsiteX31" fmla="*/ 1947334 w 6502400"/>
                <a:gd name="connsiteY31" fmla="*/ 203200 h 1032934"/>
                <a:gd name="connsiteX32" fmla="*/ 1964267 w 6502400"/>
                <a:gd name="connsiteY32" fmla="*/ 220134 h 1032934"/>
                <a:gd name="connsiteX33" fmla="*/ 1981200 w 6502400"/>
                <a:gd name="connsiteY33" fmla="*/ 254000 h 1032934"/>
                <a:gd name="connsiteX34" fmla="*/ 1998134 w 6502400"/>
                <a:gd name="connsiteY34" fmla="*/ 270934 h 1032934"/>
                <a:gd name="connsiteX35" fmla="*/ 2015067 w 6502400"/>
                <a:gd name="connsiteY35" fmla="*/ 304800 h 1032934"/>
                <a:gd name="connsiteX36" fmla="*/ 2032000 w 6502400"/>
                <a:gd name="connsiteY36" fmla="*/ 321734 h 1032934"/>
                <a:gd name="connsiteX37" fmla="*/ 2099734 w 6502400"/>
                <a:gd name="connsiteY37" fmla="*/ 355600 h 1032934"/>
                <a:gd name="connsiteX38" fmla="*/ 2116667 w 6502400"/>
                <a:gd name="connsiteY38" fmla="*/ 372534 h 1032934"/>
                <a:gd name="connsiteX39" fmla="*/ 2184400 w 6502400"/>
                <a:gd name="connsiteY39" fmla="*/ 355600 h 1032934"/>
                <a:gd name="connsiteX40" fmla="*/ 2269067 w 6502400"/>
                <a:gd name="connsiteY40" fmla="*/ 321734 h 1032934"/>
                <a:gd name="connsiteX41" fmla="*/ 2319867 w 6502400"/>
                <a:gd name="connsiteY41" fmla="*/ 304800 h 1032934"/>
                <a:gd name="connsiteX42" fmla="*/ 2387600 w 6502400"/>
                <a:gd name="connsiteY42" fmla="*/ 270934 h 1032934"/>
                <a:gd name="connsiteX43" fmla="*/ 2489200 w 6502400"/>
                <a:gd name="connsiteY43" fmla="*/ 220134 h 1032934"/>
                <a:gd name="connsiteX44" fmla="*/ 2506134 w 6502400"/>
                <a:gd name="connsiteY44" fmla="*/ 203200 h 1032934"/>
                <a:gd name="connsiteX45" fmla="*/ 2540000 w 6502400"/>
                <a:gd name="connsiteY45" fmla="*/ 186267 h 1032934"/>
                <a:gd name="connsiteX46" fmla="*/ 2573867 w 6502400"/>
                <a:gd name="connsiteY46" fmla="*/ 152400 h 1032934"/>
                <a:gd name="connsiteX47" fmla="*/ 2641600 w 6502400"/>
                <a:gd name="connsiteY47" fmla="*/ 118534 h 1032934"/>
                <a:gd name="connsiteX48" fmla="*/ 2658534 w 6502400"/>
                <a:gd name="connsiteY48" fmla="*/ 101600 h 1032934"/>
                <a:gd name="connsiteX49" fmla="*/ 2777067 w 6502400"/>
                <a:gd name="connsiteY49" fmla="*/ 84667 h 1032934"/>
                <a:gd name="connsiteX50" fmla="*/ 2844800 w 6502400"/>
                <a:gd name="connsiteY50" fmla="*/ 101600 h 1032934"/>
                <a:gd name="connsiteX51" fmla="*/ 2861734 w 6502400"/>
                <a:gd name="connsiteY51" fmla="*/ 118534 h 1032934"/>
                <a:gd name="connsiteX52" fmla="*/ 2929467 w 6502400"/>
                <a:gd name="connsiteY52" fmla="*/ 152400 h 1032934"/>
                <a:gd name="connsiteX53" fmla="*/ 2963334 w 6502400"/>
                <a:gd name="connsiteY53" fmla="*/ 169334 h 1032934"/>
                <a:gd name="connsiteX54" fmla="*/ 2997200 w 6502400"/>
                <a:gd name="connsiteY54" fmla="*/ 186267 h 1032934"/>
                <a:gd name="connsiteX55" fmla="*/ 3014134 w 6502400"/>
                <a:gd name="connsiteY55" fmla="*/ 203200 h 1032934"/>
                <a:gd name="connsiteX56" fmla="*/ 3081867 w 6502400"/>
                <a:gd name="connsiteY56" fmla="*/ 220134 h 1032934"/>
                <a:gd name="connsiteX57" fmla="*/ 3437467 w 6502400"/>
                <a:gd name="connsiteY57" fmla="*/ 203200 h 1032934"/>
                <a:gd name="connsiteX58" fmla="*/ 3539067 w 6502400"/>
                <a:gd name="connsiteY58" fmla="*/ 169334 h 1032934"/>
                <a:gd name="connsiteX59" fmla="*/ 3606800 w 6502400"/>
                <a:gd name="connsiteY59" fmla="*/ 152400 h 1032934"/>
                <a:gd name="connsiteX60" fmla="*/ 3725334 w 6502400"/>
                <a:gd name="connsiteY60" fmla="*/ 118534 h 1032934"/>
                <a:gd name="connsiteX61" fmla="*/ 3860800 w 6502400"/>
                <a:gd name="connsiteY61" fmla="*/ 101600 h 1032934"/>
                <a:gd name="connsiteX62" fmla="*/ 3962400 w 6502400"/>
                <a:gd name="connsiteY62" fmla="*/ 118534 h 1032934"/>
                <a:gd name="connsiteX63" fmla="*/ 4148667 w 6502400"/>
                <a:gd name="connsiteY63" fmla="*/ 152400 h 1032934"/>
                <a:gd name="connsiteX64" fmla="*/ 4216400 w 6502400"/>
                <a:gd name="connsiteY64" fmla="*/ 203200 h 1032934"/>
                <a:gd name="connsiteX65" fmla="*/ 4233334 w 6502400"/>
                <a:gd name="connsiteY65" fmla="*/ 220134 h 1032934"/>
                <a:gd name="connsiteX66" fmla="*/ 4267200 w 6502400"/>
                <a:gd name="connsiteY66" fmla="*/ 237067 h 1032934"/>
                <a:gd name="connsiteX67" fmla="*/ 4334934 w 6502400"/>
                <a:gd name="connsiteY67" fmla="*/ 270934 h 1032934"/>
                <a:gd name="connsiteX68" fmla="*/ 4470400 w 6502400"/>
                <a:gd name="connsiteY68" fmla="*/ 304800 h 1032934"/>
                <a:gd name="connsiteX69" fmla="*/ 4605867 w 6502400"/>
                <a:gd name="connsiteY69" fmla="*/ 270934 h 1032934"/>
                <a:gd name="connsiteX70" fmla="*/ 4673600 w 6502400"/>
                <a:gd name="connsiteY70" fmla="*/ 237067 h 1032934"/>
                <a:gd name="connsiteX71" fmla="*/ 4690534 w 6502400"/>
                <a:gd name="connsiteY71" fmla="*/ 220134 h 1032934"/>
                <a:gd name="connsiteX72" fmla="*/ 4724400 w 6502400"/>
                <a:gd name="connsiteY72" fmla="*/ 203200 h 1032934"/>
                <a:gd name="connsiteX73" fmla="*/ 4741334 w 6502400"/>
                <a:gd name="connsiteY73" fmla="*/ 186267 h 1032934"/>
                <a:gd name="connsiteX74" fmla="*/ 4809067 w 6502400"/>
                <a:gd name="connsiteY74" fmla="*/ 152400 h 1032934"/>
                <a:gd name="connsiteX75" fmla="*/ 4876800 w 6502400"/>
                <a:gd name="connsiteY75" fmla="*/ 118534 h 1032934"/>
                <a:gd name="connsiteX76" fmla="*/ 4893734 w 6502400"/>
                <a:gd name="connsiteY76" fmla="*/ 101600 h 1032934"/>
                <a:gd name="connsiteX77" fmla="*/ 4927600 w 6502400"/>
                <a:gd name="connsiteY77" fmla="*/ 84667 h 1032934"/>
                <a:gd name="connsiteX78" fmla="*/ 4961467 w 6502400"/>
                <a:gd name="connsiteY78" fmla="*/ 50800 h 1032934"/>
                <a:gd name="connsiteX79" fmla="*/ 5029200 w 6502400"/>
                <a:gd name="connsiteY79" fmla="*/ 16934 h 1032934"/>
                <a:gd name="connsiteX80" fmla="*/ 5063067 w 6502400"/>
                <a:gd name="connsiteY80" fmla="*/ 0 h 1032934"/>
                <a:gd name="connsiteX81" fmla="*/ 5096934 w 6502400"/>
                <a:gd name="connsiteY81" fmla="*/ 16934 h 1032934"/>
                <a:gd name="connsiteX82" fmla="*/ 5198534 w 6502400"/>
                <a:gd name="connsiteY82" fmla="*/ 50800 h 1032934"/>
                <a:gd name="connsiteX83" fmla="*/ 5215467 w 6502400"/>
                <a:gd name="connsiteY83" fmla="*/ 67734 h 1032934"/>
                <a:gd name="connsiteX84" fmla="*/ 5249334 w 6502400"/>
                <a:gd name="connsiteY84" fmla="*/ 118534 h 1032934"/>
                <a:gd name="connsiteX85" fmla="*/ 5283200 w 6502400"/>
                <a:gd name="connsiteY85" fmla="*/ 135467 h 1032934"/>
                <a:gd name="connsiteX86" fmla="*/ 5334000 w 6502400"/>
                <a:gd name="connsiteY86" fmla="*/ 169334 h 1032934"/>
                <a:gd name="connsiteX87" fmla="*/ 5469467 w 6502400"/>
                <a:gd name="connsiteY87" fmla="*/ 203200 h 1032934"/>
                <a:gd name="connsiteX88" fmla="*/ 5520267 w 6502400"/>
                <a:gd name="connsiteY88" fmla="*/ 220134 h 1032934"/>
                <a:gd name="connsiteX89" fmla="*/ 5875867 w 6502400"/>
                <a:gd name="connsiteY89" fmla="*/ 203200 h 1032934"/>
                <a:gd name="connsiteX90" fmla="*/ 5960534 w 6502400"/>
                <a:gd name="connsiteY90" fmla="*/ 152400 h 1032934"/>
                <a:gd name="connsiteX91" fmla="*/ 5994400 w 6502400"/>
                <a:gd name="connsiteY91" fmla="*/ 135467 h 1032934"/>
                <a:gd name="connsiteX92" fmla="*/ 6096000 w 6502400"/>
                <a:gd name="connsiteY92" fmla="*/ 67734 h 1032934"/>
                <a:gd name="connsiteX93" fmla="*/ 6163734 w 6502400"/>
                <a:gd name="connsiteY93" fmla="*/ 50800 h 1032934"/>
                <a:gd name="connsiteX94" fmla="*/ 6214534 w 6502400"/>
                <a:gd name="connsiteY94" fmla="*/ 33867 h 1032934"/>
                <a:gd name="connsiteX95" fmla="*/ 6502400 w 6502400"/>
                <a:gd name="connsiteY95" fmla="*/ 16934 h 103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6502400" h="1032934">
                  <a:moveTo>
                    <a:pt x="0" y="1032934"/>
                  </a:moveTo>
                  <a:cubicBezTo>
                    <a:pt x="16933" y="1021645"/>
                    <a:pt x="37771" y="1014701"/>
                    <a:pt x="50800" y="999067"/>
                  </a:cubicBezTo>
                  <a:cubicBezTo>
                    <a:pt x="66960" y="979675"/>
                    <a:pt x="73378" y="953912"/>
                    <a:pt x="84667" y="931334"/>
                  </a:cubicBezTo>
                  <a:cubicBezTo>
                    <a:pt x="88237" y="924194"/>
                    <a:pt x="97493" y="921245"/>
                    <a:pt x="101600" y="914400"/>
                  </a:cubicBezTo>
                  <a:cubicBezTo>
                    <a:pt x="101610" y="914383"/>
                    <a:pt x="143929" y="829742"/>
                    <a:pt x="152400" y="812800"/>
                  </a:cubicBezTo>
                  <a:cubicBezTo>
                    <a:pt x="179933" y="757731"/>
                    <a:pt x="156679" y="772517"/>
                    <a:pt x="186267" y="728134"/>
                  </a:cubicBezTo>
                  <a:cubicBezTo>
                    <a:pt x="190695" y="721492"/>
                    <a:pt x="197556" y="716845"/>
                    <a:pt x="203200" y="711200"/>
                  </a:cubicBezTo>
                  <a:cubicBezTo>
                    <a:pt x="214489" y="677333"/>
                    <a:pt x="231198" y="644813"/>
                    <a:pt x="237067" y="609600"/>
                  </a:cubicBezTo>
                  <a:cubicBezTo>
                    <a:pt x="273009" y="393951"/>
                    <a:pt x="240225" y="467818"/>
                    <a:pt x="287867" y="372534"/>
                  </a:cubicBezTo>
                  <a:cubicBezTo>
                    <a:pt x="310445" y="383823"/>
                    <a:pt x="337751" y="388551"/>
                    <a:pt x="355600" y="406400"/>
                  </a:cubicBezTo>
                  <a:cubicBezTo>
                    <a:pt x="361245" y="412045"/>
                    <a:pt x="365892" y="418906"/>
                    <a:pt x="372534" y="423334"/>
                  </a:cubicBezTo>
                  <a:cubicBezTo>
                    <a:pt x="383035" y="430335"/>
                    <a:pt x="395899" y="433266"/>
                    <a:pt x="406400" y="440267"/>
                  </a:cubicBezTo>
                  <a:cubicBezTo>
                    <a:pt x="437381" y="460920"/>
                    <a:pt x="408096" y="461858"/>
                    <a:pt x="457200" y="474134"/>
                  </a:cubicBezTo>
                  <a:cubicBezTo>
                    <a:pt x="490509" y="482461"/>
                    <a:pt x="524933" y="485423"/>
                    <a:pt x="558800" y="491067"/>
                  </a:cubicBezTo>
                  <a:cubicBezTo>
                    <a:pt x="570089" y="496711"/>
                    <a:pt x="582165" y="500999"/>
                    <a:pt x="592667" y="508000"/>
                  </a:cubicBezTo>
                  <a:cubicBezTo>
                    <a:pt x="599309" y="512428"/>
                    <a:pt x="602958" y="520506"/>
                    <a:pt x="609600" y="524934"/>
                  </a:cubicBezTo>
                  <a:cubicBezTo>
                    <a:pt x="620102" y="531935"/>
                    <a:pt x="632178" y="536223"/>
                    <a:pt x="643467" y="541867"/>
                  </a:cubicBezTo>
                  <a:cubicBezTo>
                    <a:pt x="649111" y="553156"/>
                    <a:pt x="653399" y="565232"/>
                    <a:pt x="660400" y="575734"/>
                  </a:cubicBezTo>
                  <a:cubicBezTo>
                    <a:pt x="673328" y="595126"/>
                    <a:pt x="690639" y="599319"/>
                    <a:pt x="711200" y="609600"/>
                  </a:cubicBezTo>
                  <a:cubicBezTo>
                    <a:pt x="754877" y="603361"/>
                    <a:pt x="833249" y="599377"/>
                    <a:pt x="880534" y="575734"/>
                  </a:cubicBezTo>
                  <a:cubicBezTo>
                    <a:pt x="887674" y="572164"/>
                    <a:pt x="890622" y="562907"/>
                    <a:pt x="897467" y="558800"/>
                  </a:cubicBezTo>
                  <a:cubicBezTo>
                    <a:pt x="919556" y="545546"/>
                    <a:pt x="964043" y="535136"/>
                    <a:pt x="982134" y="508000"/>
                  </a:cubicBezTo>
                  <a:cubicBezTo>
                    <a:pt x="989135" y="497499"/>
                    <a:pt x="986978" y="477761"/>
                    <a:pt x="999067" y="474134"/>
                  </a:cubicBezTo>
                  <a:cubicBezTo>
                    <a:pt x="1048024" y="459447"/>
                    <a:pt x="1100667" y="462845"/>
                    <a:pt x="1151467" y="457200"/>
                  </a:cubicBezTo>
                  <a:cubicBezTo>
                    <a:pt x="1264050" y="479717"/>
                    <a:pt x="1262106" y="487920"/>
                    <a:pt x="1405467" y="457200"/>
                  </a:cubicBezTo>
                  <a:cubicBezTo>
                    <a:pt x="1420929" y="453887"/>
                    <a:pt x="1474139" y="430392"/>
                    <a:pt x="1490134" y="406400"/>
                  </a:cubicBezTo>
                  <a:cubicBezTo>
                    <a:pt x="1497135" y="395899"/>
                    <a:pt x="1499494" y="382631"/>
                    <a:pt x="1507067" y="372534"/>
                  </a:cubicBezTo>
                  <a:cubicBezTo>
                    <a:pt x="1516646" y="359762"/>
                    <a:pt x="1540934" y="338667"/>
                    <a:pt x="1540934" y="338667"/>
                  </a:cubicBezTo>
                  <a:cubicBezTo>
                    <a:pt x="1585509" y="249515"/>
                    <a:pt x="1556951" y="288783"/>
                    <a:pt x="1625600" y="220134"/>
                  </a:cubicBezTo>
                  <a:cubicBezTo>
                    <a:pt x="1631245" y="214489"/>
                    <a:pt x="1634961" y="205724"/>
                    <a:pt x="1642534" y="203200"/>
                  </a:cubicBezTo>
                  <a:lnTo>
                    <a:pt x="1693334" y="186267"/>
                  </a:lnTo>
                  <a:cubicBezTo>
                    <a:pt x="1778001" y="191911"/>
                    <a:pt x="1863135" y="192675"/>
                    <a:pt x="1947334" y="203200"/>
                  </a:cubicBezTo>
                  <a:cubicBezTo>
                    <a:pt x="1955255" y="204190"/>
                    <a:pt x="1959839" y="213492"/>
                    <a:pt x="1964267" y="220134"/>
                  </a:cubicBezTo>
                  <a:cubicBezTo>
                    <a:pt x="1971268" y="230635"/>
                    <a:pt x="1974199" y="243499"/>
                    <a:pt x="1981200" y="254000"/>
                  </a:cubicBezTo>
                  <a:cubicBezTo>
                    <a:pt x="1985628" y="260642"/>
                    <a:pt x="1993706" y="264292"/>
                    <a:pt x="1998134" y="270934"/>
                  </a:cubicBezTo>
                  <a:cubicBezTo>
                    <a:pt x="2005135" y="281435"/>
                    <a:pt x="2008066" y="294299"/>
                    <a:pt x="2015067" y="304800"/>
                  </a:cubicBezTo>
                  <a:cubicBezTo>
                    <a:pt x="2019495" y="311442"/>
                    <a:pt x="2025155" y="317627"/>
                    <a:pt x="2032000" y="321734"/>
                  </a:cubicBezTo>
                  <a:cubicBezTo>
                    <a:pt x="2053646" y="334721"/>
                    <a:pt x="2099734" y="355600"/>
                    <a:pt x="2099734" y="355600"/>
                  </a:cubicBezTo>
                  <a:cubicBezTo>
                    <a:pt x="2105378" y="361245"/>
                    <a:pt x="2108684" y="372534"/>
                    <a:pt x="2116667" y="372534"/>
                  </a:cubicBezTo>
                  <a:cubicBezTo>
                    <a:pt x="2139940" y="372534"/>
                    <a:pt x="2162023" y="361994"/>
                    <a:pt x="2184400" y="355600"/>
                  </a:cubicBezTo>
                  <a:cubicBezTo>
                    <a:pt x="2282677" y="327521"/>
                    <a:pt x="2194130" y="351709"/>
                    <a:pt x="2269067" y="321734"/>
                  </a:cubicBezTo>
                  <a:cubicBezTo>
                    <a:pt x="2285640" y="315105"/>
                    <a:pt x="2303461" y="311831"/>
                    <a:pt x="2319867" y="304800"/>
                  </a:cubicBezTo>
                  <a:cubicBezTo>
                    <a:pt x="2343069" y="294856"/>
                    <a:pt x="2365022" y="282223"/>
                    <a:pt x="2387600" y="270934"/>
                  </a:cubicBezTo>
                  <a:lnTo>
                    <a:pt x="2489200" y="220134"/>
                  </a:lnTo>
                  <a:cubicBezTo>
                    <a:pt x="2496340" y="216564"/>
                    <a:pt x="2499492" y="207628"/>
                    <a:pt x="2506134" y="203200"/>
                  </a:cubicBezTo>
                  <a:cubicBezTo>
                    <a:pt x="2516635" y="196199"/>
                    <a:pt x="2529903" y="193840"/>
                    <a:pt x="2540000" y="186267"/>
                  </a:cubicBezTo>
                  <a:cubicBezTo>
                    <a:pt x="2552772" y="176688"/>
                    <a:pt x="2559587" y="159540"/>
                    <a:pt x="2573867" y="152400"/>
                  </a:cubicBezTo>
                  <a:cubicBezTo>
                    <a:pt x="2596445" y="141111"/>
                    <a:pt x="2623751" y="136383"/>
                    <a:pt x="2641600" y="118534"/>
                  </a:cubicBezTo>
                  <a:cubicBezTo>
                    <a:pt x="2647245" y="112889"/>
                    <a:pt x="2650790" y="103536"/>
                    <a:pt x="2658534" y="101600"/>
                  </a:cubicBezTo>
                  <a:cubicBezTo>
                    <a:pt x="2697254" y="91920"/>
                    <a:pt x="2737556" y="90311"/>
                    <a:pt x="2777067" y="84667"/>
                  </a:cubicBezTo>
                  <a:cubicBezTo>
                    <a:pt x="2799645" y="90311"/>
                    <a:pt x="2823192" y="92957"/>
                    <a:pt x="2844800" y="101600"/>
                  </a:cubicBezTo>
                  <a:cubicBezTo>
                    <a:pt x="2852212" y="104565"/>
                    <a:pt x="2854889" y="114427"/>
                    <a:pt x="2861734" y="118534"/>
                  </a:cubicBezTo>
                  <a:cubicBezTo>
                    <a:pt x="2883379" y="131521"/>
                    <a:pt x="2906889" y="141111"/>
                    <a:pt x="2929467" y="152400"/>
                  </a:cubicBezTo>
                  <a:lnTo>
                    <a:pt x="2963334" y="169334"/>
                  </a:lnTo>
                  <a:cubicBezTo>
                    <a:pt x="2974623" y="174978"/>
                    <a:pt x="2988275" y="177343"/>
                    <a:pt x="2997200" y="186267"/>
                  </a:cubicBezTo>
                  <a:cubicBezTo>
                    <a:pt x="3002845" y="191911"/>
                    <a:pt x="3006722" y="200235"/>
                    <a:pt x="3014134" y="203200"/>
                  </a:cubicBezTo>
                  <a:cubicBezTo>
                    <a:pt x="3035742" y="211843"/>
                    <a:pt x="3059289" y="214489"/>
                    <a:pt x="3081867" y="220134"/>
                  </a:cubicBezTo>
                  <a:cubicBezTo>
                    <a:pt x="3200400" y="214489"/>
                    <a:pt x="3319525" y="216305"/>
                    <a:pt x="3437467" y="203200"/>
                  </a:cubicBezTo>
                  <a:cubicBezTo>
                    <a:pt x="3472947" y="199258"/>
                    <a:pt x="3505200" y="180623"/>
                    <a:pt x="3539067" y="169334"/>
                  </a:cubicBezTo>
                  <a:cubicBezTo>
                    <a:pt x="3561145" y="161975"/>
                    <a:pt x="3584423" y="158794"/>
                    <a:pt x="3606800" y="152400"/>
                  </a:cubicBezTo>
                  <a:cubicBezTo>
                    <a:pt x="3663168" y="136295"/>
                    <a:pt x="3661811" y="129121"/>
                    <a:pt x="3725334" y="118534"/>
                  </a:cubicBezTo>
                  <a:cubicBezTo>
                    <a:pt x="3770222" y="111053"/>
                    <a:pt x="3815645" y="107245"/>
                    <a:pt x="3860800" y="101600"/>
                  </a:cubicBezTo>
                  <a:cubicBezTo>
                    <a:pt x="3894667" y="107245"/>
                    <a:pt x="3928411" y="113678"/>
                    <a:pt x="3962400" y="118534"/>
                  </a:cubicBezTo>
                  <a:cubicBezTo>
                    <a:pt x="4129943" y="142469"/>
                    <a:pt x="4049061" y="119199"/>
                    <a:pt x="4148667" y="152400"/>
                  </a:cubicBezTo>
                  <a:cubicBezTo>
                    <a:pt x="4221911" y="225644"/>
                    <a:pt x="4144180" y="155053"/>
                    <a:pt x="4216400" y="203200"/>
                  </a:cubicBezTo>
                  <a:cubicBezTo>
                    <a:pt x="4223042" y="207628"/>
                    <a:pt x="4226692" y="215706"/>
                    <a:pt x="4233334" y="220134"/>
                  </a:cubicBezTo>
                  <a:cubicBezTo>
                    <a:pt x="4243835" y="227135"/>
                    <a:pt x="4256699" y="230066"/>
                    <a:pt x="4267200" y="237067"/>
                  </a:cubicBezTo>
                  <a:cubicBezTo>
                    <a:pt x="4317745" y="270763"/>
                    <a:pt x="4229628" y="242214"/>
                    <a:pt x="4334934" y="270934"/>
                  </a:cubicBezTo>
                  <a:cubicBezTo>
                    <a:pt x="4379839" y="283181"/>
                    <a:pt x="4470400" y="304800"/>
                    <a:pt x="4470400" y="304800"/>
                  </a:cubicBezTo>
                  <a:cubicBezTo>
                    <a:pt x="4520092" y="294862"/>
                    <a:pt x="4560308" y="290459"/>
                    <a:pt x="4605867" y="270934"/>
                  </a:cubicBezTo>
                  <a:cubicBezTo>
                    <a:pt x="4629069" y="260990"/>
                    <a:pt x="4655750" y="254916"/>
                    <a:pt x="4673600" y="237067"/>
                  </a:cubicBezTo>
                  <a:cubicBezTo>
                    <a:pt x="4679245" y="231423"/>
                    <a:pt x="4683892" y="224562"/>
                    <a:pt x="4690534" y="220134"/>
                  </a:cubicBezTo>
                  <a:cubicBezTo>
                    <a:pt x="4701035" y="213133"/>
                    <a:pt x="4713899" y="210201"/>
                    <a:pt x="4724400" y="203200"/>
                  </a:cubicBezTo>
                  <a:cubicBezTo>
                    <a:pt x="4731042" y="198772"/>
                    <a:pt x="4734489" y="190374"/>
                    <a:pt x="4741334" y="186267"/>
                  </a:cubicBezTo>
                  <a:cubicBezTo>
                    <a:pt x="4762979" y="173280"/>
                    <a:pt x="4786489" y="163689"/>
                    <a:pt x="4809067" y="152400"/>
                  </a:cubicBezTo>
                  <a:lnTo>
                    <a:pt x="4876800" y="118534"/>
                  </a:lnTo>
                  <a:cubicBezTo>
                    <a:pt x="4883940" y="114964"/>
                    <a:pt x="4887092" y="106028"/>
                    <a:pt x="4893734" y="101600"/>
                  </a:cubicBezTo>
                  <a:cubicBezTo>
                    <a:pt x="4904235" y="94599"/>
                    <a:pt x="4917503" y="92240"/>
                    <a:pt x="4927600" y="84667"/>
                  </a:cubicBezTo>
                  <a:cubicBezTo>
                    <a:pt x="4940372" y="75088"/>
                    <a:pt x="4947187" y="57940"/>
                    <a:pt x="4961467" y="50800"/>
                  </a:cubicBezTo>
                  <a:lnTo>
                    <a:pt x="5029200" y="16934"/>
                  </a:lnTo>
                  <a:lnTo>
                    <a:pt x="5063067" y="0"/>
                  </a:lnTo>
                  <a:cubicBezTo>
                    <a:pt x="5074356" y="5645"/>
                    <a:pt x="5084960" y="12943"/>
                    <a:pt x="5096934" y="16934"/>
                  </a:cubicBezTo>
                  <a:cubicBezTo>
                    <a:pt x="5216908" y="56926"/>
                    <a:pt x="5122160" y="12614"/>
                    <a:pt x="5198534" y="50800"/>
                  </a:cubicBezTo>
                  <a:cubicBezTo>
                    <a:pt x="5204178" y="56445"/>
                    <a:pt x="5211039" y="61092"/>
                    <a:pt x="5215467" y="67734"/>
                  </a:cubicBezTo>
                  <a:cubicBezTo>
                    <a:pt x="5231918" y="92411"/>
                    <a:pt x="5226038" y="103003"/>
                    <a:pt x="5249334" y="118534"/>
                  </a:cubicBezTo>
                  <a:cubicBezTo>
                    <a:pt x="5259835" y="125535"/>
                    <a:pt x="5272699" y="128466"/>
                    <a:pt x="5283200" y="135467"/>
                  </a:cubicBezTo>
                  <a:cubicBezTo>
                    <a:pt x="5318416" y="158944"/>
                    <a:pt x="5278200" y="152594"/>
                    <a:pt x="5334000" y="169334"/>
                  </a:cubicBezTo>
                  <a:cubicBezTo>
                    <a:pt x="5378582" y="182709"/>
                    <a:pt x="5425310" y="188481"/>
                    <a:pt x="5469467" y="203200"/>
                  </a:cubicBezTo>
                  <a:lnTo>
                    <a:pt x="5520267" y="220134"/>
                  </a:lnTo>
                  <a:cubicBezTo>
                    <a:pt x="5638800" y="214489"/>
                    <a:pt x="5758045" y="217339"/>
                    <a:pt x="5875867" y="203200"/>
                  </a:cubicBezTo>
                  <a:cubicBezTo>
                    <a:pt x="5965760" y="192413"/>
                    <a:pt x="5921001" y="178756"/>
                    <a:pt x="5960534" y="152400"/>
                  </a:cubicBezTo>
                  <a:cubicBezTo>
                    <a:pt x="5971035" y="145399"/>
                    <a:pt x="5984303" y="143040"/>
                    <a:pt x="5994400" y="135467"/>
                  </a:cubicBezTo>
                  <a:cubicBezTo>
                    <a:pt x="6046040" y="96737"/>
                    <a:pt x="6014107" y="88208"/>
                    <a:pt x="6096000" y="67734"/>
                  </a:cubicBezTo>
                  <a:cubicBezTo>
                    <a:pt x="6118578" y="62089"/>
                    <a:pt x="6141357" y="57194"/>
                    <a:pt x="6163734" y="50800"/>
                  </a:cubicBezTo>
                  <a:cubicBezTo>
                    <a:pt x="6180896" y="45896"/>
                    <a:pt x="6196928" y="36801"/>
                    <a:pt x="6214534" y="33867"/>
                  </a:cubicBezTo>
                  <a:cubicBezTo>
                    <a:pt x="6346053" y="11948"/>
                    <a:pt x="6373917" y="16934"/>
                    <a:pt x="6502400" y="16934"/>
                  </a:cubicBezTo>
                </a:path>
              </a:pathLst>
            </a:cu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7" name="자유형 12">
              <a:extLst>
                <a:ext uri="{FF2B5EF4-FFF2-40B4-BE49-F238E27FC236}">
                  <a16:creationId xmlns:a16="http://schemas.microsoft.com/office/drawing/2014/main" id="{B5492779-0C92-41BD-824B-77CBFCCB51B8}"/>
                </a:ext>
              </a:extLst>
            </p:cNvPr>
            <p:cNvSpPr/>
            <p:nvPr/>
          </p:nvSpPr>
          <p:spPr>
            <a:xfrm>
              <a:off x="1430867" y="3068960"/>
              <a:ext cx="5013341" cy="660400"/>
            </a:xfrm>
            <a:custGeom>
              <a:avLst/>
              <a:gdLst>
                <a:gd name="connsiteX0" fmla="*/ 0 w 6502400"/>
                <a:gd name="connsiteY0" fmla="*/ 660400 h 660400"/>
                <a:gd name="connsiteX1" fmla="*/ 50800 w 6502400"/>
                <a:gd name="connsiteY1" fmla="*/ 643466 h 660400"/>
                <a:gd name="connsiteX2" fmla="*/ 84666 w 6502400"/>
                <a:gd name="connsiteY2" fmla="*/ 626533 h 660400"/>
                <a:gd name="connsiteX3" fmla="*/ 237066 w 6502400"/>
                <a:gd name="connsiteY3" fmla="*/ 643466 h 660400"/>
                <a:gd name="connsiteX4" fmla="*/ 287866 w 6502400"/>
                <a:gd name="connsiteY4" fmla="*/ 660400 h 660400"/>
                <a:gd name="connsiteX5" fmla="*/ 491066 w 6502400"/>
                <a:gd name="connsiteY5" fmla="*/ 626533 h 660400"/>
                <a:gd name="connsiteX6" fmla="*/ 541866 w 6502400"/>
                <a:gd name="connsiteY6" fmla="*/ 592666 h 660400"/>
                <a:gd name="connsiteX7" fmla="*/ 558800 w 6502400"/>
                <a:gd name="connsiteY7" fmla="*/ 575733 h 660400"/>
                <a:gd name="connsiteX8" fmla="*/ 592666 w 6502400"/>
                <a:gd name="connsiteY8" fmla="*/ 558800 h 660400"/>
                <a:gd name="connsiteX9" fmla="*/ 609600 w 6502400"/>
                <a:gd name="connsiteY9" fmla="*/ 541866 h 660400"/>
                <a:gd name="connsiteX10" fmla="*/ 643466 w 6502400"/>
                <a:gd name="connsiteY10" fmla="*/ 524933 h 660400"/>
                <a:gd name="connsiteX11" fmla="*/ 677333 w 6502400"/>
                <a:gd name="connsiteY11" fmla="*/ 491066 h 660400"/>
                <a:gd name="connsiteX12" fmla="*/ 745066 w 6502400"/>
                <a:gd name="connsiteY12" fmla="*/ 457200 h 660400"/>
                <a:gd name="connsiteX13" fmla="*/ 762000 w 6502400"/>
                <a:gd name="connsiteY13" fmla="*/ 440266 h 660400"/>
                <a:gd name="connsiteX14" fmla="*/ 795866 w 6502400"/>
                <a:gd name="connsiteY14" fmla="*/ 423333 h 660400"/>
                <a:gd name="connsiteX15" fmla="*/ 812800 w 6502400"/>
                <a:gd name="connsiteY15" fmla="*/ 406400 h 660400"/>
                <a:gd name="connsiteX16" fmla="*/ 846666 w 6502400"/>
                <a:gd name="connsiteY16" fmla="*/ 389466 h 660400"/>
                <a:gd name="connsiteX17" fmla="*/ 863600 w 6502400"/>
                <a:gd name="connsiteY17" fmla="*/ 372533 h 660400"/>
                <a:gd name="connsiteX18" fmla="*/ 931333 w 6502400"/>
                <a:gd name="connsiteY18" fmla="*/ 338666 h 660400"/>
                <a:gd name="connsiteX19" fmla="*/ 965200 w 6502400"/>
                <a:gd name="connsiteY19" fmla="*/ 321733 h 660400"/>
                <a:gd name="connsiteX20" fmla="*/ 999066 w 6502400"/>
                <a:gd name="connsiteY20" fmla="*/ 304800 h 660400"/>
                <a:gd name="connsiteX21" fmla="*/ 1066800 w 6502400"/>
                <a:gd name="connsiteY21" fmla="*/ 321733 h 660400"/>
                <a:gd name="connsiteX22" fmla="*/ 1253066 w 6502400"/>
                <a:gd name="connsiteY22" fmla="*/ 355600 h 660400"/>
                <a:gd name="connsiteX23" fmla="*/ 1320800 w 6502400"/>
                <a:gd name="connsiteY23" fmla="*/ 389466 h 660400"/>
                <a:gd name="connsiteX24" fmla="*/ 1337733 w 6502400"/>
                <a:gd name="connsiteY24" fmla="*/ 406400 h 660400"/>
                <a:gd name="connsiteX25" fmla="*/ 1405466 w 6502400"/>
                <a:gd name="connsiteY25" fmla="*/ 440266 h 660400"/>
                <a:gd name="connsiteX26" fmla="*/ 1794933 w 6502400"/>
                <a:gd name="connsiteY26" fmla="*/ 440266 h 660400"/>
                <a:gd name="connsiteX27" fmla="*/ 1828800 w 6502400"/>
                <a:gd name="connsiteY27" fmla="*/ 474133 h 660400"/>
                <a:gd name="connsiteX28" fmla="*/ 1964266 w 6502400"/>
                <a:gd name="connsiteY28" fmla="*/ 524933 h 660400"/>
                <a:gd name="connsiteX29" fmla="*/ 2048933 w 6502400"/>
                <a:gd name="connsiteY29" fmla="*/ 508000 h 660400"/>
                <a:gd name="connsiteX30" fmla="*/ 2133600 w 6502400"/>
                <a:gd name="connsiteY30" fmla="*/ 474133 h 660400"/>
                <a:gd name="connsiteX31" fmla="*/ 2201333 w 6502400"/>
                <a:gd name="connsiteY31" fmla="*/ 491066 h 660400"/>
                <a:gd name="connsiteX32" fmla="*/ 2218266 w 6502400"/>
                <a:gd name="connsiteY32" fmla="*/ 508000 h 660400"/>
                <a:gd name="connsiteX33" fmla="*/ 2269066 w 6502400"/>
                <a:gd name="connsiteY33" fmla="*/ 524933 h 660400"/>
                <a:gd name="connsiteX34" fmla="*/ 2336800 w 6502400"/>
                <a:gd name="connsiteY34" fmla="*/ 508000 h 660400"/>
                <a:gd name="connsiteX35" fmla="*/ 2421466 w 6502400"/>
                <a:gd name="connsiteY35" fmla="*/ 491066 h 660400"/>
                <a:gd name="connsiteX36" fmla="*/ 2455333 w 6502400"/>
                <a:gd name="connsiteY36" fmla="*/ 474133 h 660400"/>
                <a:gd name="connsiteX37" fmla="*/ 2624666 w 6502400"/>
                <a:gd name="connsiteY37" fmla="*/ 457200 h 660400"/>
                <a:gd name="connsiteX38" fmla="*/ 2997200 w 6502400"/>
                <a:gd name="connsiteY38" fmla="*/ 457200 h 660400"/>
                <a:gd name="connsiteX39" fmla="*/ 3064933 w 6502400"/>
                <a:gd name="connsiteY39" fmla="*/ 423333 h 660400"/>
                <a:gd name="connsiteX40" fmla="*/ 3098800 w 6502400"/>
                <a:gd name="connsiteY40" fmla="*/ 406400 h 660400"/>
                <a:gd name="connsiteX41" fmla="*/ 3149600 w 6502400"/>
                <a:gd name="connsiteY41" fmla="*/ 389466 h 660400"/>
                <a:gd name="connsiteX42" fmla="*/ 3217333 w 6502400"/>
                <a:gd name="connsiteY42" fmla="*/ 355600 h 660400"/>
                <a:gd name="connsiteX43" fmla="*/ 3234266 w 6502400"/>
                <a:gd name="connsiteY43" fmla="*/ 304800 h 660400"/>
                <a:gd name="connsiteX44" fmla="*/ 3251200 w 6502400"/>
                <a:gd name="connsiteY44" fmla="*/ 220133 h 660400"/>
                <a:gd name="connsiteX45" fmla="*/ 3268133 w 6502400"/>
                <a:gd name="connsiteY45" fmla="*/ 186266 h 660400"/>
                <a:gd name="connsiteX46" fmla="*/ 3335866 w 6502400"/>
                <a:gd name="connsiteY46" fmla="*/ 152400 h 660400"/>
                <a:gd name="connsiteX47" fmla="*/ 3386666 w 6502400"/>
                <a:gd name="connsiteY47" fmla="*/ 118533 h 660400"/>
                <a:gd name="connsiteX48" fmla="*/ 3420533 w 6502400"/>
                <a:gd name="connsiteY48" fmla="*/ 84666 h 660400"/>
                <a:gd name="connsiteX49" fmla="*/ 3505200 w 6502400"/>
                <a:gd name="connsiteY49" fmla="*/ 33866 h 660400"/>
                <a:gd name="connsiteX50" fmla="*/ 3522133 w 6502400"/>
                <a:gd name="connsiteY50" fmla="*/ 0 h 660400"/>
                <a:gd name="connsiteX51" fmla="*/ 3945466 w 6502400"/>
                <a:gd name="connsiteY51" fmla="*/ 16933 h 660400"/>
                <a:gd name="connsiteX52" fmla="*/ 3962400 w 6502400"/>
                <a:gd name="connsiteY52" fmla="*/ 50800 h 660400"/>
                <a:gd name="connsiteX53" fmla="*/ 3979333 w 6502400"/>
                <a:gd name="connsiteY53" fmla="*/ 101600 h 660400"/>
                <a:gd name="connsiteX54" fmla="*/ 4013200 w 6502400"/>
                <a:gd name="connsiteY54" fmla="*/ 169333 h 660400"/>
                <a:gd name="connsiteX55" fmla="*/ 4047066 w 6502400"/>
                <a:gd name="connsiteY55" fmla="*/ 237066 h 660400"/>
                <a:gd name="connsiteX56" fmla="*/ 4064000 w 6502400"/>
                <a:gd name="connsiteY56" fmla="*/ 254000 h 660400"/>
                <a:gd name="connsiteX57" fmla="*/ 4080933 w 6502400"/>
                <a:gd name="connsiteY57" fmla="*/ 287866 h 660400"/>
                <a:gd name="connsiteX58" fmla="*/ 4148666 w 6502400"/>
                <a:gd name="connsiteY58" fmla="*/ 338666 h 660400"/>
                <a:gd name="connsiteX59" fmla="*/ 4165600 w 6502400"/>
                <a:gd name="connsiteY59" fmla="*/ 355600 h 660400"/>
                <a:gd name="connsiteX60" fmla="*/ 4250266 w 6502400"/>
                <a:gd name="connsiteY60" fmla="*/ 389466 h 660400"/>
                <a:gd name="connsiteX61" fmla="*/ 4284133 w 6502400"/>
                <a:gd name="connsiteY61" fmla="*/ 406400 h 660400"/>
                <a:gd name="connsiteX62" fmla="*/ 4351866 w 6502400"/>
                <a:gd name="connsiteY62" fmla="*/ 423333 h 660400"/>
                <a:gd name="connsiteX63" fmla="*/ 4453466 w 6502400"/>
                <a:gd name="connsiteY63" fmla="*/ 474133 h 660400"/>
                <a:gd name="connsiteX64" fmla="*/ 4504266 w 6502400"/>
                <a:gd name="connsiteY64" fmla="*/ 491066 h 660400"/>
                <a:gd name="connsiteX65" fmla="*/ 4605866 w 6502400"/>
                <a:gd name="connsiteY65" fmla="*/ 474133 h 660400"/>
                <a:gd name="connsiteX66" fmla="*/ 4724400 w 6502400"/>
                <a:gd name="connsiteY66" fmla="*/ 457200 h 660400"/>
                <a:gd name="connsiteX67" fmla="*/ 4775200 w 6502400"/>
                <a:gd name="connsiteY67" fmla="*/ 406400 h 660400"/>
                <a:gd name="connsiteX68" fmla="*/ 4809066 w 6502400"/>
                <a:gd name="connsiteY68" fmla="*/ 389466 h 660400"/>
                <a:gd name="connsiteX69" fmla="*/ 5283200 w 6502400"/>
                <a:gd name="connsiteY69" fmla="*/ 440266 h 660400"/>
                <a:gd name="connsiteX70" fmla="*/ 5300133 w 6502400"/>
                <a:gd name="connsiteY70" fmla="*/ 457200 h 660400"/>
                <a:gd name="connsiteX71" fmla="*/ 5571066 w 6502400"/>
                <a:gd name="connsiteY71" fmla="*/ 457200 h 660400"/>
                <a:gd name="connsiteX72" fmla="*/ 6045200 w 6502400"/>
                <a:gd name="connsiteY72" fmla="*/ 440266 h 660400"/>
                <a:gd name="connsiteX73" fmla="*/ 6180666 w 6502400"/>
                <a:gd name="connsiteY73" fmla="*/ 423333 h 660400"/>
                <a:gd name="connsiteX74" fmla="*/ 6214533 w 6502400"/>
                <a:gd name="connsiteY74" fmla="*/ 389466 h 660400"/>
                <a:gd name="connsiteX75" fmla="*/ 6282266 w 6502400"/>
                <a:gd name="connsiteY75" fmla="*/ 355600 h 660400"/>
                <a:gd name="connsiteX76" fmla="*/ 6299200 w 6502400"/>
                <a:gd name="connsiteY76" fmla="*/ 338666 h 660400"/>
                <a:gd name="connsiteX77" fmla="*/ 6333066 w 6502400"/>
                <a:gd name="connsiteY77" fmla="*/ 321733 h 660400"/>
                <a:gd name="connsiteX78" fmla="*/ 6366933 w 6502400"/>
                <a:gd name="connsiteY78" fmla="*/ 287866 h 660400"/>
                <a:gd name="connsiteX79" fmla="*/ 6434666 w 6502400"/>
                <a:gd name="connsiteY79" fmla="*/ 254000 h 660400"/>
                <a:gd name="connsiteX80" fmla="*/ 6451600 w 6502400"/>
                <a:gd name="connsiteY80" fmla="*/ 203200 h 660400"/>
                <a:gd name="connsiteX81" fmla="*/ 6468533 w 6502400"/>
                <a:gd name="connsiteY81" fmla="*/ 186266 h 660400"/>
                <a:gd name="connsiteX82" fmla="*/ 6502400 w 6502400"/>
                <a:gd name="connsiteY82" fmla="*/ 67733 h 660400"/>
                <a:gd name="connsiteX83" fmla="*/ 6493933 w 6502400"/>
                <a:gd name="connsiteY83" fmla="*/ 33866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502400" h="660400">
                  <a:moveTo>
                    <a:pt x="0" y="660400"/>
                  </a:moveTo>
                  <a:cubicBezTo>
                    <a:pt x="16933" y="654755"/>
                    <a:pt x="34227" y="650095"/>
                    <a:pt x="50800" y="643466"/>
                  </a:cubicBezTo>
                  <a:cubicBezTo>
                    <a:pt x="62518" y="638779"/>
                    <a:pt x="72045" y="626533"/>
                    <a:pt x="84666" y="626533"/>
                  </a:cubicBezTo>
                  <a:cubicBezTo>
                    <a:pt x="135779" y="626533"/>
                    <a:pt x="186266" y="637822"/>
                    <a:pt x="237066" y="643466"/>
                  </a:cubicBezTo>
                  <a:cubicBezTo>
                    <a:pt x="253999" y="649111"/>
                    <a:pt x="270017" y="660400"/>
                    <a:pt x="287866" y="660400"/>
                  </a:cubicBezTo>
                  <a:cubicBezTo>
                    <a:pt x="401289" y="660400"/>
                    <a:pt x="411582" y="653027"/>
                    <a:pt x="491066" y="626533"/>
                  </a:cubicBezTo>
                  <a:cubicBezTo>
                    <a:pt x="529893" y="587708"/>
                    <a:pt x="480356" y="633673"/>
                    <a:pt x="541866" y="592666"/>
                  </a:cubicBezTo>
                  <a:cubicBezTo>
                    <a:pt x="548508" y="588238"/>
                    <a:pt x="552158" y="580161"/>
                    <a:pt x="558800" y="575733"/>
                  </a:cubicBezTo>
                  <a:cubicBezTo>
                    <a:pt x="569301" y="568732"/>
                    <a:pt x="582165" y="565801"/>
                    <a:pt x="592666" y="558800"/>
                  </a:cubicBezTo>
                  <a:cubicBezTo>
                    <a:pt x="599308" y="554372"/>
                    <a:pt x="602958" y="546294"/>
                    <a:pt x="609600" y="541866"/>
                  </a:cubicBezTo>
                  <a:cubicBezTo>
                    <a:pt x="620101" y="534865"/>
                    <a:pt x="633369" y="532506"/>
                    <a:pt x="643466" y="524933"/>
                  </a:cubicBezTo>
                  <a:cubicBezTo>
                    <a:pt x="656238" y="515354"/>
                    <a:pt x="663053" y="498206"/>
                    <a:pt x="677333" y="491066"/>
                  </a:cubicBezTo>
                  <a:cubicBezTo>
                    <a:pt x="699911" y="479777"/>
                    <a:pt x="727217" y="475049"/>
                    <a:pt x="745066" y="457200"/>
                  </a:cubicBezTo>
                  <a:cubicBezTo>
                    <a:pt x="750711" y="451555"/>
                    <a:pt x="755358" y="444694"/>
                    <a:pt x="762000" y="440266"/>
                  </a:cubicBezTo>
                  <a:cubicBezTo>
                    <a:pt x="772501" y="433265"/>
                    <a:pt x="785365" y="430334"/>
                    <a:pt x="795866" y="423333"/>
                  </a:cubicBezTo>
                  <a:cubicBezTo>
                    <a:pt x="802508" y="418905"/>
                    <a:pt x="806158" y="410828"/>
                    <a:pt x="812800" y="406400"/>
                  </a:cubicBezTo>
                  <a:cubicBezTo>
                    <a:pt x="823301" y="399399"/>
                    <a:pt x="836165" y="396467"/>
                    <a:pt x="846666" y="389466"/>
                  </a:cubicBezTo>
                  <a:cubicBezTo>
                    <a:pt x="853308" y="385038"/>
                    <a:pt x="856755" y="376640"/>
                    <a:pt x="863600" y="372533"/>
                  </a:cubicBezTo>
                  <a:cubicBezTo>
                    <a:pt x="885245" y="359546"/>
                    <a:pt x="908755" y="349955"/>
                    <a:pt x="931333" y="338666"/>
                  </a:cubicBezTo>
                  <a:lnTo>
                    <a:pt x="965200" y="321733"/>
                  </a:lnTo>
                  <a:lnTo>
                    <a:pt x="999066" y="304800"/>
                  </a:lnTo>
                  <a:cubicBezTo>
                    <a:pt x="1021644" y="310444"/>
                    <a:pt x="1043844" y="317907"/>
                    <a:pt x="1066800" y="321733"/>
                  </a:cubicBezTo>
                  <a:cubicBezTo>
                    <a:pt x="1258267" y="353644"/>
                    <a:pt x="1144076" y="319269"/>
                    <a:pt x="1253066" y="355600"/>
                  </a:cubicBezTo>
                  <a:cubicBezTo>
                    <a:pt x="1291325" y="393857"/>
                    <a:pt x="1242965" y="350548"/>
                    <a:pt x="1320800" y="389466"/>
                  </a:cubicBezTo>
                  <a:cubicBezTo>
                    <a:pt x="1327940" y="393036"/>
                    <a:pt x="1330888" y="402293"/>
                    <a:pt x="1337733" y="406400"/>
                  </a:cubicBezTo>
                  <a:cubicBezTo>
                    <a:pt x="1359378" y="419387"/>
                    <a:pt x="1405466" y="440266"/>
                    <a:pt x="1405466" y="440266"/>
                  </a:cubicBezTo>
                  <a:cubicBezTo>
                    <a:pt x="1564457" y="408469"/>
                    <a:pt x="1551400" y="403736"/>
                    <a:pt x="1794933" y="440266"/>
                  </a:cubicBezTo>
                  <a:cubicBezTo>
                    <a:pt x="1810721" y="442634"/>
                    <a:pt x="1814520" y="466993"/>
                    <a:pt x="1828800" y="474133"/>
                  </a:cubicBezTo>
                  <a:cubicBezTo>
                    <a:pt x="1917349" y="518408"/>
                    <a:pt x="1872044" y="501878"/>
                    <a:pt x="1964266" y="524933"/>
                  </a:cubicBezTo>
                  <a:cubicBezTo>
                    <a:pt x="1992488" y="519289"/>
                    <a:pt x="2021011" y="514981"/>
                    <a:pt x="2048933" y="508000"/>
                  </a:cubicBezTo>
                  <a:cubicBezTo>
                    <a:pt x="2090778" y="497539"/>
                    <a:pt x="2098567" y="491649"/>
                    <a:pt x="2133600" y="474133"/>
                  </a:cubicBezTo>
                  <a:cubicBezTo>
                    <a:pt x="2156178" y="479777"/>
                    <a:pt x="2179725" y="482423"/>
                    <a:pt x="2201333" y="491066"/>
                  </a:cubicBezTo>
                  <a:cubicBezTo>
                    <a:pt x="2208745" y="494031"/>
                    <a:pt x="2211126" y="504430"/>
                    <a:pt x="2218266" y="508000"/>
                  </a:cubicBezTo>
                  <a:cubicBezTo>
                    <a:pt x="2234231" y="515983"/>
                    <a:pt x="2252133" y="519289"/>
                    <a:pt x="2269066" y="524933"/>
                  </a:cubicBezTo>
                  <a:cubicBezTo>
                    <a:pt x="2291644" y="519289"/>
                    <a:pt x="2314081" y="513049"/>
                    <a:pt x="2336800" y="508000"/>
                  </a:cubicBezTo>
                  <a:cubicBezTo>
                    <a:pt x="2364896" y="501756"/>
                    <a:pt x="2393792" y="498973"/>
                    <a:pt x="2421466" y="491066"/>
                  </a:cubicBezTo>
                  <a:cubicBezTo>
                    <a:pt x="2433602" y="487599"/>
                    <a:pt x="2442883" y="476208"/>
                    <a:pt x="2455333" y="474133"/>
                  </a:cubicBezTo>
                  <a:cubicBezTo>
                    <a:pt x="2511287" y="464808"/>
                    <a:pt x="2568222" y="462844"/>
                    <a:pt x="2624666" y="457200"/>
                  </a:cubicBezTo>
                  <a:cubicBezTo>
                    <a:pt x="2738089" y="463872"/>
                    <a:pt x="2879114" y="496562"/>
                    <a:pt x="2997200" y="457200"/>
                  </a:cubicBezTo>
                  <a:cubicBezTo>
                    <a:pt x="3021147" y="449218"/>
                    <a:pt x="3042355" y="434622"/>
                    <a:pt x="3064933" y="423333"/>
                  </a:cubicBezTo>
                  <a:lnTo>
                    <a:pt x="3098800" y="406400"/>
                  </a:lnTo>
                  <a:cubicBezTo>
                    <a:pt x="3114765" y="398418"/>
                    <a:pt x="3133194" y="396497"/>
                    <a:pt x="3149600" y="389466"/>
                  </a:cubicBezTo>
                  <a:cubicBezTo>
                    <a:pt x="3172802" y="379522"/>
                    <a:pt x="3217333" y="355600"/>
                    <a:pt x="3217333" y="355600"/>
                  </a:cubicBezTo>
                  <a:cubicBezTo>
                    <a:pt x="3222977" y="338667"/>
                    <a:pt x="3229937" y="322116"/>
                    <a:pt x="3234266" y="304800"/>
                  </a:cubicBezTo>
                  <a:cubicBezTo>
                    <a:pt x="3241247" y="276878"/>
                    <a:pt x="3243293" y="247807"/>
                    <a:pt x="3251200" y="220133"/>
                  </a:cubicBezTo>
                  <a:cubicBezTo>
                    <a:pt x="3254667" y="207997"/>
                    <a:pt x="3258277" y="194151"/>
                    <a:pt x="3268133" y="186266"/>
                  </a:cubicBezTo>
                  <a:cubicBezTo>
                    <a:pt x="3287844" y="170497"/>
                    <a:pt x="3318017" y="170249"/>
                    <a:pt x="3335866" y="152400"/>
                  </a:cubicBezTo>
                  <a:cubicBezTo>
                    <a:pt x="3387661" y="100605"/>
                    <a:pt x="3304653" y="180043"/>
                    <a:pt x="3386666" y="118533"/>
                  </a:cubicBezTo>
                  <a:cubicBezTo>
                    <a:pt x="3399438" y="108954"/>
                    <a:pt x="3409244" y="95955"/>
                    <a:pt x="3420533" y="84666"/>
                  </a:cubicBezTo>
                  <a:cubicBezTo>
                    <a:pt x="3460294" y="44905"/>
                    <a:pt x="3481521" y="69384"/>
                    <a:pt x="3505200" y="33866"/>
                  </a:cubicBezTo>
                  <a:cubicBezTo>
                    <a:pt x="3512201" y="23365"/>
                    <a:pt x="3516489" y="11289"/>
                    <a:pt x="3522133" y="0"/>
                  </a:cubicBezTo>
                  <a:cubicBezTo>
                    <a:pt x="3663244" y="5644"/>
                    <a:pt x="3805173" y="745"/>
                    <a:pt x="3945466" y="16933"/>
                  </a:cubicBezTo>
                  <a:cubicBezTo>
                    <a:pt x="3958004" y="18380"/>
                    <a:pt x="3957712" y="39081"/>
                    <a:pt x="3962400" y="50800"/>
                  </a:cubicBezTo>
                  <a:cubicBezTo>
                    <a:pt x="3969029" y="67373"/>
                    <a:pt x="3972302" y="85194"/>
                    <a:pt x="3979333" y="101600"/>
                  </a:cubicBezTo>
                  <a:cubicBezTo>
                    <a:pt x="3989277" y="124802"/>
                    <a:pt x="4001911" y="146755"/>
                    <a:pt x="4013200" y="169333"/>
                  </a:cubicBezTo>
                  <a:lnTo>
                    <a:pt x="4047066" y="237066"/>
                  </a:lnTo>
                  <a:cubicBezTo>
                    <a:pt x="4050636" y="244206"/>
                    <a:pt x="4059572" y="247358"/>
                    <a:pt x="4064000" y="254000"/>
                  </a:cubicBezTo>
                  <a:cubicBezTo>
                    <a:pt x="4071001" y="264501"/>
                    <a:pt x="4073360" y="277769"/>
                    <a:pt x="4080933" y="287866"/>
                  </a:cubicBezTo>
                  <a:cubicBezTo>
                    <a:pt x="4117555" y="336695"/>
                    <a:pt x="4105398" y="309820"/>
                    <a:pt x="4148666" y="338666"/>
                  </a:cubicBezTo>
                  <a:cubicBezTo>
                    <a:pt x="4155308" y="343094"/>
                    <a:pt x="4158958" y="351172"/>
                    <a:pt x="4165600" y="355600"/>
                  </a:cubicBezTo>
                  <a:cubicBezTo>
                    <a:pt x="4195384" y="375456"/>
                    <a:pt x="4215844" y="375697"/>
                    <a:pt x="4250266" y="389466"/>
                  </a:cubicBezTo>
                  <a:cubicBezTo>
                    <a:pt x="4261985" y="394154"/>
                    <a:pt x="4272159" y="402409"/>
                    <a:pt x="4284133" y="406400"/>
                  </a:cubicBezTo>
                  <a:cubicBezTo>
                    <a:pt x="4306211" y="413759"/>
                    <a:pt x="4330075" y="415161"/>
                    <a:pt x="4351866" y="423333"/>
                  </a:cubicBezTo>
                  <a:lnTo>
                    <a:pt x="4453466" y="474133"/>
                  </a:lnTo>
                  <a:cubicBezTo>
                    <a:pt x="4469431" y="482115"/>
                    <a:pt x="4487333" y="485422"/>
                    <a:pt x="4504266" y="491066"/>
                  </a:cubicBezTo>
                  <a:lnTo>
                    <a:pt x="4605866" y="474133"/>
                  </a:lnTo>
                  <a:cubicBezTo>
                    <a:pt x="4645314" y="468064"/>
                    <a:pt x="4687342" y="472023"/>
                    <a:pt x="4724400" y="457200"/>
                  </a:cubicBezTo>
                  <a:cubicBezTo>
                    <a:pt x="4746635" y="448306"/>
                    <a:pt x="4753781" y="417110"/>
                    <a:pt x="4775200" y="406400"/>
                  </a:cubicBezTo>
                  <a:lnTo>
                    <a:pt x="4809066" y="389466"/>
                  </a:lnTo>
                  <a:cubicBezTo>
                    <a:pt x="5261917" y="424301"/>
                    <a:pt x="5117682" y="357510"/>
                    <a:pt x="5283200" y="440266"/>
                  </a:cubicBezTo>
                  <a:cubicBezTo>
                    <a:pt x="5288844" y="445911"/>
                    <a:pt x="5293491" y="452772"/>
                    <a:pt x="5300133" y="457200"/>
                  </a:cubicBezTo>
                  <a:cubicBezTo>
                    <a:pt x="5381209" y="511251"/>
                    <a:pt x="5469865" y="464429"/>
                    <a:pt x="5571066" y="457200"/>
                  </a:cubicBezTo>
                  <a:cubicBezTo>
                    <a:pt x="5863522" y="408457"/>
                    <a:pt x="5705732" y="419050"/>
                    <a:pt x="6045200" y="440266"/>
                  </a:cubicBezTo>
                  <a:cubicBezTo>
                    <a:pt x="6090355" y="434622"/>
                    <a:pt x="6137078" y="436409"/>
                    <a:pt x="6180666" y="423333"/>
                  </a:cubicBezTo>
                  <a:cubicBezTo>
                    <a:pt x="6195958" y="418745"/>
                    <a:pt x="6203244" y="400755"/>
                    <a:pt x="6214533" y="389466"/>
                  </a:cubicBezTo>
                  <a:cubicBezTo>
                    <a:pt x="6232382" y="371617"/>
                    <a:pt x="6259688" y="366889"/>
                    <a:pt x="6282266" y="355600"/>
                  </a:cubicBezTo>
                  <a:cubicBezTo>
                    <a:pt x="6289406" y="352030"/>
                    <a:pt x="6292558" y="343094"/>
                    <a:pt x="6299200" y="338666"/>
                  </a:cubicBezTo>
                  <a:cubicBezTo>
                    <a:pt x="6309701" y="331665"/>
                    <a:pt x="6322969" y="329306"/>
                    <a:pt x="6333066" y="321733"/>
                  </a:cubicBezTo>
                  <a:cubicBezTo>
                    <a:pt x="6345838" y="312154"/>
                    <a:pt x="6352653" y="295006"/>
                    <a:pt x="6366933" y="287866"/>
                  </a:cubicBezTo>
                  <a:lnTo>
                    <a:pt x="6434666" y="254000"/>
                  </a:lnTo>
                  <a:cubicBezTo>
                    <a:pt x="6440311" y="237067"/>
                    <a:pt x="6443618" y="219165"/>
                    <a:pt x="6451600" y="203200"/>
                  </a:cubicBezTo>
                  <a:cubicBezTo>
                    <a:pt x="6455170" y="196060"/>
                    <a:pt x="6466009" y="193839"/>
                    <a:pt x="6468533" y="186266"/>
                  </a:cubicBezTo>
                  <a:cubicBezTo>
                    <a:pt x="6526753" y="11602"/>
                    <a:pt x="6455574" y="161382"/>
                    <a:pt x="6502400" y="67733"/>
                  </a:cubicBezTo>
                  <a:lnTo>
                    <a:pt x="6493933" y="33866"/>
                  </a:lnTo>
                </a:path>
              </a:pathLst>
            </a:cu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ED0CBB2-BD14-492A-B84C-16F4FCD9C1F7}"/>
              </a:ext>
            </a:extLst>
          </p:cNvPr>
          <p:cNvCxnSpPr/>
          <p:nvPr/>
        </p:nvCxnSpPr>
        <p:spPr>
          <a:xfrm>
            <a:off x="4214376" y="2579161"/>
            <a:ext cx="0" cy="20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701B6BC-5905-415E-9197-2B96ABF62E8A}"/>
              </a:ext>
            </a:extLst>
          </p:cNvPr>
          <p:cNvGrpSpPr/>
          <p:nvPr/>
        </p:nvGrpSpPr>
        <p:grpSpPr>
          <a:xfrm>
            <a:off x="3771418" y="3020867"/>
            <a:ext cx="1441384" cy="401643"/>
            <a:chOff x="13103405" y="3867156"/>
            <a:chExt cx="1441384" cy="401643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C16BB2E-A569-48BA-B78C-D1ABDC6E8650}"/>
                </a:ext>
              </a:extLst>
            </p:cNvPr>
            <p:cNvSpPr/>
            <p:nvPr/>
          </p:nvSpPr>
          <p:spPr>
            <a:xfrm>
              <a:off x="13103405" y="4049720"/>
              <a:ext cx="720000" cy="219079"/>
            </a:xfrm>
            <a:prstGeom prst="rect">
              <a:avLst/>
            </a:prstGeom>
            <a:solidFill>
              <a:srgbClr val="B9E3FE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1885F96-8346-4C80-844E-6FD1057E26C2}"/>
                </a:ext>
              </a:extLst>
            </p:cNvPr>
            <p:cNvSpPr/>
            <p:nvPr/>
          </p:nvSpPr>
          <p:spPr>
            <a:xfrm>
              <a:off x="13824789" y="3867156"/>
              <a:ext cx="720000" cy="401643"/>
            </a:xfrm>
            <a:prstGeom prst="rect">
              <a:avLst/>
            </a:prstGeom>
            <a:solidFill>
              <a:srgbClr val="B9E3FE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7D3E0BD-4764-4075-97FC-B9ACB89CB8D7}"/>
              </a:ext>
            </a:extLst>
          </p:cNvPr>
          <p:cNvSpPr/>
          <p:nvPr/>
        </p:nvSpPr>
        <p:spPr>
          <a:xfrm>
            <a:off x="2993325" y="2241978"/>
            <a:ext cx="1088968" cy="59020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altLang="ko-KR" sz="600" dirty="0">
                <a:solidFill>
                  <a:schemeClr val="tx1"/>
                </a:solidFill>
              </a:rPr>
              <a:t>1</a:t>
            </a:r>
            <a:r>
              <a:rPr lang="ko-KR" altLang="en-US" sz="600" dirty="0">
                <a:solidFill>
                  <a:schemeClr val="tx1"/>
                </a:solidFill>
              </a:rPr>
              <a:t>월</a:t>
            </a:r>
            <a:r>
              <a:rPr lang="en-US" altLang="ko-KR" sz="600" dirty="0">
                <a:solidFill>
                  <a:schemeClr val="tx1"/>
                </a:solidFill>
              </a:rPr>
              <a:t>14</a:t>
            </a:r>
            <a:r>
              <a:rPr lang="ko-KR" altLang="en-US" sz="600" dirty="0">
                <a:solidFill>
                  <a:schemeClr val="tx1"/>
                </a:solidFill>
              </a:rPr>
              <a:t>일 목요일</a:t>
            </a:r>
            <a:r>
              <a:rPr lang="en-US" altLang="ko-KR" sz="600" dirty="0">
                <a:solidFill>
                  <a:schemeClr val="tx1"/>
                </a:solidFill>
              </a:rPr>
              <a:t>,</a:t>
            </a:r>
            <a:r>
              <a:rPr lang="ko-KR" altLang="en-US" sz="600" dirty="0">
                <a:solidFill>
                  <a:schemeClr val="tx1"/>
                </a:solidFill>
              </a:rPr>
              <a:t> </a:t>
            </a:r>
            <a:r>
              <a:rPr lang="en-US" altLang="ko-KR" sz="600" dirty="0">
                <a:solidFill>
                  <a:schemeClr val="tx1"/>
                </a:solidFill>
              </a:rPr>
              <a:t>17:42</a:t>
            </a:r>
            <a:endParaRPr lang="en-US" altLang="ko-KR" sz="600" dirty="0">
              <a:solidFill>
                <a:srgbClr val="FF0000"/>
              </a:solidFill>
            </a:endParaRPr>
          </a:p>
          <a:p>
            <a:r>
              <a:rPr lang="en-US" altLang="ko-KR" sz="600" dirty="0">
                <a:solidFill>
                  <a:srgbClr val="FF0000"/>
                </a:solidFill>
              </a:rPr>
              <a:t>- </a:t>
            </a:r>
            <a:r>
              <a:rPr lang="ko-KR" altLang="en-US" sz="600" dirty="0">
                <a:solidFill>
                  <a:srgbClr val="FF0000"/>
                </a:solidFill>
              </a:rPr>
              <a:t>기준부하</a:t>
            </a:r>
            <a:r>
              <a:rPr lang="en-US" altLang="ko-KR" sz="600" dirty="0">
                <a:solidFill>
                  <a:srgbClr val="FF0000"/>
                </a:solidFill>
              </a:rPr>
              <a:t>(CBL) 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5,500kW</a:t>
            </a:r>
          </a:p>
          <a:p>
            <a:r>
              <a:rPr lang="en-US" altLang="ko-KR" sz="600" dirty="0">
                <a:solidFill>
                  <a:schemeClr val="accent6">
                    <a:lumMod val="75000"/>
                  </a:schemeClr>
                </a:solidFill>
              </a:rPr>
              <a:t>- </a:t>
            </a:r>
            <a:r>
              <a:rPr lang="ko-KR" altLang="en-US" sz="600" dirty="0">
                <a:solidFill>
                  <a:schemeClr val="accent6">
                    <a:lumMod val="75000"/>
                  </a:schemeClr>
                </a:solidFill>
              </a:rPr>
              <a:t>현재 사용량 </a:t>
            </a:r>
            <a:r>
              <a:rPr lang="en-US" altLang="ko-KR" sz="6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altLang="ko-KR" sz="600" b="1" dirty="0">
                <a:solidFill>
                  <a:schemeClr val="tx1"/>
                </a:solidFill>
              </a:rPr>
              <a:t>800kW</a:t>
            </a:r>
          </a:p>
          <a:p>
            <a:r>
              <a:rPr lang="en-US" altLang="ko-KR" sz="600" dirty="0">
                <a:solidFill>
                  <a:srgbClr val="0070C0"/>
                </a:solidFill>
              </a:rPr>
              <a:t>- </a:t>
            </a:r>
            <a:r>
              <a:rPr lang="ko-KR" altLang="en-US" sz="600" dirty="0" err="1">
                <a:solidFill>
                  <a:srgbClr val="0070C0"/>
                </a:solidFill>
              </a:rPr>
              <a:t>감축량</a:t>
            </a:r>
            <a:r>
              <a:rPr lang="ko-KR" altLang="en-US" sz="600" dirty="0">
                <a:solidFill>
                  <a:srgbClr val="0070C0"/>
                </a:solidFill>
              </a:rPr>
              <a:t> </a:t>
            </a:r>
            <a:r>
              <a:rPr lang="en-US" altLang="ko-KR" sz="600" dirty="0">
                <a:solidFill>
                  <a:srgbClr val="0070C0"/>
                </a:solidFill>
              </a:rPr>
              <a:t>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4,700kW</a:t>
            </a:r>
          </a:p>
          <a:p>
            <a:r>
              <a:rPr lang="en-US" altLang="ko-KR" sz="600" dirty="0">
                <a:solidFill>
                  <a:srgbClr val="A3CFE5"/>
                </a:solidFill>
              </a:rPr>
              <a:t>- </a:t>
            </a:r>
            <a:r>
              <a:rPr lang="ko-KR" altLang="en-US" sz="600" dirty="0">
                <a:solidFill>
                  <a:srgbClr val="A3CFE5"/>
                </a:solidFill>
              </a:rPr>
              <a:t>목표사용량</a:t>
            </a:r>
            <a:r>
              <a:rPr lang="en-US" altLang="ko-KR" sz="600" dirty="0">
                <a:solidFill>
                  <a:srgbClr val="A3CFE5"/>
                </a:solidFill>
              </a:rPr>
              <a:t> 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1,500kW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3AFE6F5-B39E-4C7E-B5D1-C7B09686E70C}"/>
              </a:ext>
            </a:extLst>
          </p:cNvPr>
          <p:cNvGrpSpPr/>
          <p:nvPr/>
        </p:nvGrpSpPr>
        <p:grpSpPr>
          <a:xfrm>
            <a:off x="3784893" y="2820303"/>
            <a:ext cx="1433726" cy="147054"/>
            <a:chOff x="3784893" y="2295519"/>
            <a:chExt cx="1433726" cy="147054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11AE1830-F8AB-444E-93D8-E7B6005A78D0}"/>
                </a:ext>
              </a:extLst>
            </p:cNvPr>
            <p:cNvCxnSpPr/>
            <p:nvPr/>
          </p:nvCxnSpPr>
          <p:spPr>
            <a:xfrm>
              <a:off x="3784893" y="2405058"/>
              <a:ext cx="720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F6D9AE13-65CB-48C1-9790-F46E1CE3E60C}"/>
                </a:ext>
              </a:extLst>
            </p:cNvPr>
            <p:cNvCxnSpPr/>
            <p:nvPr/>
          </p:nvCxnSpPr>
          <p:spPr>
            <a:xfrm>
              <a:off x="4498619" y="2295519"/>
              <a:ext cx="720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1E5910F-DAAE-4872-9F3F-FC90EA5DA938}"/>
                </a:ext>
              </a:extLst>
            </p:cNvPr>
            <p:cNvCxnSpPr/>
            <p:nvPr/>
          </p:nvCxnSpPr>
          <p:spPr>
            <a:xfrm rot="5400000">
              <a:off x="4443826" y="2350264"/>
              <a:ext cx="108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E1CFA752-70D4-42E0-994B-22C5BCFAD330}"/>
                </a:ext>
              </a:extLst>
            </p:cNvPr>
            <p:cNvSpPr/>
            <p:nvPr/>
          </p:nvSpPr>
          <p:spPr>
            <a:xfrm>
              <a:off x="4185188" y="2370573"/>
              <a:ext cx="72000" cy="72000"/>
            </a:xfrm>
            <a:prstGeom prst="ellipse">
              <a:avLst/>
            </a:prstGeom>
            <a:solidFill>
              <a:srgbClr val="FF99C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EBBF22FE-E9F7-4C17-BAD0-FF70374CA847}"/>
              </a:ext>
            </a:extLst>
          </p:cNvPr>
          <p:cNvSpPr/>
          <p:nvPr/>
        </p:nvSpPr>
        <p:spPr>
          <a:xfrm>
            <a:off x="4185188" y="2991976"/>
            <a:ext cx="72000" cy="72000"/>
          </a:xfrm>
          <a:prstGeom prst="ellipse">
            <a:avLst/>
          </a:prstGeom>
          <a:solidFill>
            <a:srgbClr val="FF99CC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DE35BFDD-FBA2-4179-AB38-193643CA0F8C}"/>
              </a:ext>
            </a:extLst>
          </p:cNvPr>
          <p:cNvSpPr/>
          <p:nvPr/>
        </p:nvSpPr>
        <p:spPr>
          <a:xfrm>
            <a:off x="1259632" y="1812571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일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오늘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E6D1367-2F24-48E0-BCE8-DED1DFCE2B0B}"/>
              </a:ext>
            </a:extLst>
          </p:cNvPr>
          <p:cNvSpPr txBox="1"/>
          <p:nvPr/>
        </p:nvSpPr>
        <p:spPr>
          <a:xfrm>
            <a:off x="1472556" y="5137065"/>
            <a:ext cx="1299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기준부하 및 목표사용량 확인</a:t>
            </a:r>
          </a:p>
        </p:txBody>
      </p:sp>
      <p:pic>
        <p:nvPicPr>
          <p:cNvPr id="1026" name="Picture 2" descr="standardì ëí ì´ë¯¸ì§ ê²ìê²°ê³¼">
            <a:extLst>
              <a:ext uri="{FF2B5EF4-FFF2-40B4-BE49-F238E27FC236}">
                <a16:creationId xmlns:a16="http://schemas.microsoft.com/office/drawing/2014/main" id="{999E2272-260A-4590-8D42-D19FA5CE1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29" y="5146149"/>
            <a:ext cx="170228" cy="17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D9ACADC7-FC69-49A9-9678-91462664E9B5}"/>
              </a:ext>
            </a:extLst>
          </p:cNvPr>
          <p:cNvCxnSpPr/>
          <p:nvPr/>
        </p:nvCxnSpPr>
        <p:spPr>
          <a:xfrm>
            <a:off x="3419872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6BD2137-8CAF-492D-AD29-9ACF73FF54A6}"/>
              </a:ext>
            </a:extLst>
          </p:cNvPr>
          <p:cNvSpPr/>
          <p:nvPr/>
        </p:nvSpPr>
        <p:spPr>
          <a:xfrm>
            <a:off x="3995936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318B528-EB1D-4DED-8303-7F8FC3C5026B}"/>
              </a:ext>
            </a:extLst>
          </p:cNvPr>
          <p:cNvCxnSpPr/>
          <p:nvPr/>
        </p:nvCxnSpPr>
        <p:spPr>
          <a:xfrm>
            <a:off x="471601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A1D395E-4E9F-4E13-8B2A-EF520FB474F9}"/>
              </a:ext>
            </a:extLst>
          </p:cNvPr>
          <p:cNvSpPr/>
          <p:nvPr/>
        </p:nvSpPr>
        <p:spPr>
          <a:xfrm>
            <a:off x="529208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97B870A2-D045-4096-9044-C30F4DE2001E}"/>
              </a:ext>
            </a:extLst>
          </p:cNvPr>
          <p:cNvCxnSpPr/>
          <p:nvPr/>
        </p:nvCxnSpPr>
        <p:spPr>
          <a:xfrm>
            <a:off x="6012160" y="2399100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5B84184-BF59-4825-911C-87FFD2AD1BAB}"/>
              </a:ext>
            </a:extLst>
          </p:cNvPr>
          <p:cNvSpPr/>
          <p:nvPr/>
        </p:nvSpPr>
        <p:spPr>
          <a:xfrm>
            <a:off x="6588224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지난 주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0D5B945-0E29-4B47-B3E1-0107BC84F969}"/>
              </a:ext>
            </a:extLst>
          </p:cNvPr>
          <p:cNvCxnSpPr/>
          <p:nvPr/>
        </p:nvCxnSpPr>
        <p:spPr>
          <a:xfrm>
            <a:off x="7308304" y="2398531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03FCDE5-DA5A-4A6D-AB48-E4F964323201}"/>
              </a:ext>
            </a:extLst>
          </p:cNvPr>
          <p:cNvSpPr/>
          <p:nvPr/>
        </p:nvSpPr>
        <p:spPr>
          <a:xfrm>
            <a:off x="7884368" y="227630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 사용량</a:t>
            </a:r>
          </a:p>
        </p:txBody>
      </p:sp>
    </p:spTree>
    <p:extLst>
      <p:ext uri="{BB962C8B-B14F-4D97-AF65-F5344CB8AC3E}">
        <p14:creationId xmlns:p14="http://schemas.microsoft.com/office/powerpoint/2010/main" val="932586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52010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6" name="자유형 5"/>
          <p:cNvSpPr/>
          <p:nvPr/>
        </p:nvSpPr>
        <p:spPr>
          <a:xfrm>
            <a:off x="2286000" y="3993893"/>
            <a:ext cx="1733550" cy="453390"/>
          </a:xfrm>
          <a:custGeom>
            <a:avLst/>
            <a:gdLst>
              <a:gd name="connsiteX0" fmla="*/ 0 w 1733550"/>
              <a:gd name="connsiteY0" fmla="*/ 171450 h 453390"/>
              <a:gd name="connsiteX1" fmla="*/ 582930 w 1733550"/>
              <a:gd name="connsiteY1" fmla="*/ 430530 h 453390"/>
              <a:gd name="connsiteX2" fmla="*/ 864870 w 1733550"/>
              <a:gd name="connsiteY2" fmla="*/ 453390 h 453390"/>
              <a:gd name="connsiteX3" fmla="*/ 1165860 w 1733550"/>
              <a:gd name="connsiteY3" fmla="*/ 419100 h 453390"/>
              <a:gd name="connsiteX4" fmla="*/ 1482090 w 1733550"/>
              <a:gd name="connsiteY4" fmla="*/ 106680 h 453390"/>
              <a:gd name="connsiteX5" fmla="*/ 1733550 w 1733550"/>
              <a:gd name="connsiteY5" fmla="*/ 0 h 4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550" h="453390">
                <a:moveTo>
                  <a:pt x="0" y="171450"/>
                </a:moveTo>
                <a:lnTo>
                  <a:pt x="582930" y="430530"/>
                </a:lnTo>
                <a:lnTo>
                  <a:pt x="864870" y="453390"/>
                </a:lnTo>
                <a:lnTo>
                  <a:pt x="1165860" y="419100"/>
                </a:lnTo>
                <a:lnTo>
                  <a:pt x="1482090" y="106680"/>
                </a:lnTo>
                <a:lnTo>
                  <a:pt x="1733550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사용량 구성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0226" y="5877272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현재 사용량에서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인한 사용량의 효율을 나타낸다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실제 사용량 기준으로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사용량의 데이터가 업데이트 되면 해당 영역만큼의 효율성을 나타낼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예를 들어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03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~ 08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사용될 때 실제 사용량은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사용량을 포함하는 만큼의 사용이 되지만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인해 주황색 영역과 같이 실제 사용량은 줄어 들게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648656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 구성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074797"/>
              </p:ext>
            </p:extLst>
          </p:nvPr>
        </p:nvGraphicFramePr>
        <p:xfrm>
          <a:off x="467544" y="2495936"/>
          <a:ext cx="8208914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4283968" y="2327092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4860032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cxnSp>
        <p:nvCxnSpPr>
          <p:cNvPr id="78" name="직선 연결선 77"/>
          <p:cNvCxnSpPr/>
          <p:nvPr/>
        </p:nvCxnSpPr>
        <p:spPr>
          <a:xfrm>
            <a:off x="5796136" y="2327092"/>
            <a:ext cx="504056" cy="0"/>
          </a:xfrm>
          <a:prstGeom prst="lin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직사각형 78"/>
          <p:cNvSpPr/>
          <p:nvPr/>
        </p:nvSpPr>
        <p:spPr>
          <a:xfrm>
            <a:off x="6372200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cxnSp>
        <p:nvCxnSpPr>
          <p:cNvPr id="80" name="직선 연결선 79"/>
          <p:cNvCxnSpPr/>
          <p:nvPr/>
        </p:nvCxnSpPr>
        <p:spPr>
          <a:xfrm>
            <a:off x="375391" y="5587665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187624" y="2878337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665988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6840252" y="5110585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7494198" y="5038576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8460432" y="5110585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79495" y="2060848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/>
        </p:nvSpPr>
        <p:spPr>
          <a:xfrm rot="10615747">
            <a:off x="2260737" y="4041166"/>
            <a:ext cx="1757659" cy="90164"/>
          </a:xfrm>
          <a:custGeom>
            <a:avLst/>
            <a:gdLst>
              <a:gd name="connsiteX0" fmla="*/ 0 w 1761066"/>
              <a:gd name="connsiteY0" fmla="*/ 177800 h 228600"/>
              <a:gd name="connsiteX1" fmla="*/ 601133 w 1761066"/>
              <a:gd name="connsiteY1" fmla="*/ 228600 h 228600"/>
              <a:gd name="connsiteX2" fmla="*/ 905933 w 1761066"/>
              <a:gd name="connsiteY2" fmla="*/ 177800 h 228600"/>
              <a:gd name="connsiteX3" fmla="*/ 1159933 w 1761066"/>
              <a:gd name="connsiteY3" fmla="*/ 127000 h 228600"/>
              <a:gd name="connsiteX4" fmla="*/ 1498600 w 1761066"/>
              <a:gd name="connsiteY4" fmla="*/ 59267 h 228600"/>
              <a:gd name="connsiteX5" fmla="*/ 1761066 w 1761066"/>
              <a:gd name="connsiteY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1066" h="228600">
                <a:moveTo>
                  <a:pt x="0" y="177800"/>
                </a:moveTo>
                <a:lnTo>
                  <a:pt x="601133" y="228600"/>
                </a:lnTo>
                <a:lnTo>
                  <a:pt x="905933" y="177800"/>
                </a:lnTo>
                <a:lnTo>
                  <a:pt x="1159933" y="127000"/>
                </a:lnTo>
                <a:lnTo>
                  <a:pt x="1498600" y="59267"/>
                </a:lnTo>
                <a:lnTo>
                  <a:pt x="1761066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자유형 7"/>
          <p:cNvSpPr/>
          <p:nvPr/>
        </p:nvSpPr>
        <p:spPr>
          <a:xfrm>
            <a:off x="4023360" y="4012943"/>
            <a:ext cx="2049780" cy="567690"/>
          </a:xfrm>
          <a:custGeom>
            <a:avLst/>
            <a:gdLst>
              <a:gd name="connsiteX0" fmla="*/ 0 w 2049780"/>
              <a:gd name="connsiteY0" fmla="*/ 0 h 567690"/>
              <a:gd name="connsiteX1" fmla="*/ 331470 w 2049780"/>
              <a:gd name="connsiteY1" fmla="*/ 60960 h 567690"/>
              <a:gd name="connsiteX2" fmla="*/ 640080 w 2049780"/>
              <a:gd name="connsiteY2" fmla="*/ 220980 h 567690"/>
              <a:gd name="connsiteX3" fmla="*/ 1242060 w 2049780"/>
              <a:gd name="connsiteY3" fmla="*/ 236220 h 567690"/>
              <a:gd name="connsiteX4" fmla="*/ 1684020 w 2049780"/>
              <a:gd name="connsiteY4" fmla="*/ 144780 h 567690"/>
              <a:gd name="connsiteX5" fmla="*/ 2049780 w 2049780"/>
              <a:gd name="connsiteY5" fmla="*/ 19050 h 567690"/>
              <a:gd name="connsiteX6" fmla="*/ 1779270 w 2049780"/>
              <a:gd name="connsiteY6" fmla="*/ 346710 h 567690"/>
              <a:gd name="connsiteX7" fmla="*/ 1249680 w 2049780"/>
              <a:gd name="connsiteY7" fmla="*/ 567690 h 567690"/>
              <a:gd name="connsiteX8" fmla="*/ 621030 w 2049780"/>
              <a:gd name="connsiteY8" fmla="*/ 563880 h 567690"/>
              <a:gd name="connsiteX9" fmla="*/ 308610 w 2049780"/>
              <a:gd name="connsiteY9" fmla="*/ 419100 h 567690"/>
              <a:gd name="connsiteX10" fmla="*/ 0 w 2049780"/>
              <a:gd name="connsiteY10" fmla="*/ 0 h 56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9780" h="567690">
                <a:moveTo>
                  <a:pt x="0" y="0"/>
                </a:moveTo>
                <a:lnTo>
                  <a:pt x="331470" y="60960"/>
                </a:lnTo>
                <a:lnTo>
                  <a:pt x="640080" y="220980"/>
                </a:lnTo>
                <a:lnTo>
                  <a:pt x="1242060" y="236220"/>
                </a:lnTo>
                <a:lnTo>
                  <a:pt x="1684020" y="144780"/>
                </a:lnTo>
                <a:lnTo>
                  <a:pt x="2049780" y="19050"/>
                </a:lnTo>
                <a:lnTo>
                  <a:pt x="1779270" y="346710"/>
                </a:lnTo>
                <a:lnTo>
                  <a:pt x="1249680" y="567690"/>
                </a:lnTo>
                <a:lnTo>
                  <a:pt x="621030" y="563880"/>
                </a:lnTo>
                <a:lnTo>
                  <a:pt x="308610" y="419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자유형 1"/>
          <p:cNvSpPr/>
          <p:nvPr/>
        </p:nvSpPr>
        <p:spPr>
          <a:xfrm>
            <a:off x="1354667" y="3996433"/>
            <a:ext cx="4732866" cy="584200"/>
          </a:xfrm>
          <a:custGeom>
            <a:avLst/>
            <a:gdLst>
              <a:gd name="connsiteX0" fmla="*/ 0 w 4732866"/>
              <a:gd name="connsiteY0" fmla="*/ 330200 h 584200"/>
              <a:gd name="connsiteX1" fmla="*/ 262466 w 4732866"/>
              <a:gd name="connsiteY1" fmla="*/ 169333 h 584200"/>
              <a:gd name="connsiteX2" fmla="*/ 575733 w 4732866"/>
              <a:gd name="connsiteY2" fmla="*/ 279400 h 584200"/>
              <a:gd name="connsiteX3" fmla="*/ 905933 w 4732866"/>
              <a:gd name="connsiteY3" fmla="*/ 169333 h 584200"/>
              <a:gd name="connsiteX4" fmla="*/ 1193800 w 4732866"/>
              <a:gd name="connsiteY4" fmla="*/ 296333 h 584200"/>
              <a:gd name="connsiteX5" fmla="*/ 1507066 w 4732866"/>
              <a:gd name="connsiteY5" fmla="*/ 431800 h 584200"/>
              <a:gd name="connsiteX6" fmla="*/ 1794933 w 4732866"/>
              <a:gd name="connsiteY6" fmla="*/ 457200 h 584200"/>
              <a:gd name="connsiteX7" fmla="*/ 2091266 w 4732866"/>
              <a:gd name="connsiteY7" fmla="*/ 423333 h 584200"/>
              <a:gd name="connsiteX8" fmla="*/ 2413000 w 4732866"/>
              <a:gd name="connsiteY8" fmla="*/ 101600 h 584200"/>
              <a:gd name="connsiteX9" fmla="*/ 2667000 w 4732866"/>
              <a:gd name="connsiteY9" fmla="*/ 0 h 584200"/>
              <a:gd name="connsiteX10" fmla="*/ 2971800 w 4732866"/>
              <a:gd name="connsiteY10" fmla="*/ 431800 h 584200"/>
              <a:gd name="connsiteX11" fmla="*/ 3293533 w 4732866"/>
              <a:gd name="connsiteY11" fmla="*/ 567267 h 584200"/>
              <a:gd name="connsiteX12" fmla="*/ 3615266 w 4732866"/>
              <a:gd name="connsiteY12" fmla="*/ 558800 h 584200"/>
              <a:gd name="connsiteX13" fmla="*/ 3911600 w 4732866"/>
              <a:gd name="connsiteY13" fmla="*/ 584200 h 584200"/>
              <a:gd name="connsiteX14" fmla="*/ 4199466 w 4732866"/>
              <a:gd name="connsiteY14" fmla="*/ 440267 h 584200"/>
              <a:gd name="connsiteX15" fmla="*/ 4453466 w 4732866"/>
              <a:gd name="connsiteY15" fmla="*/ 364067 h 584200"/>
              <a:gd name="connsiteX16" fmla="*/ 4732866 w 4732866"/>
              <a:gd name="connsiteY16" fmla="*/ 16933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32866" h="584200">
                <a:moveTo>
                  <a:pt x="0" y="330200"/>
                </a:moveTo>
                <a:lnTo>
                  <a:pt x="262466" y="169333"/>
                </a:lnTo>
                <a:lnTo>
                  <a:pt x="575733" y="279400"/>
                </a:lnTo>
                <a:lnTo>
                  <a:pt x="905933" y="169333"/>
                </a:lnTo>
                <a:lnTo>
                  <a:pt x="1193800" y="296333"/>
                </a:lnTo>
                <a:lnTo>
                  <a:pt x="1507066" y="431800"/>
                </a:lnTo>
                <a:lnTo>
                  <a:pt x="1794933" y="457200"/>
                </a:lnTo>
                <a:lnTo>
                  <a:pt x="2091266" y="423333"/>
                </a:lnTo>
                <a:lnTo>
                  <a:pt x="2413000" y="101600"/>
                </a:lnTo>
                <a:lnTo>
                  <a:pt x="2667000" y="0"/>
                </a:lnTo>
                <a:lnTo>
                  <a:pt x="2971800" y="431800"/>
                </a:lnTo>
                <a:lnTo>
                  <a:pt x="3293533" y="567267"/>
                </a:lnTo>
                <a:lnTo>
                  <a:pt x="3615266" y="558800"/>
                </a:lnTo>
                <a:lnTo>
                  <a:pt x="3911600" y="584200"/>
                </a:lnTo>
                <a:lnTo>
                  <a:pt x="4199466" y="440267"/>
                </a:lnTo>
                <a:lnTo>
                  <a:pt x="4453466" y="364067"/>
                </a:lnTo>
                <a:lnTo>
                  <a:pt x="4732866" y="16933"/>
                </a:lnTo>
              </a:path>
            </a:pathLst>
          </a:cu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직선 연결선 28"/>
          <p:cNvCxnSpPr/>
          <p:nvPr/>
        </p:nvCxnSpPr>
        <p:spPr>
          <a:xfrm>
            <a:off x="7230793" y="2327092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직사각형 29"/>
          <p:cNvSpPr/>
          <p:nvPr/>
        </p:nvSpPr>
        <p:spPr>
          <a:xfrm>
            <a:off x="7806857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699792" y="5038576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260790" y="5038576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959932" y="5038576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484926" y="5038576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98007" y="5038576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한전 사용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892638" y="5038576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81%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6) ESS/PV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구성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4719462-0A2F-4E3A-A1F1-ECC933A6E225}"/>
              </a:ext>
            </a:extLst>
          </p:cNvPr>
          <p:cNvSpPr/>
          <p:nvPr/>
        </p:nvSpPr>
        <p:spPr>
          <a:xfrm>
            <a:off x="1475656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일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오늘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2E11A6D-4131-4854-AC12-3D5FCCF5743B}"/>
              </a:ext>
            </a:extLst>
          </p:cNvPr>
          <p:cNvGrpSpPr/>
          <p:nvPr/>
        </p:nvGrpSpPr>
        <p:grpSpPr>
          <a:xfrm>
            <a:off x="485190" y="5308182"/>
            <a:ext cx="862386" cy="211955"/>
            <a:chOff x="4861742" y="3907374"/>
            <a:chExt cx="862386" cy="211955"/>
          </a:xfrm>
        </p:grpSpPr>
        <p:pic>
          <p:nvPicPr>
            <p:cNvPr id="4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A85297F3-62DD-421D-AA73-0CED84A52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B52FDF-85A2-48AA-84C4-F6DE4BA1A8B8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4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40170933-7C13-47C7-BC16-FF7DEB480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36A9BD-2BCC-48F5-8196-F8932209D0BC}"/>
              </a:ext>
            </a:extLst>
          </p:cNvPr>
          <p:cNvSpPr/>
          <p:nvPr/>
        </p:nvSpPr>
        <p:spPr>
          <a:xfrm>
            <a:off x="4605391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B31CEDF-CA58-4107-88E2-A3DEC3C86D62}"/>
              </a:ext>
            </a:extLst>
          </p:cNvPr>
          <p:cNvSpPr/>
          <p:nvPr/>
        </p:nvSpPr>
        <p:spPr>
          <a:xfrm>
            <a:off x="53254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9C7AA25-1A17-4E81-AED4-28C59460C16A}"/>
              </a:ext>
            </a:extLst>
          </p:cNvPr>
          <p:cNvSpPr/>
          <p:nvPr/>
        </p:nvSpPr>
        <p:spPr>
          <a:xfrm>
            <a:off x="65882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9F9E22-3A1E-4379-BDCC-2BED9213D01F}"/>
              </a:ext>
            </a:extLst>
          </p:cNvPr>
          <p:cNvSpPr/>
          <p:nvPr/>
        </p:nvSpPr>
        <p:spPr>
          <a:xfrm>
            <a:off x="6876256" y="1844823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482BC16-6949-4A5B-A58C-014865B73C4F}"/>
              </a:ext>
            </a:extLst>
          </p:cNvPr>
          <p:cNvSpPr/>
          <p:nvPr/>
        </p:nvSpPr>
        <p:spPr>
          <a:xfrm>
            <a:off x="71256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CF4320F-ABF6-44EA-B8E7-4586B629836F}"/>
              </a:ext>
            </a:extLst>
          </p:cNvPr>
          <p:cNvSpPr/>
          <p:nvPr/>
        </p:nvSpPr>
        <p:spPr>
          <a:xfrm>
            <a:off x="83884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2052787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6" name="자유형 5"/>
          <p:cNvSpPr/>
          <p:nvPr/>
        </p:nvSpPr>
        <p:spPr>
          <a:xfrm>
            <a:off x="2286000" y="3680460"/>
            <a:ext cx="1733550" cy="453390"/>
          </a:xfrm>
          <a:custGeom>
            <a:avLst/>
            <a:gdLst>
              <a:gd name="connsiteX0" fmla="*/ 0 w 1733550"/>
              <a:gd name="connsiteY0" fmla="*/ 171450 h 453390"/>
              <a:gd name="connsiteX1" fmla="*/ 582930 w 1733550"/>
              <a:gd name="connsiteY1" fmla="*/ 430530 h 453390"/>
              <a:gd name="connsiteX2" fmla="*/ 864870 w 1733550"/>
              <a:gd name="connsiteY2" fmla="*/ 453390 h 453390"/>
              <a:gd name="connsiteX3" fmla="*/ 1165860 w 1733550"/>
              <a:gd name="connsiteY3" fmla="*/ 419100 h 453390"/>
              <a:gd name="connsiteX4" fmla="*/ 1482090 w 1733550"/>
              <a:gd name="connsiteY4" fmla="*/ 106680 h 453390"/>
              <a:gd name="connsiteX5" fmla="*/ 1733550 w 1733550"/>
              <a:gd name="connsiteY5" fmla="*/ 0 h 4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550" h="453390">
                <a:moveTo>
                  <a:pt x="0" y="171450"/>
                </a:moveTo>
                <a:lnTo>
                  <a:pt x="582930" y="430530"/>
                </a:lnTo>
                <a:lnTo>
                  <a:pt x="864870" y="453390"/>
                </a:lnTo>
                <a:lnTo>
                  <a:pt x="1165860" y="419100"/>
                </a:lnTo>
                <a:lnTo>
                  <a:pt x="1482090" y="106680"/>
                </a:lnTo>
                <a:lnTo>
                  <a:pt x="1733550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5756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각 에너지 모니터링 화면에 해당 되는 데이터를 저장한다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 구성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67544" y="2182503"/>
          <a:ext cx="8208914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4283968" y="2013659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4860032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cxnSp>
        <p:nvCxnSpPr>
          <p:cNvPr id="78" name="직선 연결선 77"/>
          <p:cNvCxnSpPr/>
          <p:nvPr/>
        </p:nvCxnSpPr>
        <p:spPr>
          <a:xfrm>
            <a:off x="5796136" y="2013659"/>
            <a:ext cx="504056" cy="0"/>
          </a:xfrm>
          <a:prstGeom prst="lin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직사각형 78"/>
          <p:cNvSpPr/>
          <p:nvPr/>
        </p:nvSpPr>
        <p:spPr>
          <a:xfrm>
            <a:off x="6372200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cxnSp>
        <p:nvCxnSpPr>
          <p:cNvPr id="80" name="직선 연결선 79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187624" y="2564904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352555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6840252" y="4797152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7494198" y="4725143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8460432" y="4797152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256076" y="4797152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/>
        </p:nvSpPr>
        <p:spPr>
          <a:xfrm rot="10615747">
            <a:off x="2260737" y="3727733"/>
            <a:ext cx="1757659" cy="90164"/>
          </a:xfrm>
          <a:custGeom>
            <a:avLst/>
            <a:gdLst>
              <a:gd name="connsiteX0" fmla="*/ 0 w 1761066"/>
              <a:gd name="connsiteY0" fmla="*/ 177800 h 228600"/>
              <a:gd name="connsiteX1" fmla="*/ 601133 w 1761066"/>
              <a:gd name="connsiteY1" fmla="*/ 228600 h 228600"/>
              <a:gd name="connsiteX2" fmla="*/ 905933 w 1761066"/>
              <a:gd name="connsiteY2" fmla="*/ 177800 h 228600"/>
              <a:gd name="connsiteX3" fmla="*/ 1159933 w 1761066"/>
              <a:gd name="connsiteY3" fmla="*/ 127000 h 228600"/>
              <a:gd name="connsiteX4" fmla="*/ 1498600 w 1761066"/>
              <a:gd name="connsiteY4" fmla="*/ 59267 h 228600"/>
              <a:gd name="connsiteX5" fmla="*/ 1761066 w 1761066"/>
              <a:gd name="connsiteY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1066" h="228600">
                <a:moveTo>
                  <a:pt x="0" y="177800"/>
                </a:moveTo>
                <a:lnTo>
                  <a:pt x="601133" y="228600"/>
                </a:lnTo>
                <a:lnTo>
                  <a:pt x="905933" y="177800"/>
                </a:lnTo>
                <a:lnTo>
                  <a:pt x="1159933" y="127000"/>
                </a:lnTo>
                <a:lnTo>
                  <a:pt x="1498600" y="59267"/>
                </a:lnTo>
                <a:lnTo>
                  <a:pt x="1761066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자유형 7"/>
          <p:cNvSpPr/>
          <p:nvPr/>
        </p:nvSpPr>
        <p:spPr>
          <a:xfrm>
            <a:off x="4023360" y="3699510"/>
            <a:ext cx="2049780" cy="567690"/>
          </a:xfrm>
          <a:custGeom>
            <a:avLst/>
            <a:gdLst>
              <a:gd name="connsiteX0" fmla="*/ 0 w 2049780"/>
              <a:gd name="connsiteY0" fmla="*/ 0 h 567690"/>
              <a:gd name="connsiteX1" fmla="*/ 331470 w 2049780"/>
              <a:gd name="connsiteY1" fmla="*/ 60960 h 567690"/>
              <a:gd name="connsiteX2" fmla="*/ 640080 w 2049780"/>
              <a:gd name="connsiteY2" fmla="*/ 220980 h 567690"/>
              <a:gd name="connsiteX3" fmla="*/ 1242060 w 2049780"/>
              <a:gd name="connsiteY3" fmla="*/ 236220 h 567690"/>
              <a:gd name="connsiteX4" fmla="*/ 1684020 w 2049780"/>
              <a:gd name="connsiteY4" fmla="*/ 144780 h 567690"/>
              <a:gd name="connsiteX5" fmla="*/ 2049780 w 2049780"/>
              <a:gd name="connsiteY5" fmla="*/ 19050 h 567690"/>
              <a:gd name="connsiteX6" fmla="*/ 1779270 w 2049780"/>
              <a:gd name="connsiteY6" fmla="*/ 346710 h 567690"/>
              <a:gd name="connsiteX7" fmla="*/ 1249680 w 2049780"/>
              <a:gd name="connsiteY7" fmla="*/ 567690 h 567690"/>
              <a:gd name="connsiteX8" fmla="*/ 621030 w 2049780"/>
              <a:gd name="connsiteY8" fmla="*/ 563880 h 567690"/>
              <a:gd name="connsiteX9" fmla="*/ 308610 w 2049780"/>
              <a:gd name="connsiteY9" fmla="*/ 419100 h 567690"/>
              <a:gd name="connsiteX10" fmla="*/ 0 w 2049780"/>
              <a:gd name="connsiteY10" fmla="*/ 0 h 56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9780" h="567690">
                <a:moveTo>
                  <a:pt x="0" y="0"/>
                </a:moveTo>
                <a:lnTo>
                  <a:pt x="331470" y="60960"/>
                </a:lnTo>
                <a:lnTo>
                  <a:pt x="640080" y="220980"/>
                </a:lnTo>
                <a:lnTo>
                  <a:pt x="1242060" y="236220"/>
                </a:lnTo>
                <a:lnTo>
                  <a:pt x="1684020" y="144780"/>
                </a:lnTo>
                <a:lnTo>
                  <a:pt x="2049780" y="19050"/>
                </a:lnTo>
                <a:lnTo>
                  <a:pt x="1779270" y="346710"/>
                </a:lnTo>
                <a:lnTo>
                  <a:pt x="1249680" y="567690"/>
                </a:lnTo>
                <a:lnTo>
                  <a:pt x="621030" y="563880"/>
                </a:lnTo>
                <a:lnTo>
                  <a:pt x="308610" y="419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자유형 1"/>
          <p:cNvSpPr/>
          <p:nvPr/>
        </p:nvSpPr>
        <p:spPr>
          <a:xfrm>
            <a:off x="1354667" y="3683000"/>
            <a:ext cx="4732866" cy="584200"/>
          </a:xfrm>
          <a:custGeom>
            <a:avLst/>
            <a:gdLst>
              <a:gd name="connsiteX0" fmla="*/ 0 w 4732866"/>
              <a:gd name="connsiteY0" fmla="*/ 330200 h 584200"/>
              <a:gd name="connsiteX1" fmla="*/ 262466 w 4732866"/>
              <a:gd name="connsiteY1" fmla="*/ 169333 h 584200"/>
              <a:gd name="connsiteX2" fmla="*/ 575733 w 4732866"/>
              <a:gd name="connsiteY2" fmla="*/ 279400 h 584200"/>
              <a:gd name="connsiteX3" fmla="*/ 905933 w 4732866"/>
              <a:gd name="connsiteY3" fmla="*/ 169333 h 584200"/>
              <a:gd name="connsiteX4" fmla="*/ 1193800 w 4732866"/>
              <a:gd name="connsiteY4" fmla="*/ 296333 h 584200"/>
              <a:gd name="connsiteX5" fmla="*/ 1507066 w 4732866"/>
              <a:gd name="connsiteY5" fmla="*/ 431800 h 584200"/>
              <a:gd name="connsiteX6" fmla="*/ 1794933 w 4732866"/>
              <a:gd name="connsiteY6" fmla="*/ 457200 h 584200"/>
              <a:gd name="connsiteX7" fmla="*/ 2091266 w 4732866"/>
              <a:gd name="connsiteY7" fmla="*/ 423333 h 584200"/>
              <a:gd name="connsiteX8" fmla="*/ 2413000 w 4732866"/>
              <a:gd name="connsiteY8" fmla="*/ 101600 h 584200"/>
              <a:gd name="connsiteX9" fmla="*/ 2667000 w 4732866"/>
              <a:gd name="connsiteY9" fmla="*/ 0 h 584200"/>
              <a:gd name="connsiteX10" fmla="*/ 2971800 w 4732866"/>
              <a:gd name="connsiteY10" fmla="*/ 431800 h 584200"/>
              <a:gd name="connsiteX11" fmla="*/ 3293533 w 4732866"/>
              <a:gd name="connsiteY11" fmla="*/ 567267 h 584200"/>
              <a:gd name="connsiteX12" fmla="*/ 3615266 w 4732866"/>
              <a:gd name="connsiteY12" fmla="*/ 558800 h 584200"/>
              <a:gd name="connsiteX13" fmla="*/ 3911600 w 4732866"/>
              <a:gd name="connsiteY13" fmla="*/ 584200 h 584200"/>
              <a:gd name="connsiteX14" fmla="*/ 4199466 w 4732866"/>
              <a:gd name="connsiteY14" fmla="*/ 440267 h 584200"/>
              <a:gd name="connsiteX15" fmla="*/ 4453466 w 4732866"/>
              <a:gd name="connsiteY15" fmla="*/ 364067 h 584200"/>
              <a:gd name="connsiteX16" fmla="*/ 4732866 w 4732866"/>
              <a:gd name="connsiteY16" fmla="*/ 16933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32866" h="584200">
                <a:moveTo>
                  <a:pt x="0" y="330200"/>
                </a:moveTo>
                <a:lnTo>
                  <a:pt x="262466" y="169333"/>
                </a:lnTo>
                <a:lnTo>
                  <a:pt x="575733" y="279400"/>
                </a:lnTo>
                <a:lnTo>
                  <a:pt x="905933" y="169333"/>
                </a:lnTo>
                <a:lnTo>
                  <a:pt x="1193800" y="296333"/>
                </a:lnTo>
                <a:lnTo>
                  <a:pt x="1507066" y="431800"/>
                </a:lnTo>
                <a:lnTo>
                  <a:pt x="1794933" y="457200"/>
                </a:lnTo>
                <a:lnTo>
                  <a:pt x="2091266" y="423333"/>
                </a:lnTo>
                <a:lnTo>
                  <a:pt x="2413000" y="101600"/>
                </a:lnTo>
                <a:lnTo>
                  <a:pt x="2667000" y="0"/>
                </a:lnTo>
                <a:lnTo>
                  <a:pt x="2971800" y="431800"/>
                </a:lnTo>
                <a:lnTo>
                  <a:pt x="3293533" y="567267"/>
                </a:lnTo>
                <a:lnTo>
                  <a:pt x="3615266" y="558800"/>
                </a:lnTo>
                <a:lnTo>
                  <a:pt x="3911600" y="584200"/>
                </a:lnTo>
                <a:lnTo>
                  <a:pt x="4199466" y="440267"/>
                </a:lnTo>
                <a:lnTo>
                  <a:pt x="4453466" y="364067"/>
                </a:lnTo>
                <a:lnTo>
                  <a:pt x="4732866" y="16933"/>
                </a:lnTo>
              </a:path>
            </a:pathLst>
          </a:cu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직선 연결선 28"/>
          <p:cNvCxnSpPr/>
          <p:nvPr/>
        </p:nvCxnSpPr>
        <p:spPr>
          <a:xfrm>
            <a:off x="7230793" y="2013659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직사각형 29"/>
          <p:cNvSpPr/>
          <p:nvPr/>
        </p:nvSpPr>
        <p:spPr>
          <a:xfrm>
            <a:off x="7806857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699792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260790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959932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484926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98007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한전 사용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892638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81%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데이터 저장하기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4719462-0A2F-4E3A-A1F1-ECC933A6E225}"/>
              </a:ext>
            </a:extLst>
          </p:cNvPr>
          <p:cNvSpPr/>
          <p:nvPr/>
        </p:nvSpPr>
        <p:spPr>
          <a:xfrm>
            <a:off x="1475656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일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오늘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2E11A6D-4131-4854-AC12-3D5FCCF5743B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4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A85297F3-62DD-421D-AA73-0CED84A52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B52FDF-85A2-48AA-84C4-F6DE4BA1A8B8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44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98D26457-FB49-4D54-83A0-CEF240DDF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5" y="1982879"/>
            <a:ext cx="49911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68FD42D9-2798-4EE8-8AAF-C2F503514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469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11" y="1297543"/>
            <a:ext cx="8635704" cy="4210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IOE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통신상태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Meter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 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525543"/>
              </p:ext>
            </p:extLst>
          </p:nvPr>
        </p:nvGraphicFramePr>
        <p:xfrm>
          <a:off x="755576" y="2515908"/>
          <a:ext cx="7776864" cy="1129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51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IOE(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총량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ESS(</a:t>
                      </a:r>
                      <a:r>
                        <a:rPr lang="ko-KR" altLang="en-US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충방전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소내전력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DISCONNECTED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9E6F799-42AB-46BB-BA51-8EF5CEAD5B56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5E55E36-DABA-4D6B-A080-59D4BBE2A6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11B015-87EE-4216-8E76-FD4D2D8A4D35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2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ED0A2A96-A5A1-4587-9B6D-850D352F6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441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PCS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252980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PCS</a:t>
                      </a:r>
                      <a:r>
                        <a:rPr lang="ko-KR" altLang="en-US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aseline="0" dirty="0" err="1">
                          <a:solidFill>
                            <a:schemeClr val="bg1"/>
                          </a:solidFill>
                        </a:rPr>
                        <a:t>Staus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C/D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PCS 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over current </a:t>
                      </a:r>
                    </a:p>
                    <a:p>
                      <a:pPr algn="ctr" latinLnBrk="1"/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R-Phase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ACEDA02-978A-43F6-AB55-428EDA300568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2FAE8784-6F18-40BF-B01A-46F90CCCE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8A6DE0-F30C-4F6C-89D8-E767DF02570B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1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C076B0B-C13D-4D97-B5B8-F14F0BEA5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574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BMS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BMS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028110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C/D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aseline="0" dirty="0" err="1">
                          <a:solidFill>
                            <a:schemeClr val="bg1"/>
                          </a:solidFill>
                        </a:rPr>
                        <a:t>Satus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cell Voltage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66D4F635-0EA7-45AE-AF11-F97AF6864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04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44885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Temperature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 UV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852404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BC968406-343E-4098-8C25-60792562EC59}"/>
              </a:ext>
            </a:extLst>
          </p:cNvPr>
          <p:cNvSpPr/>
          <p:nvPr/>
        </p:nvSpPr>
        <p:spPr>
          <a:xfrm>
            <a:off x="7855861" y="2023530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6F8EFCF-15F1-4417-B90B-008393014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262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데이터 저장하기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Temperature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 UV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852404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BC968406-343E-4098-8C25-60792562EC59}"/>
              </a:ext>
            </a:extLst>
          </p:cNvPr>
          <p:cNvSpPr/>
          <p:nvPr/>
        </p:nvSpPr>
        <p:spPr>
          <a:xfrm>
            <a:off x="7855861" y="2023530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3382E72E-3E05-4CE8-AB49-084226037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5" y="1982879"/>
            <a:ext cx="49911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AE168206-8495-4919-9026-707F9731FF0B}"/>
              </a:ext>
            </a:extLst>
          </p:cNvPr>
          <p:cNvSpPr/>
          <p:nvPr/>
        </p:nvSpPr>
        <p:spPr>
          <a:xfrm>
            <a:off x="268611" y="5521504"/>
            <a:ext cx="8646588" cy="5756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전체 장비의 모니터링 정보를 한번에 저장한다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- IOE, PCS, BMS, PV</a:t>
            </a:r>
          </a:p>
        </p:txBody>
      </p:sp>
      <p:pic>
        <p:nvPicPr>
          <p:cNvPr id="3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89A5BCFC-D6C6-4047-9E46-B67185996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080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사용량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조회는 시간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기간 별 조회가 가능하다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 조건에 따라 기간 설정은 일별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기간 별로 세부 조회가 가능하다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하단 영역을 통해 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사용요금에 대한 예측과 실적 확인이 가능하다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조회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67899"/>
              </p:ext>
            </p:extLst>
          </p:nvPr>
        </p:nvGraphicFramePr>
        <p:xfrm>
          <a:off x="467544" y="2197864"/>
          <a:ext cx="8275642" cy="177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753004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12,000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3" name="직선 연결선 82"/>
          <p:cNvCxnSpPr/>
          <p:nvPr/>
        </p:nvCxnSpPr>
        <p:spPr>
          <a:xfrm>
            <a:off x="1187624" y="3084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605391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YYYY-MM-DD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44823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YYYY-MM-DD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1835696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조건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2555776" y="1844823"/>
            <a:ext cx="1695460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시간대</a:t>
            </a: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일별</a:t>
            </a: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월별</a:t>
            </a: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기간별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4251236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1" name="직선 연결선 50"/>
          <p:cNvCxnSpPr/>
          <p:nvPr/>
        </p:nvCxnSpPr>
        <p:spPr>
          <a:xfrm>
            <a:off x="1187624" y="2580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545318"/>
              </p:ext>
            </p:extLst>
          </p:nvPr>
        </p:nvGraphicFramePr>
        <p:xfrm>
          <a:off x="467544" y="4038718"/>
          <a:ext cx="8275646" cy="785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9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사용량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(kWh)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실제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사용량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(kWh)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차이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900" dirty="0" err="1">
                          <a:solidFill>
                            <a:schemeClr val="bg1"/>
                          </a:solidFill>
                        </a:rPr>
                        <a:t>kHh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),%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 요금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원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실제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 요금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원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차이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원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),%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95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-5(5%)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9,500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-500(5%)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+10(10%)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+1,000(10%)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0" name="직선 연결선 59"/>
          <p:cNvCxnSpPr/>
          <p:nvPr/>
        </p:nvCxnSpPr>
        <p:spPr>
          <a:xfrm>
            <a:off x="375391" y="5231899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1329359" y="3552400"/>
            <a:ext cx="36000" cy="25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직사각형 69"/>
          <p:cNvSpPr/>
          <p:nvPr/>
        </p:nvSpPr>
        <p:spPr>
          <a:xfrm>
            <a:off x="1585767" y="3444360"/>
            <a:ext cx="36000" cy="3600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직사각형 70"/>
          <p:cNvSpPr/>
          <p:nvPr/>
        </p:nvSpPr>
        <p:spPr>
          <a:xfrm>
            <a:off x="1835695" y="3516368"/>
            <a:ext cx="36000" cy="2880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직사각형 71"/>
          <p:cNvSpPr/>
          <p:nvPr/>
        </p:nvSpPr>
        <p:spPr>
          <a:xfrm>
            <a:off x="2123726" y="3389284"/>
            <a:ext cx="36000" cy="4151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직사각형 72"/>
          <p:cNvSpPr/>
          <p:nvPr/>
        </p:nvSpPr>
        <p:spPr>
          <a:xfrm>
            <a:off x="2393932" y="3321552"/>
            <a:ext cx="36000" cy="48284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4" name="직사각형 73"/>
          <p:cNvSpPr/>
          <p:nvPr/>
        </p:nvSpPr>
        <p:spPr>
          <a:xfrm>
            <a:off x="2667385" y="3373410"/>
            <a:ext cx="36000" cy="4309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직사각형 74"/>
          <p:cNvSpPr/>
          <p:nvPr/>
        </p:nvSpPr>
        <p:spPr>
          <a:xfrm>
            <a:off x="2915815" y="3373410"/>
            <a:ext cx="36000" cy="4309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직사각형 81"/>
          <p:cNvSpPr/>
          <p:nvPr/>
        </p:nvSpPr>
        <p:spPr>
          <a:xfrm>
            <a:off x="3194129" y="3228419"/>
            <a:ext cx="36000" cy="57598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직사각형 88"/>
          <p:cNvSpPr/>
          <p:nvPr/>
        </p:nvSpPr>
        <p:spPr>
          <a:xfrm>
            <a:off x="3477666" y="3321552"/>
            <a:ext cx="36000" cy="48284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요금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1187624" y="2496810"/>
            <a:ext cx="2687266" cy="1248958"/>
            <a:chOff x="1413933" y="2780928"/>
            <a:chExt cx="5030275" cy="1248958"/>
          </a:xfrm>
        </p:grpSpPr>
        <p:sp>
          <p:nvSpPr>
            <p:cNvPr id="50" name="자유형 49"/>
            <p:cNvSpPr/>
            <p:nvPr/>
          </p:nvSpPr>
          <p:spPr>
            <a:xfrm>
              <a:off x="1413933" y="2780928"/>
              <a:ext cx="5030275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자유형 51"/>
            <p:cNvSpPr/>
            <p:nvPr/>
          </p:nvSpPr>
          <p:spPr>
            <a:xfrm>
              <a:off x="1413933" y="2996952"/>
              <a:ext cx="5030275" cy="1032934"/>
            </a:xfrm>
            <a:custGeom>
              <a:avLst/>
              <a:gdLst>
                <a:gd name="connsiteX0" fmla="*/ 0 w 6502400"/>
                <a:gd name="connsiteY0" fmla="*/ 1032934 h 1032934"/>
                <a:gd name="connsiteX1" fmla="*/ 50800 w 6502400"/>
                <a:gd name="connsiteY1" fmla="*/ 999067 h 1032934"/>
                <a:gd name="connsiteX2" fmla="*/ 84667 w 6502400"/>
                <a:gd name="connsiteY2" fmla="*/ 931334 h 1032934"/>
                <a:gd name="connsiteX3" fmla="*/ 101600 w 6502400"/>
                <a:gd name="connsiteY3" fmla="*/ 914400 h 1032934"/>
                <a:gd name="connsiteX4" fmla="*/ 152400 w 6502400"/>
                <a:gd name="connsiteY4" fmla="*/ 812800 h 1032934"/>
                <a:gd name="connsiteX5" fmla="*/ 186267 w 6502400"/>
                <a:gd name="connsiteY5" fmla="*/ 728134 h 1032934"/>
                <a:gd name="connsiteX6" fmla="*/ 203200 w 6502400"/>
                <a:gd name="connsiteY6" fmla="*/ 711200 h 1032934"/>
                <a:gd name="connsiteX7" fmla="*/ 237067 w 6502400"/>
                <a:gd name="connsiteY7" fmla="*/ 609600 h 1032934"/>
                <a:gd name="connsiteX8" fmla="*/ 287867 w 6502400"/>
                <a:gd name="connsiteY8" fmla="*/ 372534 h 1032934"/>
                <a:gd name="connsiteX9" fmla="*/ 355600 w 6502400"/>
                <a:gd name="connsiteY9" fmla="*/ 406400 h 1032934"/>
                <a:gd name="connsiteX10" fmla="*/ 372534 w 6502400"/>
                <a:gd name="connsiteY10" fmla="*/ 423334 h 1032934"/>
                <a:gd name="connsiteX11" fmla="*/ 406400 w 6502400"/>
                <a:gd name="connsiteY11" fmla="*/ 440267 h 1032934"/>
                <a:gd name="connsiteX12" fmla="*/ 457200 w 6502400"/>
                <a:gd name="connsiteY12" fmla="*/ 474134 h 1032934"/>
                <a:gd name="connsiteX13" fmla="*/ 558800 w 6502400"/>
                <a:gd name="connsiteY13" fmla="*/ 491067 h 1032934"/>
                <a:gd name="connsiteX14" fmla="*/ 592667 w 6502400"/>
                <a:gd name="connsiteY14" fmla="*/ 508000 h 1032934"/>
                <a:gd name="connsiteX15" fmla="*/ 609600 w 6502400"/>
                <a:gd name="connsiteY15" fmla="*/ 524934 h 1032934"/>
                <a:gd name="connsiteX16" fmla="*/ 643467 w 6502400"/>
                <a:gd name="connsiteY16" fmla="*/ 541867 h 1032934"/>
                <a:gd name="connsiteX17" fmla="*/ 660400 w 6502400"/>
                <a:gd name="connsiteY17" fmla="*/ 575734 h 1032934"/>
                <a:gd name="connsiteX18" fmla="*/ 711200 w 6502400"/>
                <a:gd name="connsiteY18" fmla="*/ 609600 h 1032934"/>
                <a:gd name="connsiteX19" fmla="*/ 880534 w 6502400"/>
                <a:gd name="connsiteY19" fmla="*/ 575734 h 1032934"/>
                <a:gd name="connsiteX20" fmla="*/ 897467 w 6502400"/>
                <a:gd name="connsiteY20" fmla="*/ 558800 h 1032934"/>
                <a:gd name="connsiteX21" fmla="*/ 982134 w 6502400"/>
                <a:gd name="connsiteY21" fmla="*/ 508000 h 1032934"/>
                <a:gd name="connsiteX22" fmla="*/ 999067 w 6502400"/>
                <a:gd name="connsiteY22" fmla="*/ 474134 h 1032934"/>
                <a:gd name="connsiteX23" fmla="*/ 1151467 w 6502400"/>
                <a:gd name="connsiteY23" fmla="*/ 457200 h 1032934"/>
                <a:gd name="connsiteX24" fmla="*/ 1405467 w 6502400"/>
                <a:gd name="connsiteY24" fmla="*/ 457200 h 1032934"/>
                <a:gd name="connsiteX25" fmla="*/ 1490134 w 6502400"/>
                <a:gd name="connsiteY25" fmla="*/ 406400 h 1032934"/>
                <a:gd name="connsiteX26" fmla="*/ 1507067 w 6502400"/>
                <a:gd name="connsiteY26" fmla="*/ 372534 h 1032934"/>
                <a:gd name="connsiteX27" fmla="*/ 1540934 w 6502400"/>
                <a:gd name="connsiteY27" fmla="*/ 338667 h 1032934"/>
                <a:gd name="connsiteX28" fmla="*/ 1625600 w 6502400"/>
                <a:gd name="connsiteY28" fmla="*/ 220134 h 1032934"/>
                <a:gd name="connsiteX29" fmla="*/ 1642534 w 6502400"/>
                <a:gd name="connsiteY29" fmla="*/ 203200 h 1032934"/>
                <a:gd name="connsiteX30" fmla="*/ 1693334 w 6502400"/>
                <a:gd name="connsiteY30" fmla="*/ 186267 h 1032934"/>
                <a:gd name="connsiteX31" fmla="*/ 1947334 w 6502400"/>
                <a:gd name="connsiteY31" fmla="*/ 203200 h 1032934"/>
                <a:gd name="connsiteX32" fmla="*/ 1964267 w 6502400"/>
                <a:gd name="connsiteY32" fmla="*/ 220134 h 1032934"/>
                <a:gd name="connsiteX33" fmla="*/ 1981200 w 6502400"/>
                <a:gd name="connsiteY33" fmla="*/ 254000 h 1032934"/>
                <a:gd name="connsiteX34" fmla="*/ 1998134 w 6502400"/>
                <a:gd name="connsiteY34" fmla="*/ 270934 h 1032934"/>
                <a:gd name="connsiteX35" fmla="*/ 2015067 w 6502400"/>
                <a:gd name="connsiteY35" fmla="*/ 304800 h 1032934"/>
                <a:gd name="connsiteX36" fmla="*/ 2032000 w 6502400"/>
                <a:gd name="connsiteY36" fmla="*/ 321734 h 1032934"/>
                <a:gd name="connsiteX37" fmla="*/ 2099734 w 6502400"/>
                <a:gd name="connsiteY37" fmla="*/ 355600 h 1032934"/>
                <a:gd name="connsiteX38" fmla="*/ 2116667 w 6502400"/>
                <a:gd name="connsiteY38" fmla="*/ 372534 h 1032934"/>
                <a:gd name="connsiteX39" fmla="*/ 2184400 w 6502400"/>
                <a:gd name="connsiteY39" fmla="*/ 355600 h 1032934"/>
                <a:gd name="connsiteX40" fmla="*/ 2269067 w 6502400"/>
                <a:gd name="connsiteY40" fmla="*/ 321734 h 1032934"/>
                <a:gd name="connsiteX41" fmla="*/ 2319867 w 6502400"/>
                <a:gd name="connsiteY41" fmla="*/ 304800 h 1032934"/>
                <a:gd name="connsiteX42" fmla="*/ 2387600 w 6502400"/>
                <a:gd name="connsiteY42" fmla="*/ 270934 h 1032934"/>
                <a:gd name="connsiteX43" fmla="*/ 2489200 w 6502400"/>
                <a:gd name="connsiteY43" fmla="*/ 220134 h 1032934"/>
                <a:gd name="connsiteX44" fmla="*/ 2506134 w 6502400"/>
                <a:gd name="connsiteY44" fmla="*/ 203200 h 1032934"/>
                <a:gd name="connsiteX45" fmla="*/ 2540000 w 6502400"/>
                <a:gd name="connsiteY45" fmla="*/ 186267 h 1032934"/>
                <a:gd name="connsiteX46" fmla="*/ 2573867 w 6502400"/>
                <a:gd name="connsiteY46" fmla="*/ 152400 h 1032934"/>
                <a:gd name="connsiteX47" fmla="*/ 2641600 w 6502400"/>
                <a:gd name="connsiteY47" fmla="*/ 118534 h 1032934"/>
                <a:gd name="connsiteX48" fmla="*/ 2658534 w 6502400"/>
                <a:gd name="connsiteY48" fmla="*/ 101600 h 1032934"/>
                <a:gd name="connsiteX49" fmla="*/ 2777067 w 6502400"/>
                <a:gd name="connsiteY49" fmla="*/ 84667 h 1032934"/>
                <a:gd name="connsiteX50" fmla="*/ 2844800 w 6502400"/>
                <a:gd name="connsiteY50" fmla="*/ 101600 h 1032934"/>
                <a:gd name="connsiteX51" fmla="*/ 2861734 w 6502400"/>
                <a:gd name="connsiteY51" fmla="*/ 118534 h 1032934"/>
                <a:gd name="connsiteX52" fmla="*/ 2929467 w 6502400"/>
                <a:gd name="connsiteY52" fmla="*/ 152400 h 1032934"/>
                <a:gd name="connsiteX53" fmla="*/ 2963334 w 6502400"/>
                <a:gd name="connsiteY53" fmla="*/ 169334 h 1032934"/>
                <a:gd name="connsiteX54" fmla="*/ 2997200 w 6502400"/>
                <a:gd name="connsiteY54" fmla="*/ 186267 h 1032934"/>
                <a:gd name="connsiteX55" fmla="*/ 3014134 w 6502400"/>
                <a:gd name="connsiteY55" fmla="*/ 203200 h 1032934"/>
                <a:gd name="connsiteX56" fmla="*/ 3081867 w 6502400"/>
                <a:gd name="connsiteY56" fmla="*/ 220134 h 1032934"/>
                <a:gd name="connsiteX57" fmla="*/ 3437467 w 6502400"/>
                <a:gd name="connsiteY57" fmla="*/ 203200 h 1032934"/>
                <a:gd name="connsiteX58" fmla="*/ 3539067 w 6502400"/>
                <a:gd name="connsiteY58" fmla="*/ 169334 h 1032934"/>
                <a:gd name="connsiteX59" fmla="*/ 3606800 w 6502400"/>
                <a:gd name="connsiteY59" fmla="*/ 152400 h 1032934"/>
                <a:gd name="connsiteX60" fmla="*/ 3725334 w 6502400"/>
                <a:gd name="connsiteY60" fmla="*/ 118534 h 1032934"/>
                <a:gd name="connsiteX61" fmla="*/ 3860800 w 6502400"/>
                <a:gd name="connsiteY61" fmla="*/ 101600 h 1032934"/>
                <a:gd name="connsiteX62" fmla="*/ 3962400 w 6502400"/>
                <a:gd name="connsiteY62" fmla="*/ 118534 h 1032934"/>
                <a:gd name="connsiteX63" fmla="*/ 4148667 w 6502400"/>
                <a:gd name="connsiteY63" fmla="*/ 152400 h 1032934"/>
                <a:gd name="connsiteX64" fmla="*/ 4216400 w 6502400"/>
                <a:gd name="connsiteY64" fmla="*/ 203200 h 1032934"/>
                <a:gd name="connsiteX65" fmla="*/ 4233334 w 6502400"/>
                <a:gd name="connsiteY65" fmla="*/ 220134 h 1032934"/>
                <a:gd name="connsiteX66" fmla="*/ 4267200 w 6502400"/>
                <a:gd name="connsiteY66" fmla="*/ 237067 h 1032934"/>
                <a:gd name="connsiteX67" fmla="*/ 4334934 w 6502400"/>
                <a:gd name="connsiteY67" fmla="*/ 270934 h 1032934"/>
                <a:gd name="connsiteX68" fmla="*/ 4470400 w 6502400"/>
                <a:gd name="connsiteY68" fmla="*/ 304800 h 1032934"/>
                <a:gd name="connsiteX69" fmla="*/ 4605867 w 6502400"/>
                <a:gd name="connsiteY69" fmla="*/ 270934 h 1032934"/>
                <a:gd name="connsiteX70" fmla="*/ 4673600 w 6502400"/>
                <a:gd name="connsiteY70" fmla="*/ 237067 h 1032934"/>
                <a:gd name="connsiteX71" fmla="*/ 4690534 w 6502400"/>
                <a:gd name="connsiteY71" fmla="*/ 220134 h 1032934"/>
                <a:gd name="connsiteX72" fmla="*/ 4724400 w 6502400"/>
                <a:gd name="connsiteY72" fmla="*/ 203200 h 1032934"/>
                <a:gd name="connsiteX73" fmla="*/ 4741334 w 6502400"/>
                <a:gd name="connsiteY73" fmla="*/ 186267 h 1032934"/>
                <a:gd name="connsiteX74" fmla="*/ 4809067 w 6502400"/>
                <a:gd name="connsiteY74" fmla="*/ 152400 h 1032934"/>
                <a:gd name="connsiteX75" fmla="*/ 4876800 w 6502400"/>
                <a:gd name="connsiteY75" fmla="*/ 118534 h 1032934"/>
                <a:gd name="connsiteX76" fmla="*/ 4893734 w 6502400"/>
                <a:gd name="connsiteY76" fmla="*/ 101600 h 1032934"/>
                <a:gd name="connsiteX77" fmla="*/ 4927600 w 6502400"/>
                <a:gd name="connsiteY77" fmla="*/ 84667 h 1032934"/>
                <a:gd name="connsiteX78" fmla="*/ 4961467 w 6502400"/>
                <a:gd name="connsiteY78" fmla="*/ 50800 h 1032934"/>
                <a:gd name="connsiteX79" fmla="*/ 5029200 w 6502400"/>
                <a:gd name="connsiteY79" fmla="*/ 16934 h 1032934"/>
                <a:gd name="connsiteX80" fmla="*/ 5063067 w 6502400"/>
                <a:gd name="connsiteY80" fmla="*/ 0 h 1032934"/>
                <a:gd name="connsiteX81" fmla="*/ 5096934 w 6502400"/>
                <a:gd name="connsiteY81" fmla="*/ 16934 h 1032934"/>
                <a:gd name="connsiteX82" fmla="*/ 5198534 w 6502400"/>
                <a:gd name="connsiteY82" fmla="*/ 50800 h 1032934"/>
                <a:gd name="connsiteX83" fmla="*/ 5215467 w 6502400"/>
                <a:gd name="connsiteY83" fmla="*/ 67734 h 1032934"/>
                <a:gd name="connsiteX84" fmla="*/ 5249334 w 6502400"/>
                <a:gd name="connsiteY84" fmla="*/ 118534 h 1032934"/>
                <a:gd name="connsiteX85" fmla="*/ 5283200 w 6502400"/>
                <a:gd name="connsiteY85" fmla="*/ 135467 h 1032934"/>
                <a:gd name="connsiteX86" fmla="*/ 5334000 w 6502400"/>
                <a:gd name="connsiteY86" fmla="*/ 169334 h 1032934"/>
                <a:gd name="connsiteX87" fmla="*/ 5469467 w 6502400"/>
                <a:gd name="connsiteY87" fmla="*/ 203200 h 1032934"/>
                <a:gd name="connsiteX88" fmla="*/ 5520267 w 6502400"/>
                <a:gd name="connsiteY88" fmla="*/ 220134 h 1032934"/>
                <a:gd name="connsiteX89" fmla="*/ 5875867 w 6502400"/>
                <a:gd name="connsiteY89" fmla="*/ 203200 h 1032934"/>
                <a:gd name="connsiteX90" fmla="*/ 5960534 w 6502400"/>
                <a:gd name="connsiteY90" fmla="*/ 152400 h 1032934"/>
                <a:gd name="connsiteX91" fmla="*/ 5994400 w 6502400"/>
                <a:gd name="connsiteY91" fmla="*/ 135467 h 1032934"/>
                <a:gd name="connsiteX92" fmla="*/ 6096000 w 6502400"/>
                <a:gd name="connsiteY92" fmla="*/ 67734 h 1032934"/>
                <a:gd name="connsiteX93" fmla="*/ 6163734 w 6502400"/>
                <a:gd name="connsiteY93" fmla="*/ 50800 h 1032934"/>
                <a:gd name="connsiteX94" fmla="*/ 6214534 w 6502400"/>
                <a:gd name="connsiteY94" fmla="*/ 33867 h 1032934"/>
                <a:gd name="connsiteX95" fmla="*/ 6502400 w 6502400"/>
                <a:gd name="connsiteY95" fmla="*/ 16934 h 103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6502400" h="1032934">
                  <a:moveTo>
                    <a:pt x="0" y="1032934"/>
                  </a:moveTo>
                  <a:cubicBezTo>
                    <a:pt x="16933" y="1021645"/>
                    <a:pt x="37771" y="1014701"/>
                    <a:pt x="50800" y="999067"/>
                  </a:cubicBezTo>
                  <a:cubicBezTo>
                    <a:pt x="66960" y="979675"/>
                    <a:pt x="73378" y="953912"/>
                    <a:pt x="84667" y="931334"/>
                  </a:cubicBezTo>
                  <a:cubicBezTo>
                    <a:pt x="88237" y="924194"/>
                    <a:pt x="97493" y="921245"/>
                    <a:pt x="101600" y="914400"/>
                  </a:cubicBezTo>
                  <a:cubicBezTo>
                    <a:pt x="101610" y="914383"/>
                    <a:pt x="143929" y="829742"/>
                    <a:pt x="152400" y="812800"/>
                  </a:cubicBezTo>
                  <a:cubicBezTo>
                    <a:pt x="179933" y="757731"/>
                    <a:pt x="156679" y="772517"/>
                    <a:pt x="186267" y="728134"/>
                  </a:cubicBezTo>
                  <a:cubicBezTo>
                    <a:pt x="190695" y="721492"/>
                    <a:pt x="197556" y="716845"/>
                    <a:pt x="203200" y="711200"/>
                  </a:cubicBezTo>
                  <a:cubicBezTo>
                    <a:pt x="214489" y="677333"/>
                    <a:pt x="231198" y="644813"/>
                    <a:pt x="237067" y="609600"/>
                  </a:cubicBezTo>
                  <a:cubicBezTo>
                    <a:pt x="273009" y="393951"/>
                    <a:pt x="240225" y="467818"/>
                    <a:pt x="287867" y="372534"/>
                  </a:cubicBezTo>
                  <a:cubicBezTo>
                    <a:pt x="310445" y="383823"/>
                    <a:pt x="337751" y="388551"/>
                    <a:pt x="355600" y="406400"/>
                  </a:cubicBezTo>
                  <a:cubicBezTo>
                    <a:pt x="361245" y="412045"/>
                    <a:pt x="365892" y="418906"/>
                    <a:pt x="372534" y="423334"/>
                  </a:cubicBezTo>
                  <a:cubicBezTo>
                    <a:pt x="383035" y="430335"/>
                    <a:pt x="395899" y="433266"/>
                    <a:pt x="406400" y="440267"/>
                  </a:cubicBezTo>
                  <a:cubicBezTo>
                    <a:pt x="437381" y="460920"/>
                    <a:pt x="408096" y="461858"/>
                    <a:pt x="457200" y="474134"/>
                  </a:cubicBezTo>
                  <a:cubicBezTo>
                    <a:pt x="490509" y="482461"/>
                    <a:pt x="524933" y="485423"/>
                    <a:pt x="558800" y="491067"/>
                  </a:cubicBezTo>
                  <a:cubicBezTo>
                    <a:pt x="570089" y="496711"/>
                    <a:pt x="582165" y="500999"/>
                    <a:pt x="592667" y="508000"/>
                  </a:cubicBezTo>
                  <a:cubicBezTo>
                    <a:pt x="599309" y="512428"/>
                    <a:pt x="602958" y="520506"/>
                    <a:pt x="609600" y="524934"/>
                  </a:cubicBezTo>
                  <a:cubicBezTo>
                    <a:pt x="620102" y="531935"/>
                    <a:pt x="632178" y="536223"/>
                    <a:pt x="643467" y="541867"/>
                  </a:cubicBezTo>
                  <a:cubicBezTo>
                    <a:pt x="649111" y="553156"/>
                    <a:pt x="653399" y="565232"/>
                    <a:pt x="660400" y="575734"/>
                  </a:cubicBezTo>
                  <a:cubicBezTo>
                    <a:pt x="673328" y="595126"/>
                    <a:pt x="690639" y="599319"/>
                    <a:pt x="711200" y="609600"/>
                  </a:cubicBezTo>
                  <a:cubicBezTo>
                    <a:pt x="754877" y="603361"/>
                    <a:pt x="833249" y="599377"/>
                    <a:pt x="880534" y="575734"/>
                  </a:cubicBezTo>
                  <a:cubicBezTo>
                    <a:pt x="887674" y="572164"/>
                    <a:pt x="890622" y="562907"/>
                    <a:pt x="897467" y="558800"/>
                  </a:cubicBezTo>
                  <a:cubicBezTo>
                    <a:pt x="919556" y="545546"/>
                    <a:pt x="964043" y="535136"/>
                    <a:pt x="982134" y="508000"/>
                  </a:cubicBezTo>
                  <a:cubicBezTo>
                    <a:pt x="989135" y="497499"/>
                    <a:pt x="986978" y="477761"/>
                    <a:pt x="999067" y="474134"/>
                  </a:cubicBezTo>
                  <a:cubicBezTo>
                    <a:pt x="1048024" y="459447"/>
                    <a:pt x="1100667" y="462845"/>
                    <a:pt x="1151467" y="457200"/>
                  </a:cubicBezTo>
                  <a:cubicBezTo>
                    <a:pt x="1264050" y="479717"/>
                    <a:pt x="1262106" y="487920"/>
                    <a:pt x="1405467" y="457200"/>
                  </a:cubicBezTo>
                  <a:cubicBezTo>
                    <a:pt x="1420929" y="453887"/>
                    <a:pt x="1474139" y="430392"/>
                    <a:pt x="1490134" y="406400"/>
                  </a:cubicBezTo>
                  <a:cubicBezTo>
                    <a:pt x="1497135" y="395899"/>
                    <a:pt x="1499494" y="382631"/>
                    <a:pt x="1507067" y="372534"/>
                  </a:cubicBezTo>
                  <a:cubicBezTo>
                    <a:pt x="1516646" y="359762"/>
                    <a:pt x="1540934" y="338667"/>
                    <a:pt x="1540934" y="338667"/>
                  </a:cubicBezTo>
                  <a:cubicBezTo>
                    <a:pt x="1585509" y="249515"/>
                    <a:pt x="1556951" y="288783"/>
                    <a:pt x="1625600" y="220134"/>
                  </a:cubicBezTo>
                  <a:cubicBezTo>
                    <a:pt x="1631245" y="214489"/>
                    <a:pt x="1634961" y="205724"/>
                    <a:pt x="1642534" y="203200"/>
                  </a:cubicBezTo>
                  <a:lnTo>
                    <a:pt x="1693334" y="186267"/>
                  </a:lnTo>
                  <a:cubicBezTo>
                    <a:pt x="1778001" y="191911"/>
                    <a:pt x="1863135" y="192675"/>
                    <a:pt x="1947334" y="203200"/>
                  </a:cubicBezTo>
                  <a:cubicBezTo>
                    <a:pt x="1955255" y="204190"/>
                    <a:pt x="1959839" y="213492"/>
                    <a:pt x="1964267" y="220134"/>
                  </a:cubicBezTo>
                  <a:cubicBezTo>
                    <a:pt x="1971268" y="230635"/>
                    <a:pt x="1974199" y="243499"/>
                    <a:pt x="1981200" y="254000"/>
                  </a:cubicBezTo>
                  <a:cubicBezTo>
                    <a:pt x="1985628" y="260642"/>
                    <a:pt x="1993706" y="264292"/>
                    <a:pt x="1998134" y="270934"/>
                  </a:cubicBezTo>
                  <a:cubicBezTo>
                    <a:pt x="2005135" y="281435"/>
                    <a:pt x="2008066" y="294299"/>
                    <a:pt x="2015067" y="304800"/>
                  </a:cubicBezTo>
                  <a:cubicBezTo>
                    <a:pt x="2019495" y="311442"/>
                    <a:pt x="2025155" y="317627"/>
                    <a:pt x="2032000" y="321734"/>
                  </a:cubicBezTo>
                  <a:cubicBezTo>
                    <a:pt x="2053646" y="334721"/>
                    <a:pt x="2099734" y="355600"/>
                    <a:pt x="2099734" y="355600"/>
                  </a:cubicBezTo>
                  <a:cubicBezTo>
                    <a:pt x="2105378" y="361245"/>
                    <a:pt x="2108684" y="372534"/>
                    <a:pt x="2116667" y="372534"/>
                  </a:cubicBezTo>
                  <a:cubicBezTo>
                    <a:pt x="2139940" y="372534"/>
                    <a:pt x="2162023" y="361994"/>
                    <a:pt x="2184400" y="355600"/>
                  </a:cubicBezTo>
                  <a:cubicBezTo>
                    <a:pt x="2282677" y="327521"/>
                    <a:pt x="2194130" y="351709"/>
                    <a:pt x="2269067" y="321734"/>
                  </a:cubicBezTo>
                  <a:cubicBezTo>
                    <a:pt x="2285640" y="315105"/>
                    <a:pt x="2303461" y="311831"/>
                    <a:pt x="2319867" y="304800"/>
                  </a:cubicBezTo>
                  <a:cubicBezTo>
                    <a:pt x="2343069" y="294856"/>
                    <a:pt x="2365022" y="282223"/>
                    <a:pt x="2387600" y="270934"/>
                  </a:cubicBezTo>
                  <a:lnTo>
                    <a:pt x="2489200" y="220134"/>
                  </a:lnTo>
                  <a:cubicBezTo>
                    <a:pt x="2496340" y="216564"/>
                    <a:pt x="2499492" y="207628"/>
                    <a:pt x="2506134" y="203200"/>
                  </a:cubicBezTo>
                  <a:cubicBezTo>
                    <a:pt x="2516635" y="196199"/>
                    <a:pt x="2529903" y="193840"/>
                    <a:pt x="2540000" y="186267"/>
                  </a:cubicBezTo>
                  <a:cubicBezTo>
                    <a:pt x="2552772" y="176688"/>
                    <a:pt x="2559587" y="159540"/>
                    <a:pt x="2573867" y="152400"/>
                  </a:cubicBezTo>
                  <a:cubicBezTo>
                    <a:pt x="2596445" y="141111"/>
                    <a:pt x="2623751" y="136383"/>
                    <a:pt x="2641600" y="118534"/>
                  </a:cubicBezTo>
                  <a:cubicBezTo>
                    <a:pt x="2647245" y="112889"/>
                    <a:pt x="2650790" y="103536"/>
                    <a:pt x="2658534" y="101600"/>
                  </a:cubicBezTo>
                  <a:cubicBezTo>
                    <a:pt x="2697254" y="91920"/>
                    <a:pt x="2737556" y="90311"/>
                    <a:pt x="2777067" y="84667"/>
                  </a:cubicBezTo>
                  <a:cubicBezTo>
                    <a:pt x="2799645" y="90311"/>
                    <a:pt x="2823192" y="92957"/>
                    <a:pt x="2844800" y="101600"/>
                  </a:cubicBezTo>
                  <a:cubicBezTo>
                    <a:pt x="2852212" y="104565"/>
                    <a:pt x="2854889" y="114427"/>
                    <a:pt x="2861734" y="118534"/>
                  </a:cubicBezTo>
                  <a:cubicBezTo>
                    <a:pt x="2883379" y="131521"/>
                    <a:pt x="2906889" y="141111"/>
                    <a:pt x="2929467" y="152400"/>
                  </a:cubicBezTo>
                  <a:lnTo>
                    <a:pt x="2963334" y="169334"/>
                  </a:lnTo>
                  <a:cubicBezTo>
                    <a:pt x="2974623" y="174978"/>
                    <a:pt x="2988275" y="177343"/>
                    <a:pt x="2997200" y="186267"/>
                  </a:cubicBezTo>
                  <a:cubicBezTo>
                    <a:pt x="3002845" y="191911"/>
                    <a:pt x="3006722" y="200235"/>
                    <a:pt x="3014134" y="203200"/>
                  </a:cubicBezTo>
                  <a:cubicBezTo>
                    <a:pt x="3035742" y="211843"/>
                    <a:pt x="3059289" y="214489"/>
                    <a:pt x="3081867" y="220134"/>
                  </a:cubicBezTo>
                  <a:cubicBezTo>
                    <a:pt x="3200400" y="214489"/>
                    <a:pt x="3319525" y="216305"/>
                    <a:pt x="3437467" y="203200"/>
                  </a:cubicBezTo>
                  <a:cubicBezTo>
                    <a:pt x="3472947" y="199258"/>
                    <a:pt x="3505200" y="180623"/>
                    <a:pt x="3539067" y="169334"/>
                  </a:cubicBezTo>
                  <a:cubicBezTo>
                    <a:pt x="3561145" y="161975"/>
                    <a:pt x="3584423" y="158794"/>
                    <a:pt x="3606800" y="152400"/>
                  </a:cubicBezTo>
                  <a:cubicBezTo>
                    <a:pt x="3663168" y="136295"/>
                    <a:pt x="3661811" y="129121"/>
                    <a:pt x="3725334" y="118534"/>
                  </a:cubicBezTo>
                  <a:cubicBezTo>
                    <a:pt x="3770222" y="111053"/>
                    <a:pt x="3815645" y="107245"/>
                    <a:pt x="3860800" y="101600"/>
                  </a:cubicBezTo>
                  <a:cubicBezTo>
                    <a:pt x="3894667" y="107245"/>
                    <a:pt x="3928411" y="113678"/>
                    <a:pt x="3962400" y="118534"/>
                  </a:cubicBezTo>
                  <a:cubicBezTo>
                    <a:pt x="4129943" y="142469"/>
                    <a:pt x="4049061" y="119199"/>
                    <a:pt x="4148667" y="152400"/>
                  </a:cubicBezTo>
                  <a:cubicBezTo>
                    <a:pt x="4221911" y="225644"/>
                    <a:pt x="4144180" y="155053"/>
                    <a:pt x="4216400" y="203200"/>
                  </a:cubicBezTo>
                  <a:cubicBezTo>
                    <a:pt x="4223042" y="207628"/>
                    <a:pt x="4226692" y="215706"/>
                    <a:pt x="4233334" y="220134"/>
                  </a:cubicBezTo>
                  <a:cubicBezTo>
                    <a:pt x="4243835" y="227135"/>
                    <a:pt x="4256699" y="230066"/>
                    <a:pt x="4267200" y="237067"/>
                  </a:cubicBezTo>
                  <a:cubicBezTo>
                    <a:pt x="4317745" y="270763"/>
                    <a:pt x="4229628" y="242214"/>
                    <a:pt x="4334934" y="270934"/>
                  </a:cubicBezTo>
                  <a:cubicBezTo>
                    <a:pt x="4379839" y="283181"/>
                    <a:pt x="4470400" y="304800"/>
                    <a:pt x="4470400" y="304800"/>
                  </a:cubicBezTo>
                  <a:cubicBezTo>
                    <a:pt x="4520092" y="294862"/>
                    <a:pt x="4560308" y="290459"/>
                    <a:pt x="4605867" y="270934"/>
                  </a:cubicBezTo>
                  <a:cubicBezTo>
                    <a:pt x="4629069" y="260990"/>
                    <a:pt x="4655750" y="254916"/>
                    <a:pt x="4673600" y="237067"/>
                  </a:cubicBezTo>
                  <a:cubicBezTo>
                    <a:pt x="4679245" y="231423"/>
                    <a:pt x="4683892" y="224562"/>
                    <a:pt x="4690534" y="220134"/>
                  </a:cubicBezTo>
                  <a:cubicBezTo>
                    <a:pt x="4701035" y="213133"/>
                    <a:pt x="4713899" y="210201"/>
                    <a:pt x="4724400" y="203200"/>
                  </a:cubicBezTo>
                  <a:cubicBezTo>
                    <a:pt x="4731042" y="198772"/>
                    <a:pt x="4734489" y="190374"/>
                    <a:pt x="4741334" y="186267"/>
                  </a:cubicBezTo>
                  <a:cubicBezTo>
                    <a:pt x="4762979" y="173280"/>
                    <a:pt x="4786489" y="163689"/>
                    <a:pt x="4809067" y="152400"/>
                  </a:cubicBezTo>
                  <a:lnTo>
                    <a:pt x="4876800" y="118534"/>
                  </a:lnTo>
                  <a:cubicBezTo>
                    <a:pt x="4883940" y="114964"/>
                    <a:pt x="4887092" y="106028"/>
                    <a:pt x="4893734" y="101600"/>
                  </a:cubicBezTo>
                  <a:cubicBezTo>
                    <a:pt x="4904235" y="94599"/>
                    <a:pt x="4917503" y="92240"/>
                    <a:pt x="4927600" y="84667"/>
                  </a:cubicBezTo>
                  <a:cubicBezTo>
                    <a:pt x="4940372" y="75088"/>
                    <a:pt x="4947187" y="57940"/>
                    <a:pt x="4961467" y="50800"/>
                  </a:cubicBezTo>
                  <a:lnTo>
                    <a:pt x="5029200" y="16934"/>
                  </a:lnTo>
                  <a:lnTo>
                    <a:pt x="5063067" y="0"/>
                  </a:lnTo>
                  <a:cubicBezTo>
                    <a:pt x="5074356" y="5645"/>
                    <a:pt x="5084960" y="12943"/>
                    <a:pt x="5096934" y="16934"/>
                  </a:cubicBezTo>
                  <a:cubicBezTo>
                    <a:pt x="5216908" y="56926"/>
                    <a:pt x="5122160" y="12614"/>
                    <a:pt x="5198534" y="50800"/>
                  </a:cubicBezTo>
                  <a:cubicBezTo>
                    <a:pt x="5204178" y="56445"/>
                    <a:pt x="5211039" y="61092"/>
                    <a:pt x="5215467" y="67734"/>
                  </a:cubicBezTo>
                  <a:cubicBezTo>
                    <a:pt x="5231918" y="92411"/>
                    <a:pt x="5226038" y="103003"/>
                    <a:pt x="5249334" y="118534"/>
                  </a:cubicBezTo>
                  <a:cubicBezTo>
                    <a:pt x="5259835" y="125535"/>
                    <a:pt x="5272699" y="128466"/>
                    <a:pt x="5283200" y="135467"/>
                  </a:cubicBezTo>
                  <a:cubicBezTo>
                    <a:pt x="5318416" y="158944"/>
                    <a:pt x="5278200" y="152594"/>
                    <a:pt x="5334000" y="169334"/>
                  </a:cubicBezTo>
                  <a:cubicBezTo>
                    <a:pt x="5378582" y="182709"/>
                    <a:pt x="5425310" y="188481"/>
                    <a:pt x="5469467" y="203200"/>
                  </a:cubicBezTo>
                  <a:lnTo>
                    <a:pt x="5520267" y="220134"/>
                  </a:lnTo>
                  <a:cubicBezTo>
                    <a:pt x="5638800" y="214489"/>
                    <a:pt x="5758045" y="217339"/>
                    <a:pt x="5875867" y="203200"/>
                  </a:cubicBezTo>
                  <a:cubicBezTo>
                    <a:pt x="5965760" y="192413"/>
                    <a:pt x="5921001" y="178756"/>
                    <a:pt x="5960534" y="152400"/>
                  </a:cubicBezTo>
                  <a:cubicBezTo>
                    <a:pt x="5971035" y="145399"/>
                    <a:pt x="5984303" y="143040"/>
                    <a:pt x="5994400" y="135467"/>
                  </a:cubicBezTo>
                  <a:cubicBezTo>
                    <a:pt x="6046040" y="96737"/>
                    <a:pt x="6014107" y="88208"/>
                    <a:pt x="6096000" y="67734"/>
                  </a:cubicBezTo>
                  <a:cubicBezTo>
                    <a:pt x="6118578" y="62089"/>
                    <a:pt x="6141357" y="57194"/>
                    <a:pt x="6163734" y="50800"/>
                  </a:cubicBezTo>
                  <a:cubicBezTo>
                    <a:pt x="6180896" y="45896"/>
                    <a:pt x="6196928" y="36801"/>
                    <a:pt x="6214534" y="33867"/>
                  </a:cubicBezTo>
                  <a:cubicBezTo>
                    <a:pt x="6346053" y="11948"/>
                    <a:pt x="6373917" y="16934"/>
                    <a:pt x="6502400" y="16934"/>
                  </a:cubicBezTo>
                </a:path>
              </a:pathLst>
            </a:cu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자유형 60"/>
            <p:cNvSpPr/>
            <p:nvPr/>
          </p:nvSpPr>
          <p:spPr>
            <a:xfrm>
              <a:off x="1430867" y="3068960"/>
              <a:ext cx="5013341" cy="660400"/>
            </a:xfrm>
            <a:custGeom>
              <a:avLst/>
              <a:gdLst>
                <a:gd name="connsiteX0" fmla="*/ 0 w 6502400"/>
                <a:gd name="connsiteY0" fmla="*/ 660400 h 660400"/>
                <a:gd name="connsiteX1" fmla="*/ 50800 w 6502400"/>
                <a:gd name="connsiteY1" fmla="*/ 643466 h 660400"/>
                <a:gd name="connsiteX2" fmla="*/ 84666 w 6502400"/>
                <a:gd name="connsiteY2" fmla="*/ 626533 h 660400"/>
                <a:gd name="connsiteX3" fmla="*/ 237066 w 6502400"/>
                <a:gd name="connsiteY3" fmla="*/ 643466 h 660400"/>
                <a:gd name="connsiteX4" fmla="*/ 287866 w 6502400"/>
                <a:gd name="connsiteY4" fmla="*/ 660400 h 660400"/>
                <a:gd name="connsiteX5" fmla="*/ 491066 w 6502400"/>
                <a:gd name="connsiteY5" fmla="*/ 626533 h 660400"/>
                <a:gd name="connsiteX6" fmla="*/ 541866 w 6502400"/>
                <a:gd name="connsiteY6" fmla="*/ 592666 h 660400"/>
                <a:gd name="connsiteX7" fmla="*/ 558800 w 6502400"/>
                <a:gd name="connsiteY7" fmla="*/ 575733 h 660400"/>
                <a:gd name="connsiteX8" fmla="*/ 592666 w 6502400"/>
                <a:gd name="connsiteY8" fmla="*/ 558800 h 660400"/>
                <a:gd name="connsiteX9" fmla="*/ 609600 w 6502400"/>
                <a:gd name="connsiteY9" fmla="*/ 541866 h 660400"/>
                <a:gd name="connsiteX10" fmla="*/ 643466 w 6502400"/>
                <a:gd name="connsiteY10" fmla="*/ 524933 h 660400"/>
                <a:gd name="connsiteX11" fmla="*/ 677333 w 6502400"/>
                <a:gd name="connsiteY11" fmla="*/ 491066 h 660400"/>
                <a:gd name="connsiteX12" fmla="*/ 745066 w 6502400"/>
                <a:gd name="connsiteY12" fmla="*/ 457200 h 660400"/>
                <a:gd name="connsiteX13" fmla="*/ 762000 w 6502400"/>
                <a:gd name="connsiteY13" fmla="*/ 440266 h 660400"/>
                <a:gd name="connsiteX14" fmla="*/ 795866 w 6502400"/>
                <a:gd name="connsiteY14" fmla="*/ 423333 h 660400"/>
                <a:gd name="connsiteX15" fmla="*/ 812800 w 6502400"/>
                <a:gd name="connsiteY15" fmla="*/ 406400 h 660400"/>
                <a:gd name="connsiteX16" fmla="*/ 846666 w 6502400"/>
                <a:gd name="connsiteY16" fmla="*/ 389466 h 660400"/>
                <a:gd name="connsiteX17" fmla="*/ 863600 w 6502400"/>
                <a:gd name="connsiteY17" fmla="*/ 372533 h 660400"/>
                <a:gd name="connsiteX18" fmla="*/ 931333 w 6502400"/>
                <a:gd name="connsiteY18" fmla="*/ 338666 h 660400"/>
                <a:gd name="connsiteX19" fmla="*/ 965200 w 6502400"/>
                <a:gd name="connsiteY19" fmla="*/ 321733 h 660400"/>
                <a:gd name="connsiteX20" fmla="*/ 999066 w 6502400"/>
                <a:gd name="connsiteY20" fmla="*/ 304800 h 660400"/>
                <a:gd name="connsiteX21" fmla="*/ 1066800 w 6502400"/>
                <a:gd name="connsiteY21" fmla="*/ 321733 h 660400"/>
                <a:gd name="connsiteX22" fmla="*/ 1253066 w 6502400"/>
                <a:gd name="connsiteY22" fmla="*/ 355600 h 660400"/>
                <a:gd name="connsiteX23" fmla="*/ 1320800 w 6502400"/>
                <a:gd name="connsiteY23" fmla="*/ 389466 h 660400"/>
                <a:gd name="connsiteX24" fmla="*/ 1337733 w 6502400"/>
                <a:gd name="connsiteY24" fmla="*/ 406400 h 660400"/>
                <a:gd name="connsiteX25" fmla="*/ 1405466 w 6502400"/>
                <a:gd name="connsiteY25" fmla="*/ 440266 h 660400"/>
                <a:gd name="connsiteX26" fmla="*/ 1794933 w 6502400"/>
                <a:gd name="connsiteY26" fmla="*/ 440266 h 660400"/>
                <a:gd name="connsiteX27" fmla="*/ 1828800 w 6502400"/>
                <a:gd name="connsiteY27" fmla="*/ 474133 h 660400"/>
                <a:gd name="connsiteX28" fmla="*/ 1964266 w 6502400"/>
                <a:gd name="connsiteY28" fmla="*/ 524933 h 660400"/>
                <a:gd name="connsiteX29" fmla="*/ 2048933 w 6502400"/>
                <a:gd name="connsiteY29" fmla="*/ 508000 h 660400"/>
                <a:gd name="connsiteX30" fmla="*/ 2133600 w 6502400"/>
                <a:gd name="connsiteY30" fmla="*/ 474133 h 660400"/>
                <a:gd name="connsiteX31" fmla="*/ 2201333 w 6502400"/>
                <a:gd name="connsiteY31" fmla="*/ 491066 h 660400"/>
                <a:gd name="connsiteX32" fmla="*/ 2218266 w 6502400"/>
                <a:gd name="connsiteY32" fmla="*/ 508000 h 660400"/>
                <a:gd name="connsiteX33" fmla="*/ 2269066 w 6502400"/>
                <a:gd name="connsiteY33" fmla="*/ 524933 h 660400"/>
                <a:gd name="connsiteX34" fmla="*/ 2336800 w 6502400"/>
                <a:gd name="connsiteY34" fmla="*/ 508000 h 660400"/>
                <a:gd name="connsiteX35" fmla="*/ 2421466 w 6502400"/>
                <a:gd name="connsiteY35" fmla="*/ 491066 h 660400"/>
                <a:gd name="connsiteX36" fmla="*/ 2455333 w 6502400"/>
                <a:gd name="connsiteY36" fmla="*/ 474133 h 660400"/>
                <a:gd name="connsiteX37" fmla="*/ 2624666 w 6502400"/>
                <a:gd name="connsiteY37" fmla="*/ 457200 h 660400"/>
                <a:gd name="connsiteX38" fmla="*/ 2997200 w 6502400"/>
                <a:gd name="connsiteY38" fmla="*/ 457200 h 660400"/>
                <a:gd name="connsiteX39" fmla="*/ 3064933 w 6502400"/>
                <a:gd name="connsiteY39" fmla="*/ 423333 h 660400"/>
                <a:gd name="connsiteX40" fmla="*/ 3098800 w 6502400"/>
                <a:gd name="connsiteY40" fmla="*/ 406400 h 660400"/>
                <a:gd name="connsiteX41" fmla="*/ 3149600 w 6502400"/>
                <a:gd name="connsiteY41" fmla="*/ 389466 h 660400"/>
                <a:gd name="connsiteX42" fmla="*/ 3217333 w 6502400"/>
                <a:gd name="connsiteY42" fmla="*/ 355600 h 660400"/>
                <a:gd name="connsiteX43" fmla="*/ 3234266 w 6502400"/>
                <a:gd name="connsiteY43" fmla="*/ 304800 h 660400"/>
                <a:gd name="connsiteX44" fmla="*/ 3251200 w 6502400"/>
                <a:gd name="connsiteY44" fmla="*/ 220133 h 660400"/>
                <a:gd name="connsiteX45" fmla="*/ 3268133 w 6502400"/>
                <a:gd name="connsiteY45" fmla="*/ 186266 h 660400"/>
                <a:gd name="connsiteX46" fmla="*/ 3335866 w 6502400"/>
                <a:gd name="connsiteY46" fmla="*/ 152400 h 660400"/>
                <a:gd name="connsiteX47" fmla="*/ 3386666 w 6502400"/>
                <a:gd name="connsiteY47" fmla="*/ 118533 h 660400"/>
                <a:gd name="connsiteX48" fmla="*/ 3420533 w 6502400"/>
                <a:gd name="connsiteY48" fmla="*/ 84666 h 660400"/>
                <a:gd name="connsiteX49" fmla="*/ 3505200 w 6502400"/>
                <a:gd name="connsiteY49" fmla="*/ 33866 h 660400"/>
                <a:gd name="connsiteX50" fmla="*/ 3522133 w 6502400"/>
                <a:gd name="connsiteY50" fmla="*/ 0 h 660400"/>
                <a:gd name="connsiteX51" fmla="*/ 3945466 w 6502400"/>
                <a:gd name="connsiteY51" fmla="*/ 16933 h 660400"/>
                <a:gd name="connsiteX52" fmla="*/ 3962400 w 6502400"/>
                <a:gd name="connsiteY52" fmla="*/ 50800 h 660400"/>
                <a:gd name="connsiteX53" fmla="*/ 3979333 w 6502400"/>
                <a:gd name="connsiteY53" fmla="*/ 101600 h 660400"/>
                <a:gd name="connsiteX54" fmla="*/ 4013200 w 6502400"/>
                <a:gd name="connsiteY54" fmla="*/ 169333 h 660400"/>
                <a:gd name="connsiteX55" fmla="*/ 4047066 w 6502400"/>
                <a:gd name="connsiteY55" fmla="*/ 237066 h 660400"/>
                <a:gd name="connsiteX56" fmla="*/ 4064000 w 6502400"/>
                <a:gd name="connsiteY56" fmla="*/ 254000 h 660400"/>
                <a:gd name="connsiteX57" fmla="*/ 4080933 w 6502400"/>
                <a:gd name="connsiteY57" fmla="*/ 287866 h 660400"/>
                <a:gd name="connsiteX58" fmla="*/ 4148666 w 6502400"/>
                <a:gd name="connsiteY58" fmla="*/ 338666 h 660400"/>
                <a:gd name="connsiteX59" fmla="*/ 4165600 w 6502400"/>
                <a:gd name="connsiteY59" fmla="*/ 355600 h 660400"/>
                <a:gd name="connsiteX60" fmla="*/ 4250266 w 6502400"/>
                <a:gd name="connsiteY60" fmla="*/ 389466 h 660400"/>
                <a:gd name="connsiteX61" fmla="*/ 4284133 w 6502400"/>
                <a:gd name="connsiteY61" fmla="*/ 406400 h 660400"/>
                <a:gd name="connsiteX62" fmla="*/ 4351866 w 6502400"/>
                <a:gd name="connsiteY62" fmla="*/ 423333 h 660400"/>
                <a:gd name="connsiteX63" fmla="*/ 4453466 w 6502400"/>
                <a:gd name="connsiteY63" fmla="*/ 474133 h 660400"/>
                <a:gd name="connsiteX64" fmla="*/ 4504266 w 6502400"/>
                <a:gd name="connsiteY64" fmla="*/ 491066 h 660400"/>
                <a:gd name="connsiteX65" fmla="*/ 4605866 w 6502400"/>
                <a:gd name="connsiteY65" fmla="*/ 474133 h 660400"/>
                <a:gd name="connsiteX66" fmla="*/ 4724400 w 6502400"/>
                <a:gd name="connsiteY66" fmla="*/ 457200 h 660400"/>
                <a:gd name="connsiteX67" fmla="*/ 4775200 w 6502400"/>
                <a:gd name="connsiteY67" fmla="*/ 406400 h 660400"/>
                <a:gd name="connsiteX68" fmla="*/ 4809066 w 6502400"/>
                <a:gd name="connsiteY68" fmla="*/ 389466 h 660400"/>
                <a:gd name="connsiteX69" fmla="*/ 5283200 w 6502400"/>
                <a:gd name="connsiteY69" fmla="*/ 440266 h 660400"/>
                <a:gd name="connsiteX70" fmla="*/ 5300133 w 6502400"/>
                <a:gd name="connsiteY70" fmla="*/ 457200 h 660400"/>
                <a:gd name="connsiteX71" fmla="*/ 5571066 w 6502400"/>
                <a:gd name="connsiteY71" fmla="*/ 457200 h 660400"/>
                <a:gd name="connsiteX72" fmla="*/ 6045200 w 6502400"/>
                <a:gd name="connsiteY72" fmla="*/ 440266 h 660400"/>
                <a:gd name="connsiteX73" fmla="*/ 6180666 w 6502400"/>
                <a:gd name="connsiteY73" fmla="*/ 423333 h 660400"/>
                <a:gd name="connsiteX74" fmla="*/ 6214533 w 6502400"/>
                <a:gd name="connsiteY74" fmla="*/ 389466 h 660400"/>
                <a:gd name="connsiteX75" fmla="*/ 6282266 w 6502400"/>
                <a:gd name="connsiteY75" fmla="*/ 355600 h 660400"/>
                <a:gd name="connsiteX76" fmla="*/ 6299200 w 6502400"/>
                <a:gd name="connsiteY76" fmla="*/ 338666 h 660400"/>
                <a:gd name="connsiteX77" fmla="*/ 6333066 w 6502400"/>
                <a:gd name="connsiteY77" fmla="*/ 321733 h 660400"/>
                <a:gd name="connsiteX78" fmla="*/ 6366933 w 6502400"/>
                <a:gd name="connsiteY78" fmla="*/ 287866 h 660400"/>
                <a:gd name="connsiteX79" fmla="*/ 6434666 w 6502400"/>
                <a:gd name="connsiteY79" fmla="*/ 254000 h 660400"/>
                <a:gd name="connsiteX80" fmla="*/ 6451600 w 6502400"/>
                <a:gd name="connsiteY80" fmla="*/ 203200 h 660400"/>
                <a:gd name="connsiteX81" fmla="*/ 6468533 w 6502400"/>
                <a:gd name="connsiteY81" fmla="*/ 186266 h 660400"/>
                <a:gd name="connsiteX82" fmla="*/ 6502400 w 6502400"/>
                <a:gd name="connsiteY82" fmla="*/ 67733 h 660400"/>
                <a:gd name="connsiteX83" fmla="*/ 6493933 w 6502400"/>
                <a:gd name="connsiteY83" fmla="*/ 33866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502400" h="660400">
                  <a:moveTo>
                    <a:pt x="0" y="660400"/>
                  </a:moveTo>
                  <a:cubicBezTo>
                    <a:pt x="16933" y="654755"/>
                    <a:pt x="34227" y="650095"/>
                    <a:pt x="50800" y="643466"/>
                  </a:cubicBezTo>
                  <a:cubicBezTo>
                    <a:pt x="62518" y="638779"/>
                    <a:pt x="72045" y="626533"/>
                    <a:pt x="84666" y="626533"/>
                  </a:cubicBezTo>
                  <a:cubicBezTo>
                    <a:pt x="135779" y="626533"/>
                    <a:pt x="186266" y="637822"/>
                    <a:pt x="237066" y="643466"/>
                  </a:cubicBezTo>
                  <a:cubicBezTo>
                    <a:pt x="253999" y="649111"/>
                    <a:pt x="270017" y="660400"/>
                    <a:pt x="287866" y="660400"/>
                  </a:cubicBezTo>
                  <a:cubicBezTo>
                    <a:pt x="401289" y="660400"/>
                    <a:pt x="411582" y="653027"/>
                    <a:pt x="491066" y="626533"/>
                  </a:cubicBezTo>
                  <a:cubicBezTo>
                    <a:pt x="529893" y="587708"/>
                    <a:pt x="480356" y="633673"/>
                    <a:pt x="541866" y="592666"/>
                  </a:cubicBezTo>
                  <a:cubicBezTo>
                    <a:pt x="548508" y="588238"/>
                    <a:pt x="552158" y="580161"/>
                    <a:pt x="558800" y="575733"/>
                  </a:cubicBezTo>
                  <a:cubicBezTo>
                    <a:pt x="569301" y="568732"/>
                    <a:pt x="582165" y="565801"/>
                    <a:pt x="592666" y="558800"/>
                  </a:cubicBezTo>
                  <a:cubicBezTo>
                    <a:pt x="599308" y="554372"/>
                    <a:pt x="602958" y="546294"/>
                    <a:pt x="609600" y="541866"/>
                  </a:cubicBezTo>
                  <a:cubicBezTo>
                    <a:pt x="620101" y="534865"/>
                    <a:pt x="633369" y="532506"/>
                    <a:pt x="643466" y="524933"/>
                  </a:cubicBezTo>
                  <a:cubicBezTo>
                    <a:pt x="656238" y="515354"/>
                    <a:pt x="663053" y="498206"/>
                    <a:pt x="677333" y="491066"/>
                  </a:cubicBezTo>
                  <a:cubicBezTo>
                    <a:pt x="699911" y="479777"/>
                    <a:pt x="727217" y="475049"/>
                    <a:pt x="745066" y="457200"/>
                  </a:cubicBezTo>
                  <a:cubicBezTo>
                    <a:pt x="750711" y="451555"/>
                    <a:pt x="755358" y="444694"/>
                    <a:pt x="762000" y="440266"/>
                  </a:cubicBezTo>
                  <a:cubicBezTo>
                    <a:pt x="772501" y="433265"/>
                    <a:pt x="785365" y="430334"/>
                    <a:pt x="795866" y="423333"/>
                  </a:cubicBezTo>
                  <a:cubicBezTo>
                    <a:pt x="802508" y="418905"/>
                    <a:pt x="806158" y="410828"/>
                    <a:pt x="812800" y="406400"/>
                  </a:cubicBezTo>
                  <a:cubicBezTo>
                    <a:pt x="823301" y="399399"/>
                    <a:pt x="836165" y="396467"/>
                    <a:pt x="846666" y="389466"/>
                  </a:cubicBezTo>
                  <a:cubicBezTo>
                    <a:pt x="853308" y="385038"/>
                    <a:pt x="856755" y="376640"/>
                    <a:pt x="863600" y="372533"/>
                  </a:cubicBezTo>
                  <a:cubicBezTo>
                    <a:pt x="885245" y="359546"/>
                    <a:pt x="908755" y="349955"/>
                    <a:pt x="931333" y="338666"/>
                  </a:cubicBezTo>
                  <a:lnTo>
                    <a:pt x="965200" y="321733"/>
                  </a:lnTo>
                  <a:lnTo>
                    <a:pt x="999066" y="304800"/>
                  </a:lnTo>
                  <a:cubicBezTo>
                    <a:pt x="1021644" y="310444"/>
                    <a:pt x="1043844" y="317907"/>
                    <a:pt x="1066800" y="321733"/>
                  </a:cubicBezTo>
                  <a:cubicBezTo>
                    <a:pt x="1258267" y="353644"/>
                    <a:pt x="1144076" y="319269"/>
                    <a:pt x="1253066" y="355600"/>
                  </a:cubicBezTo>
                  <a:cubicBezTo>
                    <a:pt x="1291325" y="393857"/>
                    <a:pt x="1242965" y="350548"/>
                    <a:pt x="1320800" y="389466"/>
                  </a:cubicBezTo>
                  <a:cubicBezTo>
                    <a:pt x="1327940" y="393036"/>
                    <a:pt x="1330888" y="402293"/>
                    <a:pt x="1337733" y="406400"/>
                  </a:cubicBezTo>
                  <a:cubicBezTo>
                    <a:pt x="1359378" y="419387"/>
                    <a:pt x="1405466" y="440266"/>
                    <a:pt x="1405466" y="440266"/>
                  </a:cubicBezTo>
                  <a:cubicBezTo>
                    <a:pt x="1564457" y="408469"/>
                    <a:pt x="1551400" y="403736"/>
                    <a:pt x="1794933" y="440266"/>
                  </a:cubicBezTo>
                  <a:cubicBezTo>
                    <a:pt x="1810721" y="442634"/>
                    <a:pt x="1814520" y="466993"/>
                    <a:pt x="1828800" y="474133"/>
                  </a:cubicBezTo>
                  <a:cubicBezTo>
                    <a:pt x="1917349" y="518408"/>
                    <a:pt x="1872044" y="501878"/>
                    <a:pt x="1964266" y="524933"/>
                  </a:cubicBezTo>
                  <a:cubicBezTo>
                    <a:pt x="1992488" y="519289"/>
                    <a:pt x="2021011" y="514981"/>
                    <a:pt x="2048933" y="508000"/>
                  </a:cubicBezTo>
                  <a:cubicBezTo>
                    <a:pt x="2090778" y="497539"/>
                    <a:pt x="2098567" y="491649"/>
                    <a:pt x="2133600" y="474133"/>
                  </a:cubicBezTo>
                  <a:cubicBezTo>
                    <a:pt x="2156178" y="479777"/>
                    <a:pt x="2179725" y="482423"/>
                    <a:pt x="2201333" y="491066"/>
                  </a:cubicBezTo>
                  <a:cubicBezTo>
                    <a:pt x="2208745" y="494031"/>
                    <a:pt x="2211126" y="504430"/>
                    <a:pt x="2218266" y="508000"/>
                  </a:cubicBezTo>
                  <a:cubicBezTo>
                    <a:pt x="2234231" y="515983"/>
                    <a:pt x="2252133" y="519289"/>
                    <a:pt x="2269066" y="524933"/>
                  </a:cubicBezTo>
                  <a:cubicBezTo>
                    <a:pt x="2291644" y="519289"/>
                    <a:pt x="2314081" y="513049"/>
                    <a:pt x="2336800" y="508000"/>
                  </a:cubicBezTo>
                  <a:cubicBezTo>
                    <a:pt x="2364896" y="501756"/>
                    <a:pt x="2393792" y="498973"/>
                    <a:pt x="2421466" y="491066"/>
                  </a:cubicBezTo>
                  <a:cubicBezTo>
                    <a:pt x="2433602" y="487599"/>
                    <a:pt x="2442883" y="476208"/>
                    <a:pt x="2455333" y="474133"/>
                  </a:cubicBezTo>
                  <a:cubicBezTo>
                    <a:pt x="2511287" y="464808"/>
                    <a:pt x="2568222" y="462844"/>
                    <a:pt x="2624666" y="457200"/>
                  </a:cubicBezTo>
                  <a:cubicBezTo>
                    <a:pt x="2738089" y="463872"/>
                    <a:pt x="2879114" y="496562"/>
                    <a:pt x="2997200" y="457200"/>
                  </a:cubicBezTo>
                  <a:cubicBezTo>
                    <a:pt x="3021147" y="449218"/>
                    <a:pt x="3042355" y="434622"/>
                    <a:pt x="3064933" y="423333"/>
                  </a:cubicBezTo>
                  <a:lnTo>
                    <a:pt x="3098800" y="406400"/>
                  </a:lnTo>
                  <a:cubicBezTo>
                    <a:pt x="3114765" y="398418"/>
                    <a:pt x="3133194" y="396497"/>
                    <a:pt x="3149600" y="389466"/>
                  </a:cubicBezTo>
                  <a:cubicBezTo>
                    <a:pt x="3172802" y="379522"/>
                    <a:pt x="3217333" y="355600"/>
                    <a:pt x="3217333" y="355600"/>
                  </a:cubicBezTo>
                  <a:cubicBezTo>
                    <a:pt x="3222977" y="338667"/>
                    <a:pt x="3229937" y="322116"/>
                    <a:pt x="3234266" y="304800"/>
                  </a:cubicBezTo>
                  <a:cubicBezTo>
                    <a:pt x="3241247" y="276878"/>
                    <a:pt x="3243293" y="247807"/>
                    <a:pt x="3251200" y="220133"/>
                  </a:cubicBezTo>
                  <a:cubicBezTo>
                    <a:pt x="3254667" y="207997"/>
                    <a:pt x="3258277" y="194151"/>
                    <a:pt x="3268133" y="186266"/>
                  </a:cubicBezTo>
                  <a:cubicBezTo>
                    <a:pt x="3287844" y="170497"/>
                    <a:pt x="3318017" y="170249"/>
                    <a:pt x="3335866" y="152400"/>
                  </a:cubicBezTo>
                  <a:cubicBezTo>
                    <a:pt x="3387661" y="100605"/>
                    <a:pt x="3304653" y="180043"/>
                    <a:pt x="3386666" y="118533"/>
                  </a:cubicBezTo>
                  <a:cubicBezTo>
                    <a:pt x="3399438" y="108954"/>
                    <a:pt x="3409244" y="95955"/>
                    <a:pt x="3420533" y="84666"/>
                  </a:cubicBezTo>
                  <a:cubicBezTo>
                    <a:pt x="3460294" y="44905"/>
                    <a:pt x="3481521" y="69384"/>
                    <a:pt x="3505200" y="33866"/>
                  </a:cubicBezTo>
                  <a:cubicBezTo>
                    <a:pt x="3512201" y="23365"/>
                    <a:pt x="3516489" y="11289"/>
                    <a:pt x="3522133" y="0"/>
                  </a:cubicBezTo>
                  <a:cubicBezTo>
                    <a:pt x="3663244" y="5644"/>
                    <a:pt x="3805173" y="745"/>
                    <a:pt x="3945466" y="16933"/>
                  </a:cubicBezTo>
                  <a:cubicBezTo>
                    <a:pt x="3958004" y="18380"/>
                    <a:pt x="3957712" y="39081"/>
                    <a:pt x="3962400" y="50800"/>
                  </a:cubicBezTo>
                  <a:cubicBezTo>
                    <a:pt x="3969029" y="67373"/>
                    <a:pt x="3972302" y="85194"/>
                    <a:pt x="3979333" y="101600"/>
                  </a:cubicBezTo>
                  <a:cubicBezTo>
                    <a:pt x="3989277" y="124802"/>
                    <a:pt x="4001911" y="146755"/>
                    <a:pt x="4013200" y="169333"/>
                  </a:cubicBezTo>
                  <a:lnTo>
                    <a:pt x="4047066" y="237066"/>
                  </a:lnTo>
                  <a:cubicBezTo>
                    <a:pt x="4050636" y="244206"/>
                    <a:pt x="4059572" y="247358"/>
                    <a:pt x="4064000" y="254000"/>
                  </a:cubicBezTo>
                  <a:cubicBezTo>
                    <a:pt x="4071001" y="264501"/>
                    <a:pt x="4073360" y="277769"/>
                    <a:pt x="4080933" y="287866"/>
                  </a:cubicBezTo>
                  <a:cubicBezTo>
                    <a:pt x="4117555" y="336695"/>
                    <a:pt x="4105398" y="309820"/>
                    <a:pt x="4148666" y="338666"/>
                  </a:cubicBezTo>
                  <a:cubicBezTo>
                    <a:pt x="4155308" y="343094"/>
                    <a:pt x="4158958" y="351172"/>
                    <a:pt x="4165600" y="355600"/>
                  </a:cubicBezTo>
                  <a:cubicBezTo>
                    <a:pt x="4195384" y="375456"/>
                    <a:pt x="4215844" y="375697"/>
                    <a:pt x="4250266" y="389466"/>
                  </a:cubicBezTo>
                  <a:cubicBezTo>
                    <a:pt x="4261985" y="394154"/>
                    <a:pt x="4272159" y="402409"/>
                    <a:pt x="4284133" y="406400"/>
                  </a:cubicBezTo>
                  <a:cubicBezTo>
                    <a:pt x="4306211" y="413759"/>
                    <a:pt x="4330075" y="415161"/>
                    <a:pt x="4351866" y="423333"/>
                  </a:cubicBezTo>
                  <a:lnTo>
                    <a:pt x="4453466" y="474133"/>
                  </a:lnTo>
                  <a:cubicBezTo>
                    <a:pt x="4469431" y="482115"/>
                    <a:pt x="4487333" y="485422"/>
                    <a:pt x="4504266" y="491066"/>
                  </a:cubicBezTo>
                  <a:lnTo>
                    <a:pt x="4605866" y="474133"/>
                  </a:lnTo>
                  <a:cubicBezTo>
                    <a:pt x="4645314" y="468064"/>
                    <a:pt x="4687342" y="472023"/>
                    <a:pt x="4724400" y="457200"/>
                  </a:cubicBezTo>
                  <a:cubicBezTo>
                    <a:pt x="4746635" y="448306"/>
                    <a:pt x="4753781" y="417110"/>
                    <a:pt x="4775200" y="406400"/>
                  </a:cubicBezTo>
                  <a:lnTo>
                    <a:pt x="4809066" y="389466"/>
                  </a:lnTo>
                  <a:cubicBezTo>
                    <a:pt x="5261917" y="424301"/>
                    <a:pt x="5117682" y="357510"/>
                    <a:pt x="5283200" y="440266"/>
                  </a:cubicBezTo>
                  <a:cubicBezTo>
                    <a:pt x="5288844" y="445911"/>
                    <a:pt x="5293491" y="452772"/>
                    <a:pt x="5300133" y="457200"/>
                  </a:cubicBezTo>
                  <a:cubicBezTo>
                    <a:pt x="5381209" y="511251"/>
                    <a:pt x="5469865" y="464429"/>
                    <a:pt x="5571066" y="457200"/>
                  </a:cubicBezTo>
                  <a:cubicBezTo>
                    <a:pt x="5863522" y="408457"/>
                    <a:pt x="5705732" y="419050"/>
                    <a:pt x="6045200" y="440266"/>
                  </a:cubicBezTo>
                  <a:cubicBezTo>
                    <a:pt x="6090355" y="434622"/>
                    <a:pt x="6137078" y="436409"/>
                    <a:pt x="6180666" y="423333"/>
                  </a:cubicBezTo>
                  <a:cubicBezTo>
                    <a:pt x="6195958" y="418745"/>
                    <a:pt x="6203244" y="400755"/>
                    <a:pt x="6214533" y="389466"/>
                  </a:cubicBezTo>
                  <a:cubicBezTo>
                    <a:pt x="6232382" y="371617"/>
                    <a:pt x="6259688" y="366889"/>
                    <a:pt x="6282266" y="355600"/>
                  </a:cubicBezTo>
                  <a:cubicBezTo>
                    <a:pt x="6289406" y="352030"/>
                    <a:pt x="6292558" y="343094"/>
                    <a:pt x="6299200" y="338666"/>
                  </a:cubicBezTo>
                  <a:cubicBezTo>
                    <a:pt x="6309701" y="331665"/>
                    <a:pt x="6322969" y="329306"/>
                    <a:pt x="6333066" y="321733"/>
                  </a:cubicBezTo>
                  <a:cubicBezTo>
                    <a:pt x="6345838" y="312154"/>
                    <a:pt x="6352653" y="295006"/>
                    <a:pt x="6366933" y="287866"/>
                  </a:cubicBezTo>
                  <a:lnTo>
                    <a:pt x="6434666" y="254000"/>
                  </a:lnTo>
                  <a:cubicBezTo>
                    <a:pt x="6440311" y="237067"/>
                    <a:pt x="6443618" y="219165"/>
                    <a:pt x="6451600" y="203200"/>
                  </a:cubicBezTo>
                  <a:cubicBezTo>
                    <a:pt x="6455170" y="196060"/>
                    <a:pt x="6466009" y="193839"/>
                    <a:pt x="6468533" y="186266"/>
                  </a:cubicBezTo>
                  <a:cubicBezTo>
                    <a:pt x="6526753" y="11602"/>
                    <a:pt x="6455574" y="161382"/>
                    <a:pt x="6502400" y="67733"/>
                  </a:cubicBezTo>
                  <a:lnTo>
                    <a:pt x="6493933" y="33866"/>
                  </a:lnTo>
                </a:path>
              </a:pathLst>
            </a:cu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62" name="직선 연결선 61"/>
          <p:cNvCxnSpPr/>
          <p:nvPr/>
        </p:nvCxnSpPr>
        <p:spPr>
          <a:xfrm>
            <a:off x="3995936" y="2364237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4572000" y="2242009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69" name="직선 연결선 68"/>
          <p:cNvCxnSpPr/>
          <p:nvPr/>
        </p:nvCxnSpPr>
        <p:spPr>
          <a:xfrm>
            <a:off x="5652120" y="2364237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직사각형 75"/>
          <p:cNvSpPr/>
          <p:nvPr/>
        </p:nvSpPr>
        <p:spPr>
          <a:xfrm>
            <a:off x="6228184" y="2242009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77" name="직선 연결선 76"/>
          <p:cNvCxnSpPr/>
          <p:nvPr/>
        </p:nvCxnSpPr>
        <p:spPr>
          <a:xfrm>
            <a:off x="7380312" y="2364237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직사각형 77"/>
          <p:cNvSpPr/>
          <p:nvPr/>
        </p:nvSpPr>
        <p:spPr>
          <a:xfrm>
            <a:off x="7956376" y="2242009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전년동일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4DE772C-B244-4DA4-AA22-C39F9484258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20B12C33-C18F-4B62-9FD7-91A6501D00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D6FA4C-A124-4BF0-B396-130ECA1A1019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43CAC09-ADAD-4EA8-9216-FF726F8DBA06}"/>
              </a:ext>
            </a:extLst>
          </p:cNvPr>
          <p:cNvSpPr/>
          <p:nvPr/>
        </p:nvSpPr>
        <p:spPr>
          <a:xfrm>
            <a:off x="225294" y="945049"/>
            <a:ext cx="8811201" cy="5364271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rgbClr val="FF0000"/>
                </a:solidFill>
              </a:rPr>
              <a:t>내용 삭제</a:t>
            </a:r>
          </a:p>
        </p:txBody>
      </p:sp>
    </p:spTree>
    <p:extLst>
      <p:ext uri="{BB962C8B-B14F-4D97-AF65-F5344CB8AC3E}">
        <p14:creationId xmlns:p14="http://schemas.microsoft.com/office/powerpoint/2010/main" val="4038068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한전 요금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264372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797016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요금 조회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350924"/>
              </p:ext>
            </p:extLst>
          </p:nvPr>
        </p:nvGraphicFramePr>
        <p:xfrm>
          <a:off x="467544" y="2135576"/>
          <a:ext cx="8208910" cy="177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3" name="직선 연결선 82"/>
          <p:cNvCxnSpPr/>
          <p:nvPr/>
        </p:nvCxnSpPr>
        <p:spPr>
          <a:xfrm>
            <a:off x="1187624" y="3022032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605391" y="179701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79701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79701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79701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79701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79701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1" name="직선 연결선 50"/>
          <p:cNvCxnSpPr/>
          <p:nvPr/>
        </p:nvCxnSpPr>
        <p:spPr>
          <a:xfrm>
            <a:off x="1187624" y="2517976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023699"/>
              </p:ext>
            </p:extLst>
          </p:nvPr>
        </p:nvGraphicFramePr>
        <p:xfrm>
          <a:off x="467544" y="3955032"/>
          <a:ext cx="8208912" cy="997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기본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역률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전기요금합계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전력산업기반기금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부가세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청구금액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60" name="직선 연결선 59"/>
          <p:cNvCxnSpPr/>
          <p:nvPr/>
        </p:nvCxnSpPr>
        <p:spPr>
          <a:xfrm>
            <a:off x="375391" y="5231899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1378744" y="3454080"/>
            <a:ext cx="288032" cy="2058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직사각형 49"/>
          <p:cNvSpPr/>
          <p:nvPr/>
        </p:nvSpPr>
        <p:spPr>
          <a:xfrm>
            <a:off x="1378744" y="3382080"/>
            <a:ext cx="288032" cy="72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직사각형 51"/>
          <p:cNvSpPr/>
          <p:nvPr/>
        </p:nvSpPr>
        <p:spPr>
          <a:xfrm>
            <a:off x="1378744" y="3310072"/>
            <a:ext cx="288032" cy="7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직사각형 60"/>
          <p:cNvSpPr/>
          <p:nvPr/>
        </p:nvSpPr>
        <p:spPr>
          <a:xfrm>
            <a:off x="1378744" y="3202064"/>
            <a:ext cx="288032" cy="10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직사각형 61"/>
          <p:cNvSpPr/>
          <p:nvPr/>
        </p:nvSpPr>
        <p:spPr>
          <a:xfrm>
            <a:off x="1378744" y="3156345"/>
            <a:ext cx="288032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직사각형 67"/>
          <p:cNvSpPr/>
          <p:nvPr/>
        </p:nvSpPr>
        <p:spPr>
          <a:xfrm>
            <a:off x="1378744" y="3053435"/>
            <a:ext cx="288032" cy="10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1907704" y="2878016"/>
            <a:ext cx="288032" cy="781883"/>
            <a:chOff x="1907704" y="3172371"/>
            <a:chExt cx="288032" cy="606464"/>
          </a:xfrm>
        </p:grpSpPr>
        <p:sp>
          <p:nvSpPr>
            <p:cNvPr id="69" name="직사각형 68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2483768" y="3104890"/>
            <a:ext cx="288032" cy="555009"/>
            <a:chOff x="1907704" y="3172371"/>
            <a:chExt cx="288032" cy="606464"/>
          </a:xfrm>
        </p:grpSpPr>
        <p:sp>
          <p:nvSpPr>
            <p:cNvPr id="84" name="직사각형 83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2987824" y="3240909"/>
            <a:ext cx="288032" cy="418990"/>
            <a:chOff x="1907704" y="3172371"/>
            <a:chExt cx="288032" cy="606464"/>
          </a:xfrm>
        </p:grpSpPr>
        <p:sp>
          <p:nvSpPr>
            <p:cNvPr id="92" name="직사각형 91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한전 요금 조회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70D2C55-772C-4865-BCC5-17289A20F84D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C5035341-A4D4-4F29-858B-7EADCFE897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ADAB36-ECAF-4140-8741-0C90B4E743B9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8CB535F5-7C7F-41B8-A8AB-7F34FA4F6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25D4E42-D244-4000-A96B-53B4EBC5EF75}"/>
              </a:ext>
            </a:extLst>
          </p:cNvPr>
          <p:cNvSpPr/>
          <p:nvPr/>
        </p:nvSpPr>
        <p:spPr>
          <a:xfrm>
            <a:off x="1475656" y="1825503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1575749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ESS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92849"/>
              </p:ext>
            </p:extLst>
          </p:nvPr>
        </p:nvGraphicFramePr>
        <p:xfrm>
          <a:off x="467544" y="3530888"/>
          <a:ext cx="8208916" cy="1363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평일 일수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(d)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경부하충전량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중간부하충전량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최대부하방전량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중간부하방전량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정산비율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90826"/>
              </p:ext>
            </p:extLst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3043603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2803288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3043603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2803288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3046239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2805924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3046239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2805924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3051791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2811476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9659133-3722-4614-A46B-72BF740408F8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60FE1802-FB5B-43D3-8879-97A1A19572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6738A80-6F83-4B73-BA64-C226045A8A92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D45A54F-D6C2-4169-8CAF-C254A6A39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2ED78B7-50CC-40D0-B69E-43478B1D1A3C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EA932C1-589E-4498-99B0-828F2B273A06}"/>
              </a:ext>
            </a:extLst>
          </p:cNvPr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253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15723" y="977232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구분에서 특정월을 누르면 해당월의 상세명세서가 팝업 된다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감축 횟수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-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시간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(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회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-</a:t>
            </a:r>
            <a:r>
              <a:rPr lang="en-US" altLang="ko-KR" sz="1050" b="1" dirty="0" err="1">
                <a:solidFill>
                  <a:srgbClr val="FF0000"/>
                </a:solidFill>
                <a:latin typeface="맑은 고딕" pitchFamily="50" charset="-127"/>
              </a:rPr>
              <a:t>hr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)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의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 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해당월의 횟수를 누르면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(ex: 1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월의 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1-2) 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해당월의 상세 이벤트리스트가 팝업 된다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DR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DR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351122"/>
              </p:ext>
            </p:extLst>
          </p:nvPr>
        </p:nvGraphicFramePr>
        <p:xfrm>
          <a:off x="467544" y="3561184"/>
          <a:ext cx="8208916" cy="1363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 횟수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감축이행용량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감축인정용량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감축이행율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용량정산금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감축정산금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수익비율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535194"/>
              </p:ext>
            </p:extLst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2819664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3041816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0204E0-51B8-4563-9435-8E3589A30E2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CB707B-DD2A-41F6-AFA9-FFC61C4A7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DF36CA-24CF-4885-BACC-2A4630055FF7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9C866A0-2C7A-4E0B-AFBB-E634E7772371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47D5384C-C005-4C8D-8DCA-743D0FA1E9B1}"/>
              </a:ext>
            </a:extLst>
          </p:cNvPr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792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15723" y="977232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DR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19753"/>
              </p:ext>
            </p:extLst>
          </p:nvPr>
        </p:nvGraphicFramePr>
        <p:xfrm>
          <a:off x="467544" y="3561184"/>
          <a:ext cx="8208916" cy="1119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 발전량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SMP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SMP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 수익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x(SMP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거래가격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+</a:t>
                      </a:r>
                    </a:p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거래가격</a:t>
                      </a:r>
                      <a:r>
                        <a:rPr lang="en-US" altLang="ko-KR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가중치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/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2819664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3041816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0204E0-51B8-4563-9435-8E3589A30E2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CB707B-DD2A-41F6-AFA9-FFC61C4A7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DF36CA-24CF-4885-BACC-2A4630055FF7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9C866A0-2C7A-4E0B-AFBB-E634E7772371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69DA864-606F-4C31-999A-A7A9024DA524}"/>
              </a:ext>
            </a:extLst>
          </p:cNvPr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064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상세명세서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sample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E4FA600-B69B-4E74-A48D-859E62BB8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888468"/>
            <a:ext cx="4007750" cy="567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88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50024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6165304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65AF17E-52D9-473C-B85B-1E5366C2913A}"/>
              </a:ext>
            </a:extLst>
          </p:cNvPr>
          <p:cNvCxnSpPr/>
          <p:nvPr/>
        </p:nvCxnSpPr>
        <p:spPr>
          <a:xfrm>
            <a:off x="375391" y="614185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ED9E445-8FE5-495B-BE95-6352C8081069}"/>
              </a:ext>
            </a:extLst>
          </p:cNvPr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21E96E0-66D1-4CAF-9484-768AD8C5A1C4}"/>
              </a:ext>
            </a:extLst>
          </p:cNvPr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사이트 설정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BE1437-9258-4673-8F36-0291D87FA5A5}"/>
              </a:ext>
            </a:extLst>
          </p:cNvPr>
          <p:cNvSpPr txBox="1"/>
          <p:nvPr/>
        </p:nvSpPr>
        <p:spPr>
          <a:xfrm>
            <a:off x="268611" y="188640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설정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9" name="Picture 3">
            <a:extLst>
              <a:ext uri="{FF2B5EF4-FFF2-40B4-BE49-F238E27FC236}">
                <a16:creationId xmlns:a16="http://schemas.microsoft.com/office/drawing/2014/main" id="{59C82AD3-AF11-413F-A8BF-CEB0342A4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82" y="1958075"/>
            <a:ext cx="8203656" cy="3960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E0E70A4B-CF3B-4226-B2E1-5E5933CE83B4}"/>
              </a:ext>
            </a:extLst>
          </p:cNvPr>
          <p:cNvSpPr/>
          <p:nvPr/>
        </p:nvSpPr>
        <p:spPr>
          <a:xfrm>
            <a:off x="496982" y="1958074"/>
            <a:ext cx="8203656" cy="39604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0A03F4-5227-402F-A935-A88C27B4D271}"/>
              </a:ext>
            </a:extLst>
          </p:cNvPr>
          <p:cNvSpPr/>
          <p:nvPr/>
        </p:nvSpPr>
        <p:spPr>
          <a:xfrm>
            <a:off x="713006" y="22927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건물 요금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46F5B6F-F20B-4658-B5E9-0180CA2C5CBD}"/>
              </a:ext>
            </a:extLst>
          </p:cNvPr>
          <p:cNvSpPr/>
          <p:nvPr/>
        </p:nvSpPr>
        <p:spPr>
          <a:xfrm>
            <a:off x="2081158" y="2292713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일반용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 –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고압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A: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선택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II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FFF8E21-BB16-4DB3-9B4C-F60C4682C89B}"/>
              </a:ext>
            </a:extLst>
          </p:cNvPr>
          <p:cNvSpPr/>
          <p:nvPr/>
        </p:nvSpPr>
        <p:spPr>
          <a:xfrm>
            <a:off x="7985814" y="229271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DF119DE-AE36-48E9-BBF8-65A97BCCCB2D}"/>
              </a:ext>
            </a:extLst>
          </p:cNvPr>
          <p:cNvSpPr/>
          <p:nvPr/>
        </p:nvSpPr>
        <p:spPr>
          <a:xfrm>
            <a:off x="713006" y="2868777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계약 전력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A4B9FE1-94E3-4A0A-9D79-5ACE5B67FB7D}"/>
              </a:ext>
            </a:extLst>
          </p:cNvPr>
          <p:cNvSpPr/>
          <p:nvPr/>
        </p:nvSpPr>
        <p:spPr>
          <a:xfrm>
            <a:off x="2081158" y="2868777"/>
            <a:ext cx="5760640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2,000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6918F4E-7015-471B-AF88-BCBA6AEE3B51}"/>
              </a:ext>
            </a:extLst>
          </p:cNvPr>
          <p:cNvSpPr/>
          <p:nvPr/>
        </p:nvSpPr>
        <p:spPr>
          <a:xfrm>
            <a:off x="7481758" y="2868777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6E84F43-F87D-478E-A8EB-F68ECF6B03B0}"/>
              </a:ext>
            </a:extLst>
          </p:cNvPr>
          <p:cNvSpPr/>
          <p:nvPr/>
        </p:nvSpPr>
        <p:spPr>
          <a:xfrm>
            <a:off x="713006" y="3444841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검침일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3386889-64AF-4305-A4F8-84C12910E1C0}"/>
              </a:ext>
            </a:extLst>
          </p:cNvPr>
          <p:cNvSpPr/>
          <p:nvPr/>
        </p:nvSpPr>
        <p:spPr>
          <a:xfrm>
            <a:off x="2081158" y="3444841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30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5CF8652-801D-42A6-A169-18765E5FC465}"/>
              </a:ext>
            </a:extLst>
          </p:cNvPr>
          <p:cNvSpPr/>
          <p:nvPr/>
        </p:nvSpPr>
        <p:spPr>
          <a:xfrm>
            <a:off x="7985814" y="3444841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7A4BF63-1DDB-4A41-B024-14FCF559C03A}"/>
              </a:ext>
            </a:extLst>
          </p:cNvPr>
          <p:cNvSpPr/>
          <p:nvPr/>
        </p:nvSpPr>
        <p:spPr>
          <a:xfrm>
            <a:off x="713006" y="40929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A8B5354-F034-4516-9EEE-DC57742549A3}"/>
              </a:ext>
            </a:extLst>
          </p:cNvPr>
          <p:cNvSpPr/>
          <p:nvPr/>
        </p:nvSpPr>
        <p:spPr>
          <a:xfrm>
            <a:off x="2081158" y="4092913"/>
            <a:ext cx="245190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2018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A06CBC4-04CD-43E0-9A3D-651F593CF4A8}"/>
              </a:ext>
            </a:extLst>
          </p:cNvPr>
          <p:cNvSpPr/>
          <p:nvPr/>
        </p:nvSpPr>
        <p:spPr>
          <a:xfrm>
            <a:off x="4533060" y="409291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1DCBF8F-151E-4F66-A70C-4142446F54D7}"/>
              </a:ext>
            </a:extLst>
          </p:cNvPr>
          <p:cNvSpPr/>
          <p:nvPr/>
        </p:nvSpPr>
        <p:spPr>
          <a:xfrm>
            <a:off x="5033486" y="4092913"/>
            <a:ext cx="2808312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500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595BAC0-142A-4F0D-8254-7780FE3AE6FF}"/>
              </a:ext>
            </a:extLst>
          </p:cNvPr>
          <p:cNvSpPr/>
          <p:nvPr/>
        </p:nvSpPr>
        <p:spPr>
          <a:xfrm>
            <a:off x="7481759" y="4092913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02A018E-4621-4A7E-B96C-7A9845F9D803}"/>
              </a:ext>
            </a:extLst>
          </p:cNvPr>
          <p:cNvSpPr/>
          <p:nvPr/>
        </p:nvSpPr>
        <p:spPr>
          <a:xfrm>
            <a:off x="713006" y="474098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 전력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B55E0DF-6BAA-4355-B5BA-6F428B93378E}"/>
              </a:ext>
            </a:extLst>
          </p:cNvPr>
          <p:cNvSpPr/>
          <p:nvPr/>
        </p:nvSpPr>
        <p:spPr>
          <a:xfrm>
            <a:off x="2081158" y="4740985"/>
            <a:ext cx="245190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450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D63DE66-E1E7-4DF1-9D78-6912FC0C97A1}"/>
              </a:ext>
            </a:extLst>
          </p:cNvPr>
          <p:cNvSpPr/>
          <p:nvPr/>
        </p:nvSpPr>
        <p:spPr>
          <a:xfrm>
            <a:off x="7481759" y="4740985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0A21769-9AE6-4F33-9CC7-0368B28BC3C7}"/>
              </a:ext>
            </a:extLst>
          </p:cNvPr>
          <p:cNvGrpSpPr/>
          <p:nvPr/>
        </p:nvGrpSpPr>
        <p:grpSpPr>
          <a:xfrm>
            <a:off x="3577640" y="5342450"/>
            <a:ext cx="2630920" cy="360040"/>
            <a:chOff x="4029312" y="4869160"/>
            <a:chExt cx="2630920" cy="360040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A561B5F-BF9D-4B1F-B74A-26A196697834}"/>
                </a:ext>
              </a:extLst>
            </p:cNvPr>
            <p:cNvSpPr/>
            <p:nvPr/>
          </p:nvSpPr>
          <p:spPr>
            <a:xfrm>
              <a:off x="4029312" y="4869160"/>
              <a:ext cx="1224136" cy="36004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설정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EBF1CF44-5BC3-4F6F-B636-2389CB6BCBC8}"/>
                </a:ext>
              </a:extLst>
            </p:cNvPr>
            <p:cNvSpPr/>
            <p:nvPr/>
          </p:nvSpPr>
          <p:spPr>
            <a:xfrm>
              <a:off x="5436096" y="4869160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6C397DA-F1DF-42B1-8B01-88F820F54564}"/>
              </a:ext>
            </a:extLst>
          </p:cNvPr>
          <p:cNvSpPr/>
          <p:nvPr/>
        </p:nvSpPr>
        <p:spPr>
          <a:xfrm>
            <a:off x="6840946" y="4753016"/>
            <a:ext cx="100085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90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939DF27-6424-43A4-8A4A-D401E17DDA1B}"/>
              </a:ext>
            </a:extLst>
          </p:cNvPr>
          <p:cNvSpPr/>
          <p:nvPr/>
        </p:nvSpPr>
        <p:spPr>
          <a:xfrm>
            <a:off x="4029004" y="4752333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FB9F6FF-0BCB-4C9E-BC50-BF680B158A63}"/>
              </a:ext>
            </a:extLst>
          </p:cNvPr>
          <p:cNvSpPr/>
          <p:nvPr/>
        </p:nvSpPr>
        <p:spPr>
          <a:xfrm>
            <a:off x="5135494" y="4758497"/>
            <a:ext cx="155417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요금적용전력대비</a:t>
            </a:r>
          </a:p>
        </p:txBody>
      </p:sp>
      <p:sp>
        <p:nvSpPr>
          <p:cNvPr id="84" name="Text Box 28">
            <a:extLst>
              <a:ext uri="{FF2B5EF4-FFF2-40B4-BE49-F238E27FC236}">
                <a16:creationId xmlns:a16="http://schemas.microsoft.com/office/drawing/2014/main" id="{152B2388-39A3-4454-B406-52C1E707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7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한전 계약 및 전력관리 정보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6915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50024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6165304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65AF17E-52D9-473C-B85B-1E5366C2913A}"/>
              </a:ext>
            </a:extLst>
          </p:cNvPr>
          <p:cNvCxnSpPr/>
          <p:nvPr/>
        </p:nvCxnSpPr>
        <p:spPr>
          <a:xfrm>
            <a:off x="375391" y="614185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ED9E445-8FE5-495B-BE95-6352C8081069}"/>
              </a:ext>
            </a:extLst>
          </p:cNvPr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21E96E0-66D1-4CAF-9484-768AD8C5A1C4}"/>
              </a:ext>
            </a:extLst>
          </p:cNvPr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관리자 설정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BE1437-9258-4673-8F36-0291D87FA5A5}"/>
              </a:ext>
            </a:extLst>
          </p:cNvPr>
          <p:cNvSpPr txBox="1"/>
          <p:nvPr/>
        </p:nvSpPr>
        <p:spPr>
          <a:xfrm>
            <a:off x="268611" y="188640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설정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9" name="Picture 3">
            <a:extLst>
              <a:ext uri="{FF2B5EF4-FFF2-40B4-BE49-F238E27FC236}">
                <a16:creationId xmlns:a16="http://schemas.microsoft.com/office/drawing/2014/main" id="{59C82AD3-AF11-413F-A8BF-CEB0342A4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82" y="1958075"/>
            <a:ext cx="8203656" cy="3960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E0E70A4B-CF3B-4226-B2E1-5E5933CE83B4}"/>
              </a:ext>
            </a:extLst>
          </p:cNvPr>
          <p:cNvSpPr/>
          <p:nvPr/>
        </p:nvSpPr>
        <p:spPr>
          <a:xfrm>
            <a:off x="496982" y="1958074"/>
            <a:ext cx="8203656" cy="39604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0A03F4-5227-402F-A935-A88C27B4D271}"/>
              </a:ext>
            </a:extLst>
          </p:cNvPr>
          <p:cNvSpPr/>
          <p:nvPr/>
        </p:nvSpPr>
        <p:spPr>
          <a:xfrm>
            <a:off x="713006" y="22927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그룹 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46F5B6F-F20B-4658-B5E9-0180CA2C5CBD}"/>
              </a:ext>
            </a:extLst>
          </p:cNvPr>
          <p:cNvSpPr/>
          <p:nvPr/>
        </p:nvSpPr>
        <p:spPr>
          <a:xfrm>
            <a:off x="2081158" y="2292713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 정밀 화학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DF119DE-AE36-48E9-BBF8-65A97BCCCB2D}"/>
              </a:ext>
            </a:extLst>
          </p:cNvPr>
          <p:cNvSpPr/>
          <p:nvPr/>
        </p:nvSpPr>
        <p:spPr>
          <a:xfrm>
            <a:off x="713006" y="2868777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그룹 내 </a:t>
            </a: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Site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0A21769-9AE6-4F33-9CC7-0368B28BC3C7}"/>
              </a:ext>
            </a:extLst>
          </p:cNvPr>
          <p:cNvGrpSpPr/>
          <p:nvPr/>
        </p:nvGrpSpPr>
        <p:grpSpPr>
          <a:xfrm>
            <a:off x="3577640" y="5342450"/>
            <a:ext cx="2630920" cy="360040"/>
            <a:chOff x="4029312" y="4869160"/>
            <a:chExt cx="2630920" cy="360040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A561B5F-BF9D-4B1F-B74A-26A196697834}"/>
                </a:ext>
              </a:extLst>
            </p:cNvPr>
            <p:cNvSpPr/>
            <p:nvPr/>
          </p:nvSpPr>
          <p:spPr>
            <a:xfrm>
              <a:off x="4029312" y="4869160"/>
              <a:ext cx="1224136" cy="36004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설정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EBF1CF44-5BC3-4F6F-B636-2389CB6BCBC8}"/>
                </a:ext>
              </a:extLst>
            </p:cNvPr>
            <p:cNvSpPr/>
            <p:nvPr/>
          </p:nvSpPr>
          <p:spPr>
            <a:xfrm>
              <a:off x="5436096" y="4869160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84" name="Text Box 28">
            <a:extLst>
              <a:ext uri="{FF2B5EF4-FFF2-40B4-BE49-F238E27FC236}">
                <a16:creationId xmlns:a16="http://schemas.microsoft.com/office/drawing/2014/main" id="{152B2388-39A3-4454-B406-52C1E707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7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그룹 설정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201AAA5-8B2A-4498-B48A-1F9E754B57BD}"/>
              </a:ext>
            </a:extLst>
          </p:cNvPr>
          <p:cNvSpPr/>
          <p:nvPr/>
        </p:nvSpPr>
        <p:spPr>
          <a:xfrm>
            <a:off x="2081158" y="2868777"/>
            <a:ext cx="5477132" cy="11184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_Site_01</a:t>
            </a:r>
          </a:p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_Site_02</a:t>
            </a:r>
          </a:p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_Site_03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8" name="Picture 4" descr="ê´ë ¨ ì´ë¯¸ì§">
            <a:extLst>
              <a:ext uri="{FF2B5EF4-FFF2-40B4-BE49-F238E27FC236}">
                <a16:creationId xmlns:a16="http://schemas.microsoft.com/office/drawing/2014/main" id="{B8A000E7-5C68-4462-8551-D1510FFB4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334" y="2859539"/>
            <a:ext cx="866992" cy="1136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B4D8DBE-D937-4B28-BE7E-837AADD62BBF}"/>
              </a:ext>
            </a:extLst>
          </p:cNvPr>
          <p:cNvCxnSpPr>
            <a:cxnSpLocks/>
          </p:cNvCxnSpPr>
          <p:nvPr/>
        </p:nvCxnSpPr>
        <p:spPr>
          <a:xfrm flipV="1">
            <a:off x="2126747" y="3139367"/>
            <a:ext cx="5179582" cy="2290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A4B6BE7-D80F-44A0-AA7D-488F627F787A}"/>
              </a:ext>
            </a:extLst>
          </p:cNvPr>
          <p:cNvCxnSpPr>
            <a:cxnSpLocks/>
          </p:cNvCxnSpPr>
          <p:nvPr/>
        </p:nvCxnSpPr>
        <p:spPr>
          <a:xfrm flipV="1">
            <a:off x="2126747" y="3392164"/>
            <a:ext cx="5179582" cy="2290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4328374B-6844-4028-B3D2-947953CAFA9F}"/>
              </a:ext>
            </a:extLst>
          </p:cNvPr>
          <p:cNvCxnSpPr>
            <a:cxnSpLocks/>
          </p:cNvCxnSpPr>
          <p:nvPr/>
        </p:nvCxnSpPr>
        <p:spPr>
          <a:xfrm flipV="1">
            <a:off x="2126747" y="3662754"/>
            <a:ext cx="5179582" cy="2290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í¸ì§ì ëí ì´ë¯¸ì§ ê²ìê²°ê³¼">
            <a:extLst>
              <a:ext uri="{FF2B5EF4-FFF2-40B4-BE49-F238E27FC236}">
                <a16:creationId xmlns:a16="http://schemas.microsoft.com/office/drawing/2014/main" id="{73F66097-3627-4E54-8D85-3BF15CEDA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879" y="2859538"/>
            <a:ext cx="381935" cy="381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173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83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20626</TotalTime>
  <Words>3331</Words>
  <Application>Microsoft Office PowerPoint</Application>
  <PresentationFormat>화면 슬라이드 쇼(4:3)</PresentationFormat>
  <Paragraphs>1778</Paragraphs>
  <Slides>31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박준호</dc:creator>
  <cp:lastModifiedBy>Kim Lein</cp:lastModifiedBy>
  <cp:revision>1050</cp:revision>
  <cp:lastPrinted>2018-01-26T02:17:04Z</cp:lastPrinted>
  <dcterms:created xsi:type="dcterms:W3CDTF">2015-05-21T08:47:43Z</dcterms:created>
  <dcterms:modified xsi:type="dcterms:W3CDTF">2018-07-09T15:25:08Z</dcterms:modified>
</cp:coreProperties>
</file>