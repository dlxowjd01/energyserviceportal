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F8A36-6C0E-4816-87E7-1413CD493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6874BE-4F01-4977-93FD-05638FEBD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A8F7CF-9AE2-4FB4-B9F3-D8FCCEAF0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76F5ED-A3E0-4F2B-961C-C47DE4B0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BAAC04-1668-4C78-8CC9-DFD8E04C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432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D6B17-7DC7-40B5-B735-B3B746569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C0C1D4-0FA3-481F-B57A-3AC7A1DA3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4A89DE-E5DF-486B-94A2-92D5DD95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1C959B-2EAC-4445-8DDF-E3183B41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5BC91-1692-4A90-95A5-388F7792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88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AAD9E-F6EA-432D-9BAD-E58DFF12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C3F745-83A5-4921-94C6-BC8077E5C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3CDCF1-7DA1-4D45-8A14-7D31A8F8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79225C-4FAD-4182-A633-6D338A703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548C28-D884-4F4C-B46A-1CC988978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93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ABDF4-5913-482E-B6CD-42C90EE3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CBEE3D-D2EE-42F9-BF92-DDF01AE02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30F216-57A9-4EA1-B289-3D20968A1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5BF4E6-D219-4844-9690-F74910A7F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001E29-7531-43AC-A6F8-011BE060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D69DC4-7F86-4A99-A29B-FB3C5323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806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A834F6-3AA9-4A10-AA8B-6B85A7AE3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7C3C3C-7319-4CBA-BAB9-CCA9F6537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60C95-22BA-4AC4-813D-EF3FF0A63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4F6F83-A952-402A-A092-52D71C4F7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711C46-82D1-44C6-843F-F2CDB5C4FD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9100CF-6EDF-4DC8-A313-F5D3298C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4DAB45-DA13-4356-95DD-540A59B51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D04402-D2AB-421C-8966-6DBF79C7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63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E12D6-E6F4-49A1-AA25-AA9C2315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23F670-383D-49F4-8E2D-4D3DED67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B8F413-1A8D-4710-952D-41D0244ED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899CC9-3587-45C7-8469-CFAB582F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6187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4428A3-65AB-4697-B7FB-76DA88714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5D4C1B-F282-4B8C-9551-9336260D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86872-15CD-46A2-A1D0-7C7D0A29A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09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8B62E-1545-452E-91EB-A6663DC0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CB34FE-32D5-45D2-99D0-B545178B9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728BDA-BEE7-48AA-B2DA-8A766EE53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B2516E-5A58-47BC-A2E8-C97A5B77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62A6D5-7411-4983-AB90-8724BCF7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9558C0-03AB-4DBD-9C2D-2690F4B8D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25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5136D5-4A6F-48E7-8AC0-F134AF6CD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296AC33-5E70-4E6B-A880-86F908E99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7A1C42-4612-4899-A82B-F117C234A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22F235-D5CC-4689-BD4D-11FC1CE40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CED2E7-CB3D-4FEC-931F-9BD0D579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B92650-D47C-43B3-8ABE-37CC4627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99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8D34C-9FAD-409E-92D1-94DAB0E62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EEF939-22E0-4AD3-971F-F192017A0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DBD828-D01C-4D09-A100-A03944E7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67B5CC-7F8E-415E-90FA-93631160A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47D67A-C1E2-473D-A563-2894966F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5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793DE0-6281-4D63-8485-2B11E3BAD6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394570-7240-4648-817C-C6AAB0F26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A9BD19-170A-40A6-90A0-0D56A4E98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38F34D-DCD2-46CE-93E4-EEE8065A7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84FD4-D481-4CA4-8A8F-C9955668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49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4A5E7-556C-4085-B570-F8CFB09F1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30E488-75EA-4170-8F56-EA51EC97B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85D5D0-7192-4BDF-BBFA-155F8AB91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2E3FC-51B4-4EB7-B5BF-16969DEED512}" type="datetimeFigureOut">
              <a:rPr lang="ko-KR" altLang="en-US" smtClean="0"/>
              <a:t>2018-07-08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3E1EC0-F4AB-49D1-BB74-9D23F4FB4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3DC5C-1ABA-4F9A-A78B-62605A9F8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3E917-52E0-4357-9B46-E7756D9E16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201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C89D0E2-CF3B-4AA8-B19D-1F5A7A92EB0F}"/>
              </a:ext>
            </a:extLst>
          </p:cNvPr>
          <p:cNvSpPr/>
          <p:nvPr/>
        </p:nvSpPr>
        <p:spPr>
          <a:xfrm>
            <a:off x="1242195" y="3688128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JDK 1.8</a:t>
            </a:r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A4CAE8C-DA9E-4F2A-9B5F-6190A48E37DD}"/>
              </a:ext>
            </a:extLst>
          </p:cNvPr>
          <p:cNvSpPr/>
          <p:nvPr/>
        </p:nvSpPr>
        <p:spPr>
          <a:xfrm>
            <a:off x="1242196" y="3372491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Eclipse Neon</a:t>
            </a:r>
            <a:endParaRPr lang="ko-KR" altLang="en-US" sz="10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28D249-62BF-4791-BD01-D3E5600E6AA1}"/>
              </a:ext>
            </a:extLst>
          </p:cNvPr>
          <p:cNvSpPr/>
          <p:nvPr/>
        </p:nvSpPr>
        <p:spPr>
          <a:xfrm>
            <a:off x="1242197" y="2432921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Tomcat</a:t>
            </a:r>
            <a:r>
              <a:rPr lang="ko-KR" altLang="en-US" sz="1000"/>
              <a:t> </a:t>
            </a:r>
            <a:r>
              <a:rPr lang="en-US" altLang="ko-KR" sz="1000"/>
              <a:t>8.5</a:t>
            </a:r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8F0281-AFD0-47BC-9DA7-EC545590F447}"/>
              </a:ext>
            </a:extLst>
          </p:cNvPr>
          <p:cNvSpPr/>
          <p:nvPr/>
        </p:nvSpPr>
        <p:spPr>
          <a:xfrm>
            <a:off x="1242196" y="2748556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Spring 4.3</a:t>
            </a:r>
            <a:endParaRPr lang="ko-KR" altLang="en-US"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6D781F-9EB7-4368-8DF6-07314EDC63F9}"/>
              </a:ext>
            </a:extLst>
          </p:cNvPr>
          <p:cNvSpPr/>
          <p:nvPr/>
        </p:nvSpPr>
        <p:spPr>
          <a:xfrm>
            <a:off x="1242196" y="2117286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EWP</a:t>
            </a:r>
            <a:r>
              <a:rPr lang="ko-KR" altLang="en-US" sz="1000"/>
              <a:t> 서비스 포탈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A79000-ED38-4026-B771-7B74D0928C87}"/>
              </a:ext>
            </a:extLst>
          </p:cNvPr>
          <p:cNvSpPr/>
          <p:nvPr/>
        </p:nvSpPr>
        <p:spPr>
          <a:xfrm>
            <a:off x="1242195" y="3064191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Maven</a:t>
            </a:r>
            <a:endParaRPr lang="ko-KR" altLang="en-US" sz="100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0E7867D-DD7B-4243-AE9C-E5138D6D9862}"/>
              </a:ext>
            </a:extLst>
          </p:cNvPr>
          <p:cNvSpPr/>
          <p:nvPr/>
        </p:nvSpPr>
        <p:spPr>
          <a:xfrm>
            <a:off x="1040862" y="1849887"/>
            <a:ext cx="1568741" cy="2643579"/>
          </a:xfrm>
          <a:prstGeom prst="roundRect">
            <a:avLst>
              <a:gd name="adj" fmla="val 383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A6AB70-1455-436A-89BF-0FA7D34E7907}"/>
              </a:ext>
            </a:extLst>
          </p:cNvPr>
          <p:cNvSpPr txBox="1"/>
          <p:nvPr/>
        </p:nvSpPr>
        <p:spPr>
          <a:xfrm>
            <a:off x="1474846" y="4622365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solidFill>
                  <a:schemeClr val="accent1">
                    <a:lumMod val="75000"/>
                  </a:schemeClr>
                </a:solidFill>
              </a:rPr>
              <a:t>개발 </a:t>
            </a:r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PC</a:t>
            </a:r>
            <a:endParaRPr lang="ko-KR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1D7855-35FE-4253-924E-447A339FDE45}"/>
              </a:ext>
            </a:extLst>
          </p:cNvPr>
          <p:cNvSpPr/>
          <p:nvPr/>
        </p:nvSpPr>
        <p:spPr>
          <a:xfrm>
            <a:off x="3254782" y="3033633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Git</a:t>
            </a:r>
            <a:endParaRPr lang="ko-KR" altLang="en-US" sz="100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19CD440-FDE7-478A-954E-6258C3A63AEE}"/>
              </a:ext>
            </a:extLst>
          </p:cNvPr>
          <p:cNvSpPr/>
          <p:nvPr/>
        </p:nvSpPr>
        <p:spPr>
          <a:xfrm>
            <a:off x="3045317" y="2772503"/>
            <a:ext cx="1568741" cy="791707"/>
          </a:xfrm>
          <a:prstGeom prst="roundRect">
            <a:avLst>
              <a:gd name="adj" fmla="val 383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293089-1D14-4639-8C8E-AB36B71A8DE7}"/>
              </a:ext>
            </a:extLst>
          </p:cNvPr>
          <p:cNvSpPr txBox="1"/>
          <p:nvPr/>
        </p:nvSpPr>
        <p:spPr>
          <a:xfrm>
            <a:off x="3441085" y="3658847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Git</a:t>
            </a:r>
            <a:r>
              <a:rPr lang="ko-KR" altLang="en-US" sz="1200" b="1">
                <a:solidFill>
                  <a:schemeClr val="accent1">
                    <a:lumMod val="75000"/>
                  </a:schemeClr>
                </a:solidFill>
              </a:rPr>
              <a:t> 서버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D2D938-518C-4EB0-B971-B337287591F8}"/>
              </a:ext>
            </a:extLst>
          </p:cNvPr>
          <p:cNvSpPr/>
          <p:nvPr/>
        </p:nvSpPr>
        <p:spPr>
          <a:xfrm>
            <a:off x="1242193" y="4005020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Windows</a:t>
            </a:r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0E4C5E3-F41A-4602-B3A4-6A23A33B240F}"/>
              </a:ext>
            </a:extLst>
          </p:cNvPr>
          <p:cNvSpPr/>
          <p:nvPr/>
        </p:nvSpPr>
        <p:spPr>
          <a:xfrm>
            <a:off x="6727653" y="3491655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JDK 1.8</a:t>
            </a:r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9307BF0-720C-470E-9FE0-E22EC018B4FD}"/>
              </a:ext>
            </a:extLst>
          </p:cNvPr>
          <p:cNvSpPr/>
          <p:nvPr/>
        </p:nvSpPr>
        <p:spPr>
          <a:xfrm>
            <a:off x="6727655" y="2525695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Tomcat</a:t>
            </a:r>
            <a:r>
              <a:rPr lang="ko-KR" altLang="en-US" sz="1000"/>
              <a:t> </a:t>
            </a:r>
            <a:r>
              <a:rPr lang="en-US" altLang="ko-KR" sz="1000"/>
              <a:t>8.5</a:t>
            </a:r>
            <a:endParaRPr lang="ko-KR" altLang="en-US" sz="10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2B5E069-215E-480D-A28F-833F69931032}"/>
              </a:ext>
            </a:extLst>
          </p:cNvPr>
          <p:cNvSpPr/>
          <p:nvPr/>
        </p:nvSpPr>
        <p:spPr>
          <a:xfrm>
            <a:off x="6727654" y="2841330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Spring 4.3</a:t>
            </a:r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C81A58C-9543-4118-9974-2888D76687D0}"/>
              </a:ext>
            </a:extLst>
          </p:cNvPr>
          <p:cNvSpPr/>
          <p:nvPr/>
        </p:nvSpPr>
        <p:spPr>
          <a:xfrm>
            <a:off x="6727654" y="2210060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EWP</a:t>
            </a:r>
            <a:r>
              <a:rPr lang="ko-KR" altLang="en-US" sz="1000"/>
              <a:t> 서비스 포탈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A098CD0-57E5-43D4-8D78-8E3A752094B5}"/>
              </a:ext>
            </a:extLst>
          </p:cNvPr>
          <p:cNvSpPr/>
          <p:nvPr/>
        </p:nvSpPr>
        <p:spPr>
          <a:xfrm>
            <a:off x="5113172" y="1923690"/>
            <a:ext cx="2981889" cy="2323487"/>
          </a:xfrm>
          <a:prstGeom prst="roundRect">
            <a:avLst>
              <a:gd name="adj" fmla="val 383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EA7B0E-1D7C-4585-A7E6-311D0E449379}"/>
              </a:ext>
            </a:extLst>
          </p:cNvPr>
          <p:cNvSpPr txBox="1"/>
          <p:nvPr/>
        </p:nvSpPr>
        <p:spPr>
          <a:xfrm>
            <a:off x="5850898" y="4393167"/>
            <a:ext cx="13548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WEB </a:t>
            </a:r>
            <a:r>
              <a:rPr lang="ko-KR" altLang="en-US" sz="1200" b="1">
                <a:solidFill>
                  <a:schemeClr val="accent1">
                    <a:lumMod val="75000"/>
                  </a:schemeClr>
                </a:solidFill>
              </a:rPr>
              <a:t>서버 </a:t>
            </a:r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200" b="1">
                <a:solidFill>
                  <a:schemeClr val="accent1">
                    <a:lumMod val="75000"/>
                  </a:schemeClr>
                </a:solidFill>
              </a:rPr>
              <a:t>개발</a:t>
            </a:r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0BFD48B-E6C5-4CC6-968D-59840A12BE62}"/>
              </a:ext>
            </a:extLst>
          </p:cNvPr>
          <p:cNvSpPr/>
          <p:nvPr/>
        </p:nvSpPr>
        <p:spPr>
          <a:xfrm>
            <a:off x="5253873" y="3808547"/>
            <a:ext cx="2639850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CentOS</a:t>
            </a:r>
            <a:endParaRPr lang="ko-KR" altLang="en-US" sz="10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347C80-3258-4D5B-A9D5-9D22057D8040}"/>
              </a:ext>
            </a:extLst>
          </p:cNvPr>
          <p:cNvSpPr/>
          <p:nvPr/>
        </p:nvSpPr>
        <p:spPr>
          <a:xfrm>
            <a:off x="5253872" y="2200724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Jenkins</a:t>
            </a:r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A022926-0A24-4B60-8BA7-54E2A171A8C1}"/>
              </a:ext>
            </a:extLst>
          </p:cNvPr>
          <p:cNvSpPr/>
          <p:nvPr/>
        </p:nvSpPr>
        <p:spPr>
          <a:xfrm>
            <a:off x="8869189" y="5161859"/>
            <a:ext cx="1618348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MariaDB 10</a:t>
            </a:r>
            <a:endParaRPr lang="ko-KR" altLang="en-US" sz="100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87D8098-4DAB-42DA-BF1C-B6F983BFB9EC}"/>
              </a:ext>
            </a:extLst>
          </p:cNvPr>
          <p:cNvSpPr/>
          <p:nvPr/>
        </p:nvSpPr>
        <p:spPr>
          <a:xfrm>
            <a:off x="8667856" y="4247177"/>
            <a:ext cx="2034359" cy="1411963"/>
          </a:xfrm>
          <a:prstGeom prst="roundRect">
            <a:avLst>
              <a:gd name="adj" fmla="val 383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ADD603-96F9-475A-A2C0-A00946E4F4C7}"/>
              </a:ext>
            </a:extLst>
          </p:cNvPr>
          <p:cNvSpPr txBox="1"/>
          <p:nvPr/>
        </p:nvSpPr>
        <p:spPr>
          <a:xfrm>
            <a:off x="9065843" y="5749041"/>
            <a:ext cx="1231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DB</a:t>
            </a:r>
            <a:r>
              <a:rPr lang="ko-KR" altLang="en-US" sz="1200" b="1">
                <a:solidFill>
                  <a:schemeClr val="accent1">
                    <a:lumMod val="75000"/>
                  </a:schemeClr>
                </a:solidFill>
              </a:rPr>
              <a:t> 서버 </a:t>
            </a:r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ko-KR" altLang="en-US" sz="1200" b="1">
                <a:solidFill>
                  <a:schemeClr val="accent1">
                    <a:lumMod val="75000"/>
                  </a:schemeClr>
                </a:solidFill>
              </a:rPr>
              <a:t>개발</a:t>
            </a:r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)</a:t>
            </a:r>
            <a:endParaRPr lang="ko-KR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순서도: 자기 디스크 41">
            <a:extLst>
              <a:ext uri="{FF2B5EF4-FFF2-40B4-BE49-F238E27FC236}">
                <a16:creationId xmlns:a16="http://schemas.microsoft.com/office/drawing/2014/main" id="{1DD73513-E392-4E4A-A25B-FFB29CB5D218}"/>
              </a:ext>
            </a:extLst>
          </p:cNvPr>
          <p:cNvSpPr/>
          <p:nvPr/>
        </p:nvSpPr>
        <p:spPr>
          <a:xfrm>
            <a:off x="8869189" y="4486871"/>
            <a:ext cx="784375" cy="5673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PMGrow DB</a:t>
            </a:r>
            <a:endParaRPr lang="ko-KR" altLang="en-US" sz="1000"/>
          </a:p>
        </p:txBody>
      </p:sp>
      <p:sp>
        <p:nvSpPr>
          <p:cNvPr id="43" name="순서도: 자기 디스크 42">
            <a:extLst>
              <a:ext uri="{FF2B5EF4-FFF2-40B4-BE49-F238E27FC236}">
                <a16:creationId xmlns:a16="http://schemas.microsoft.com/office/drawing/2014/main" id="{87AF7D89-1C97-41F3-9837-0E2DDC570BD9}"/>
              </a:ext>
            </a:extLst>
          </p:cNvPr>
          <p:cNvSpPr/>
          <p:nvPr/>
        </p:nvSpPr>
        <p:spPr>
          <a:xfrm>
            <a:off x="9703163" y="4493466"/>
            <a:ext cx="784374" cy="5673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EWP-SP DB</a:t>
            </a:r>
            <a:endParaRPr lang="ko-KR" altLang="en-US" sz="10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6B96D04-B140-4044-A8E2-E5CA435C3B7C}"/>
              </a:ext>
            </a:extLst>
          </p:cNvPr>
          <p:cNvSpPr/>
          <p:nvPr/>
        </p:nvSpPr>
        <p:spPr>
          <a:xfrm>
            <a:off x="8887316" y="2821770"/>
            <a:ext cx="1618348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err="1"/>
              <a:t>Enertalk</a:t>
            </a:r>
            <a:r>
              <a:rPr lang="en-US" altLang="ko-KR" sz="1000"/>
              <a:t> Platform</a:t>
            </a:r>
            <a:endParaRPr lang="ko-KR" altLang="en-US" sz="1000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8A87A302-DE60-458C-B8F2-2CB7C62628E7}"/>
              </a:ext>
            </a:extLst>
          </p:cNvPr>
          <p:cNvSpPr/>
          <p:nvPr/>
        </p:nvSpPr>
        <p:spPr>
          <a:xfrm>
            <a:off x="8685983" y="1907088"/>
            <a:ext cx="2034359" cy="1411963"/>
          </a:xfrm>
          <a:prstGeom prst="roundRect">
            <a:avLst>
              <a:gd name="adj" fmla="val 3833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FCB6CB-E481-44B5-8B34-7BBCEFCB608B}"/>
              </a:ext>
            </a:extLst>
          </p:cNvPr>
          <p:cNvSpPr txBox="1"/>
          <p:nvPr/>
        </p:nvSpPr>
        <p:spPr>
          <a:xfrm>
            <a:off x="9102632" y="3399621"/>
            <a:ext cx="1143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err="1">
                <a:solidFill>
                  <a:schemeClr val="accent1">
                    <a:lumMod val="75000"/>
                  </a:schemeClr>
                </a:solidFill>
              </a:rPr>
              <a:t>Enertalk</a:t>
            </a:r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ko-KR" altLang="en-US" sz="1200" b="1">
                <a:solidFill>
                  <a:schemeClr val="accent1">
                    <a:lumMod val="75000"/>
                  </a:schemeClr>
                </a:solidFill>
              </a:rPr>
              <a:t>서버</a:t>
            </a:r>
          </a:p>
        </p:txBody>
      </p:sp>
      <p:sp>
        <p:nvSpPr>
          <p:cNvPr id="54" name="순서도: 자기 디스크 53">
            <a:extLst>
              <a:ext uri="{FF2B5EF4-FFF2-40B4-BE49-F238E27FC236}">
                <a16:creationId xmlns:a16="http://schemas.microsoft.com/office/drawing/2014/main" id="{449D8A8C-76AB-4BD1-8249-5FE7172FA73F}"/>
              </a:ext>
            </a:extLst>
          </p:cNvPr>
          <p:cNvSpPr/>
          <p:nvPr/>
        </p:nvSpPr>
        <p:spPr>
          <a:xfrm>
            <a:off x="8887316" y="2146782"/>
            <a:ext cx="784375" cy="5673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Site </a:t>
            </a:r>
          </a:p>
          <a:p>
            <a:pPr algn="ctr"/>
            <a:r>
              <a:rPr lang="en-US" altLang="ko-KR" sz="1000"/>
              <a:t>DB</a:t>
            </a:r>
            <a:endParaRPr lang="ko-KR" altLang="en-US" sz="1000"/>
          </a:p>
        </p:txBody>
      </p:sp>
      <p:sp>
        <p:nvSpPr>
          <p:cNvPr id="55" name="순서도: 자기 디스크 54">
            <a:extLst>
              <a:ext uri="{FF2B5EF4-FFF2-40B4-BE49-F238E27FC236}">
                <a16:creationId xmlns:a16="http://schemas.microsoft.com/office/drawing/2014/main" id="{A2C593F0-ADD1-40A6-9287-C80FBB70F57C}"/>
              </a:ext>
            </a:extLst>
          </p:cNvPr>
          <p:cNvSpPr/>
          <p:nvPr/>
        </p:nvSpPr>
        <p:spPr>
          <a:xfrm>
            <a:off x="9721290" y="2153377"/>
            <a:ext cx="784374" cy="5673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Device</a:t>
            </a:r>
          </a:p>
          <a:p>
            <a:pPr algn="ctr"/>
            <a:r>
              <a:rPr lang="en-US" altLang="ko-KR" sz="1000"/>
              <a:t>DB</a:t>
            </a:r>
            <a:endParaRPr lang="ko-KR" altLang="en-US" sz="100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E3C6AB3-27B6-4EA5-BD84-CDF344A98B68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 flipV="1">
            <a:off x="2609603" y="3168357"/>
            <a:ext cx="435714" cy="3320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E35FBD2-4605-4562-B1F0-64C249CA3CB9}"/>
              </a:ext>
            </a:extLst>
          </p:cNvPr>
          <p:cNvSpPr/>
          <p:nvPr/>
        </p:nvSpPr>
        <p:spPr>
          <a:xfrm>
            <a:off x="6727652" y="3159468"/>
            <a:ext cx="116607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Maven</a:t>
            </a:r>
            <a:endParaRPr lang="ko-KR" altLang="en-US" sz="1000"/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64574D2D-A4B0-453A-AF2C-09B5A87E0073}"/>
              </a:ext>
            </a:extLst>
          </p:cNvPr>
          <p:cNvCxnSpPr>
            <a:cxnSpLocks/>
            <a:stCxn id="18" idx="3"/>
            <a:endCxn id="38" idx="1"/>
          </p:cNvCxnSpPr>
          <p:nvPr/>
        </p:nvCxnSpPr>
        <p:spPr>
          <a:xfrm flipV="1">
            <a:off x="4614058" y="2326559"/>
            <a:ext cx="639814" cy="841798"/>
          </a:xfrm>
          <a:prstGeom prst="bentConnector3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E08072D7-0957-4875-A8AE-3AEC90488B8D}"/>
              </a:ext>
            </a:extLst>
          </p:cNvPr>
          <p:cNvCxnSpPr>
            <a:cxnSpLocks/>
            <a:stCxn id="35" idx="3"/>
            <a:endCxn id="40" idx="1"/>
          </p:cNvCxnSpPr>
          <p:nvPr/>
        </p:nvCxnSpPr>
        <p:spPr>
          <a:xfrm>
            <a:off x="8095061" y="3085434"/>
            <a:ext cx="572795" cy="186772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A499ABC1-3207-4D7C-81FE-E1A15F710131}"/>
              </a:ext>
            </a:extLst>
          </p:cNvPr>
          <p:cNvCxnSpPr>
            <a:cxnSpLocks/>
          </p:cNvCxnSpPr>
          <p:nvPr/>
        </p:nvCxnSpPr>
        <p:spPr>
          <a:xfrm>
            <a:off x="8095062" y="2525695"/>
            <a:ext cx="591738" cy="0"/>
          </a:xfrm>
          <a:prstGeom prst="line">
            <a:avLst/>
          </a:prstGeom>
          <a:ln w="1905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968354E9-E9FB-4B82-AC63-5892E5C81CD5}"/>
              </a:ext>
            </a:extLst>
          </p:cNvPr>
          <p:cNvSpPr/>
          <p:nvPr/>
        </p:nvSpPr>
        <p:spPr>
          <a:xfrm>
            <a:off x="6667525" y="2146782"/>
            <a:ext cx="1295193" cy="1314875"/>
          </a:xfrm>
          <a:prstGeom prst="roundRect">
            <a:avLst>
              <a:gd name="adj" fmla="val 3833"/>
            </a:avLst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B6361211-BD89-4170-9098-93C7C8420D62}"/>
              </a:ext>
            </a:extLst>
          </p:cNvPr>
          <p:cNvCxnSpPr>
            <a:cxnSpLocks/>
            <a:stCxn id="38" idx="2"/>
            <a:endCxn id="78" idx="1"/>
          </p:cNvCxnSpPr>
          <p:nvPr/>
        </p:nvCxnSpPr>
        <p:spPr>
          <a:xfrm rot="16200000" flipH="1">
            <a:off x="6076303" y="2212998"/>
            <a:ext cx="351826" cy="830617"/>
          </a:xfrm>
          <a:prstGeom prst="bentConnector2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46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1D7855-35FE-4253-924E-447A339FDE45}"/>
              </a:ext>
            </a:extLst>
          </p:cNvPr>
          <p:cNvSpPr/>
          <p:nvPr/>
        </p:nvSpPr>
        <p:spPr>
          <a:xfrm>
            <a:off x="3084718" y="2781037"/>
            <a:ext cx="887407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JSP</a:t>
            </a:r>
            <a:endParaRPr lang="ko-KR" altLang="en-US" sz="10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8D2D938-518C-4EB0-B971-B337287591F8}"/>
              </a:ext>
            </a:extLst>
          </p:cNvPr>
          <p:cNvSpPr/>
          <p:nvPr/>
        </p:nvSpPr>
        <p:spPr>
          <a:xfrm>
            <a:off x="1242074" y="2973388"/>
            <a:ext cx="941330" cy="276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JQuery</a:t>
            </a:r>
            <a:endParaRPr lang="ko-KR" altLang="en-US" sz="100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968354E9-E9FB-4B82-AC63-5892E5C81CD5}"/>
              </a:ext>
            </a:extLst>
          </p:cNvPr>
          <p:cNvSpPr/>
          <p:nvPr/>
        </p:nvSpPr>
        <p:spPr>
          <a:xfrm>
            <a:off x="1075579" y="1716692"/>
            <a:ext cx="1295193" cy="2780663"/>
          </a:xfrm>
          <a:prstGeom prst="roundRect">
            <a:avLst>
              <a:gd name="adj" fmla="val 3833"/>
            </a:avLst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2005B3E-B702-4DDB-AA5B-B4AC3671EF83}"/>
              </a:ext>
            </a:extLst>
          </p:cNvPr>
          <p:cNvSpPr/>
          <p:nvPr/>
        </p:nvSpPr>
        <p:spPr>
          <a:xfrm>
            <a:off x="3084717" y="3096633"/>
            <a:ext cx="887407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JSON</a:t>
            </a:r>
            <a:endParaRPr lang="ko-KR" altLang="en-US" sz="1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6AB9F5-A982-419E-A8CA-44B67A322C8E}"/>
              </a:ext>
            </a:extLst>
          </p:cNvPr>
          <p:cNvSpPr txBox="1"/>
          <p:nvPr/>
        </p:nvSpPr>
        <p:spPr>
          <a:xfrm>
            <a:off x="1421650" y="143969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Client</a:t>
            </a:r>
            <a:endParaRPr lang="ko-KR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4CE465B-7F14-4273-B123-010CAF6625BA}"/>
              </a:ext>
            </a:extLst>
          </p:cNvPr>
          <p:cNvSpPr/>
          <p:nvPr/>
        </p:nvSpPr>
        <p:spPr>
          <a:xfrm>
            <a:off x="4375063" y="1912777"/>
            <a:ext cx="2538921" cy="1869874"/>
          </a:xfrm>
          <a:prstGeom prst="roundRect">
            <a:avLst>
              <a:gd name="adj" fmla="val 3833"/>
            </a:avLst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F854F16-7A87-43A6-9FC9-7267E3817930}"/>
              </a:ext>
            </a:extLst>
          </p:cNvPr>
          <p:cNvSpPr/>
          <p:nvPr/>
        </p:nvSpPr>
        <p:spPr>
          <a:xfrm>
            <a:off x="4554669" y="2173427"/>
            <a:ext cx="887407" cy="625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Dispatcher</a:t>
            </a:r>
          </a:p>
          <a:p>
            <a:pPr algn="ctr"/>
            <a:r>
              <a:rPr lang="en-US" altLang="ko-KR" sz="1000"/>
              <a:t>Servlet</a:t>
            </a:r>
            <a:endParaRPr lang="ko-KR" altLang="en-US" sz="100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1619AD4-4FA8-4200-B0D7-6F7C433EB5CE}"/>
              </a:ext>
            </a:extLst>
          </p:cNvPr>
          <p:cNvSpPr/>
          <p:nvPr/>
        </p:nvSpPr>
        <p:spPr>
          <a:xfrm>
            <a:off x="5811515" y="2166663"/>
            <a:ext cx="887407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Controller</a:t>
            </a:r>
            <a:endParaRPr lang="ko-KR" altLang="en-US" sz="100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2DC1F8D-C5B7-476F-9D19-66307A896B3C}"/>
              </a:ext>
            </a:extLst>
          </p:cNvPr>
          <p:cNvSpPr/>
          <p:nvPr/>
        </p:nvSpPr>
        <p:spPr>
          <a:xfrm>
            <a:off x="7213876" y="2168387"/>
            <a:ext cx="887407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Service</a:t>
            </a:r>
            <a:endParaRPr lang="ko-KR" altLang="en-US" sz="100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D526500-744D-4AF8-B40F-53102AC55C7B}"/>
              </a:ext>
            </a:extLst>
          </p:cNvPr>
          <p:cNvSpPr/>
          <p:nvPr/>
        </p:nvSpPr>
        <p:spPr>
          <a:xfrm>
            <a:off x="7195778" y="2765508"/>
            <a:ext cx="887407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Dao</a:t>
            </a:r>
            <a:endParaRPr lang="ko-KR" altLang="en-US" sz="1000"/>
          </a:p>
        </p:txBody>
      </p:sp>
      <p:sp>
        <p:nvSpPr>
          <p:cNvPr id="60" name="순서도: 자기 디스크 59">
            <a:extLst>
              <a:ext uri="{FF2B5EF4-FFF2-40B4-BE49-F238E27FC236}">
                <a16:creationId xmlns:a16="http://schemas.microsoft.com/office/drawing/2014/main" id="{17A18B57-04DA-48E9-B5B4-496D744960A5}"/>
              </a:ext>
            </a:extLst>
          </p:cNvPr>
          <p:cNvSpPr/>
          <p:nvPr/>
        </p:nvSpPr>
        <p:spPr>
          <a:xfrm>
            <a:off x="7256060" y="3827737"/>
            <a:ext cx="784375" cy="5673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DB</a:t>
            </a:r>
            <a:endParaRPr lang="ko-KR" altLang="en-US" sz="100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FCFBEF9-7E38-4E6D-9D9C-120ED1C9AE59}"/>
              </a:ext>
            </a:extLst>
          </p:cNvPr>
          <p:cNvSpPr/>
          <p:nvPr/>
        </p:nvSpPr>
        <p:spPr>
          <a:xfrm>
            <a:off x="4554668" y="3188964"/>
            <a:ext cx="887407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View</a:t>
            </a:r>
            <a:endParaRPr lang="ko-KR" altLang="en-US" sz="100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174F6E3-4FC1-4C11-8236-78678D0CCF91}"/>
              </a:ext>
            </a:extLst>
          </p:cNvPr>
          <p:cNvCxnSpPr>
            <a:cxnSpLocks/>
          </p:cNvCxnSpPr>
          <p:nvPr/>
        </p:nvCxnSpPr>
        <p:spPr>
          <a:xfrm>
            <a:off x="2370772" y="2336078"/>
            <a:ext cx="2183897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E05746C-58C3-4376-A64F-71D244D5AC6B}"/>
              </a:ext>
            </a:extLst>
          </p:cNvPr>
          <p:cNvSpPr txBox="1"/>
          <p:nvPr/>
        </p:nvSpPr>
        <p:spPr>
          <a:xfrm>
            <a:off x="2968925" y="2314550"/>
            <a:ext cx="9637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chemeClr val="accent1">
                    <a:lumMod val="75000"/>
                  </a:schemeClr>
                </a:solidFill>
              </a:rPr>
              <a:t>URL Request</a:t>
            </a:r>
            <a:endParaRPr lang="ko-KR" altLang="en-US" sz="1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9D5F2CCE-EFFF-4C3A-BA0F-E76799FB2557}"/>
              </a:ext>
            </a:extLst>
          </p:cNvPr>
          <p:cNvSpPr/>
          <p:nvPr/>
        </p:nvSpPr>
        <p:spPr>
          <a:xfrm>
            <a:off x="2990794" y="2721697"/>
            <a:ext cx="1084377" cy="707303"/>
          </a:xfrm>
          <a:prstGeom prst="roundRect">
            <a:avLst>
              <a:gd name="adj" fmla="val 3833"/>
            </a:avLst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13D6E29B-ED72-4290-A926-1A104BD7269D}"/>
              </a:ext>
            </a:extLst>
          </p:cNvPr>
          <p:cNvCxnSpPr>
            <a:cxnSpLocks/>
          </p:cNvCxnSpPr>
          <p:nvPr/>
        </p:nvCxnSpPr>
        <p:spPr>
          <a:xfrm>
            <a:off x="5442075" y="2292498"/>
            <a:ext cx="36944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980BA844-0A3C-4536-AEAB-35EFCABCFCCF}"/>
              </a:ext>
            </a:extLst>
          </p:cNvPr>
          <p:cNvCxnSpPr>
            <a:cxnSpLocks/>
            <a:stCxn id="50" idx="2"/>
          </p:cNvCxnSpPr>
          <p:nvPr/>
        </p:nvCxnSpPr>
        <p:spPr>
          <a:xfrm rot="5400000">
            <a:off x="5740672" y="2157674"/>
            <a:ext cx="253888" cy="775207"/>
          </a:xfrm>
          <a:prstGeom prst="bentConnector2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1320A4B-C763-4BE4-B3C4-BAA914A6397F}"/>
              </a:ext>
            </a:extLst>
          </p:cNvPr>
          <p:cNvCxnSpPr>
            <a:cxnSpLocks/>
            <a:stCxn id="47" idx="2"/>
            <a:endCxn id="61" idx="0"/>
          </p:cNvCxnSpPr>
          <p:nvPr/>
        </p:nvCxnSpPr>
        <p:spPr>
          <a:xfrm flipH="1">
            <a:off x="4998372" y="2798814"/>
            <a:ext cx="1" cy="39015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E8D0F19D-1C81-4F25-95D0-86B580D16C7F}"/>
              </a:ext>
            </a:extLst>
          </p:cNvPr>
          <p:cNvCxnSpPr>
            <a:cxnSpLocks/>
            <a:stCxn id="50" idx="3"/>
            <a:endCxn id="56" idx="1"/>
          </p:cNvCxnSpPr>
          <p:nvPr/>
        </p:nvCxnSpPr>
        <p:spPr>
          <a:xfrm>
            <a:off x="6698922" y="2292498"/>
            <a:ext cx="514954" cy="172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F6162A37-D856-480E-91E3-F4F475E68EC8}"/>
              </a:ext>
            </a:extLst>
          </p:cNvPr>
          <p:cNvCxnSpPr>
            <a:cxnSpLocks/>
          </p:cNvCxnSpPr>
          <p:nvPr/>
        </p:nvCxnSpPr>
        <p:spPr>
          <a:xfrm flipH="1">
            <a:off x="2381863" y="3075348"/>
            <a:ext cx="608931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EFCF8753-9E3A-4ECA-BEA8-3291BAEFC8EC}"/>
              </a:ext>
            </a:extLst>
          </p:cNvPr>
          <p:cNvCxnSpPr>
            <a:cxnSpLocks/>
            <a:stCxn id="47" idx="1"/>
            <a:endCxn id="65" idx="3"/>
          </p:cNvCxnSpPr>
          <p:nvPr/>
        </p:nvCxnSpPr>
        <p:spPr>
          <a:xfrm rot="10800000" flipV="1">
            <a:off x="4075171" y="2486121"/>
            <a:ext cx="479498" cy="58922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99C45B9-971B-43DD-AFAA-C9C7AA2B68AC}"/>
              </a:ext>
            </a:extLst>
          </p:cNvPr>
          <p:cNvSpPr txBox="1"/>
          <p:nvPr/>
        </p:nvSpPr>
        <p:spPr>
          <a:xfrm>
            <a:off x="5850471" y="3836191"/>
            <a:ext cx="10604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chemeClr val="accent2"/>
                </a:solidFill>
              </a:rPr>
              <a:t>Spring MVC</a:t>
            </a:r>
            <a:endParaRPr lang="ko-KR" altLang="en-US" sz="1200" b="1">
              <a:solidFill>
                <a:schemeClr val="accent2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D938568-B9DF-409D-AAED-D3D4BA89EB83}"/>
              </a:ext>
            </a:extLst>
          </p:cNvPr>
          <p:cNvSpPr/>
          <p:nvPr/>
        </p:nvSpPr>
        <p:spPr>
          <a:xfrm>
            <a:off x="7195777" y="3277972"/>
            <a:ext cx="887407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XML</a:t>
            </a:r>
            <a:endParaRPr lang="ko-KR" altLang="en-US" sz="100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0BF059B-39B0-48C6-BFE3-EA352E7EA7E0}"/>
              </a:ext>
            </a:extLst>
          </p:cNvPr>
          <p:cNvSpPr/>
          <p:nvPr/>
        </p:nvSpPr>
        <p:spPr>
          <a:xfrm>
            <a:off x="1252510" y="2642241"/>
            <a:ext cx="941330" cy="276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HTML</a:t>
            </a:r>
            <a:endParaRPr lang="ko-KR" altLang="en-US" sz="1000"/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809141DF-E224-43A9-8047-B56D94019C85}"/>
              </a:ext>
            </a:extLst>
          </p:cNvPr>
          <p:cNvSpPr/>
          <p:nvPr/>
        </p:nvSpPr>
        <p:spPr>
          <a:xfrm>
            <a:off x="7115934" y="2642235"/>
            <a:ext cx="1089357" cy="1063764"/>
          </a:xfrm>
          <a:prstGeom prst="roundRect">
            <a:avLst>
              <a:gd name="adj" fmla="val 3833"/>
            </a:avLst>
          </a:prstGeom>
          <a:noFill/>
          <a:ln w="190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F2DA42E-7241-4CEE-A9F8-666CC3A12765}"/>
              </a:ext>
            </a:extLst>
          </p:cNvPr>
          <p:cNvSpPr txBox="1"/>
          <p:nvPr/>
        </p:nvSpPr>
        <p:spPr>
          <a:xfrm>
            <a:off x="7736037" y="2384431"/>
            <a:ext cx="764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chemeClr val="accent2"/>
                </a:solidFill>
              </a:rPr>
              <a:t>Mybatis</a:t>
            </a:r>
            <a:endParaRPr lang="ko-KR" altLang="en-US" sz="1200" b="1">
              <a:solidFill>
                <a:schemeClr val="accent2"/>
              </a:solidFill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CBDDD277-15F5-43E9-BB1F-B9196AF2B05A}"/>
              </a:ext>
            </a:extLst>
          </p:cNvPr>
          <p:cNvSpPr/>
          <p:nvPr/>
        </p:nvSpPr>
        <p:spPr>
          <a:xfrm>
            <a:off x="2780521" y="1774452"/>
            <a:ext cx="5682343" cy="2722903"/>
          </a:xfrm>
          <a:prstGeom prst="roundRect">
            <a:avLst>
              <a:gd name="adj" fmla="val 3833"/>
            </a:avLst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AF1C599-6FF8-47FE-BEBD-6E23E98F07CC}"/>
              </a:ext>
            </a:extLst>
          </p:cNvPr>
          <p:cNvSpPr txBox="1"/>
          <p:nvPr/>
        </p:nvSpPr>
        <p:spPr>
          <a:xfrm>
            <a:off x="5038491" y="1443913"/>
            <a:ext cx="6512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Server</a:t>
            </a:r>
            <a:endParaRPr lang="ko-KR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A0ECD72-B733-4ADE-BD7D-A6615AFB920D}"/>
              </a:ext>
            </a:extLst>
          </p:cNvPr>
          <p:cNvSpPr/>
          <p:nvPr/>
        </p:nvSpPr>
        <p:spPr>
          <a:xfrm>
            <a:off x="9313810" y="2642235"/>
            <a:ext cx="887407" cy="941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Enertalk</a:t>
            </a:r>
          </a:p>
          <a:p>
            <a:pPr algn="ctr"/>
            <a:r>
              <a:rPr lang="en-US" altLang="ko-KR" sz="1000"/>
              <a:t>Platform</a:t>
            </a:r>
            <a:endParaRPr lang="ko-KR" altLang="en-US" sz="1000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96296AE2-2F79-4670-A76C-C3DD3FA11D81}"/>
              </a:ext>
            </a:extLst>
          </p:cNvPr>
          <p:cNvSpPr/>
          <p:nvPr/>
        </p:nvSpPr>
        <p:spPr>
          <a:xfrm>
            <a:off x="9112346" y="1759267"/>
            <a:ext cx="1295193" cy="2738088"/>
          </a:xfrm>
          <a:prstGeom prst="roundRect">
            <a:avLst>
              <a:gd name="adj" fmla="val 3833"/>
            </a:avLst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1445478-F435-4CC4-ABBB-143B163F9163}"/>
              </a:ext>
            </a:extLst>
          </p:cNvPr>
          <p:cNvSpPr txBox="1"/>
          <p:nvPr/>
        </p:nvSpPr>
        <p:spPr>
          <a:xfrm>
            <a:off x="9024644" y="1431621"/>
            <a:ext cx="1470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chemeClr val="accent1">
                    <a:lumMod val="75000"/>
                  </a:schemeClr>
                </a:solidFill>
              </a:rPr>
              <a:t>Enertalk Platform</a:t>
            </a:r>
            <a:endParaRPr lang="ko-KR" altLang="en-US" sz="1200" b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A5F5E761-38AC-4F66-8A7D-7DFA2B5B740E}"/>
              </a:ext>
            </a:extLst>
          </p:cNvPr>
          <p:cNvCxnSpPr>
            <a:cxnSpLocks/>
          </p:cNvCxnSpPr>
          <p:nvPr/>
        </p:nvCxnSpPr>
        <p:spPr>
          <a:xfrm>
            <a:off x="8095548" y="2282090"/>
            <a:ext cx="1016798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5B3E9E9-7310-4E77-88D7-6106CAE92930}"/>
              </a:ext>
            </a:extLst>
          </p:cNvPr>
          <p:cNvSpPr txBox="1"/>
          <p:nvPr/>
        </p:nvSpPr>
        <p:spPr>
          <a:xfrm>
            <a:off x="5577035" y="2687434"/>
            <a:ext cx="11176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chemeClr val="accent1">
                    <a:lumMod val="75000"/>
                  </a:schemeClr>
                </a:solidFill>
              </a:rPr>
              <a:t>ModelAndView</a:t>
            </a:r>
            <a:endParaRPr lang="ko-KR" altLang="en-US" sz="1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9A1CB25-7AF9-4A4F-BB58-9607D0A03F9A}"/>
              </a:ext>
            </a:extLst>
          </p:cNvPr>
          <p:cNvSpPr txBox="1"/>
          <p:nvPr/>
        </p:nvSpPr>
        <p:spPr>
          <a:xfrm>
            <a:off x="8425775" y="2280092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chemeClr val="accent1">
                    <a:lumMod val="75000"/>
                  </a:schemeClr>
                </a:solidFill>
              </a:rPr>
              <a:t>OpenAPI</a:t>
            </a:r>
            <a:endParaRPr lang="ko-KR" altLang="en-US" sz="1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A9361A4-4F93-4EC2-8645-046C1E5AEE5B}"/>
              </a:ext>
            </a:extLst>
          </p:cNvPr>
          <p:cNvSpPr txBox="1"/>
          <p:nvPr/>
        </p:nvSpPr>
        <p:spPr>
          <a:xfrm>
            <a:off x="4964511" y="2861907"/>
            <a:ext cx="574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chemeClr val="accent1">
                    <a:lumMod val="75000"/>
                  </a:schemeClr>
                </a:solidFill>
              </a:rPr>
              <a:t>Model</a:t>
            </a:r>
            <a:endParaRPr lang="ko-KR" altLang="en-US" sz="10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8F2C63A-1EAC-48C4-8A07-8D77BD95ABB0}"/>
              </a:ext>
            </a:extLst>
          </p:cNvPr>
          <p:cNvSpPr txBox="1"/>
          <p:nvPr/>
        </p:nvSpPr>
        <p:spPr>
          <a:xfrm>
            <a:off x="3145141" y="3464995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>
                <a:solidFill>
                  <a:schemeClr val="accent1">
                    <a:lumMod val="75000"/>
                  </a:schemeClr>
                </a:solidFill>
              </a:rPr>
              <a:t>Response</a:t>
            </a:r>
            <a:endParaRPr lang="ko-KR" altLang="en-US" sz="1000" b="1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7F780148-8C8A-4741-8D0E-7CC05A85E678}"/>
              </a:ext>
            </a:extLst>
          </p:cNvPr>
          <p:cNvCxnSpPr>
            <a:cxnSpLocks/>
          </p:cNvCxnSpPr>
          <p:nvPr/>
        </p:nvCxnSpPr>
        <p:spPr>
          <a:xfrm>
            <a:off x="7648246" y="2410962"/>
            <a:ext cx="0" cy="31436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5544AD79-4824-446C-B0F5-5B3EEC4114B4}"/>
              </a:ext>
            </a:extLst>
          </p:cNvPr>
          <p:cNvCxnSpPr>
            <a:cxnSpLocks/>
            <a:stCxn id="58" idx="2"/>
            <a:endCxn id="81" idx="0"/>
          </p:cNvCxnSpPr>
          <p:nvPr/>
        </p:nvCxnSpPr>
        <p:spPr>
          <a:xfrm flipH="1">
            <a:off x="7639481" y="3017178"/>
            <a:ext cx="1" cy="26079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AF9C0287-7D0A-4357-B189-3B22F846328F}"/>
              </a:ext>
            </a:extLst>
          </p:cNvPr>
          <p:cNvCxnSpPr>
            <a:cxnSpLocks/>
            <a:stCxn id="81" idx="2"/>
            <a:endCxn id="60" idx="1"/>
          </p:cNvCxnSpPr>
          <p:nvPr/>
        </p:nvCxnSpPr>
        <p:spPr>
          <a:xfrm>
            <a:off x="7639481" y="3529642"/>
            <a:ext cx="8767" cy="298095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4DD110ED-77A6-471E-888A-9C6DA1488315}"/>
              </a:ext>
            </a:extLst>
          </p:cNvPr>
          <p:cNvSpPr/>
          <p:nvPr/>
        </p:nvSpPr>
        <p:spPr>
          <a:xfrm>
            <a:off x="1242074" y="3306967"/>
            <a:ext cx="941330" cy="276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Highcharts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26414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82</Words>
  <Application>Microsoft Office PowerPoint</Application>
  <PresentationFormat>와이드스크린</PresentationFormat>
  <Paragraphs>53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맑은 고딕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ZEUS</dc:creator>
  <cp:lastModifiedBy>ZEUS</cp:lastModifiedBy>
  <cp:revision>70</cp:revision>
  <dcterms:created xsi:type="dcterms:W3CDTF">2018-07-08T03:43:41Z</dcterms:created>
  <dcterms:modified xsi:type="dcterms:W3CDTF">2018-07-08T05:31:53Z</dcterms:modified>
</cp:coreProperties>
</file>